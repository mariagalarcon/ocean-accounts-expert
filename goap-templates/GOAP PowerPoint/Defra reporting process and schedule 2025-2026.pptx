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4"/>
    <p:sldMasterId id="2147483655" r:id="rId5"/>
    <p:sldMasterId id="2147483701" r:id="rId6"/>
    <p:sldMasterId id="2147483660" r:id="rId7"/>
    <p:sldMasterId id="2147483711" r:id="rId8"/>
  </p:sldMasterIdLst>
  <p:notesMasterIdLst>
    <p:notesMasterId r:id="rId19"/>
  </p:notesMasterIdLst>
  <p:sldIdLst>
    <p:sldId id="257" r:id="rId9"/>
    <p:sldId id="282" r:id="rId10"/>
    <p:sldId id="283" r:id="rId11"/>
    <p:sldId id="285" r:id="rId12"/>
    <p:sldId id="286" r:id="rId13"/>
    <p:sldId id="287" r:id="rId14"/>
    <p:sldId id="290" r:id="rId15"/>
    <p:sldId id="291" r:id="rId16"/>
    <p:sldId id="263" r:id="rId17"/>
    <p:sldId id="271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ght slides" id="{C82B514F-492D-BB4F-A270-BC351B4B9897}">
          <p14:sldIdLst>
            <p14:sldId id="257"/>
            <p14:sldId id="282"/>
            <p14:sldId id="283"/>
            <p14:sldId id="285"/>
            <p14:sldId id="286"/>
            <p14:sldId id="287"/>
            <p14:sldId id="290"/>
            <p14:sldId id="291"/>
          </p14:sldIdLst>
        </p14:section>
        <p14:section name="Dark slides" id="{27763B1D-D3CB-FB4C-88F2-82071928E21C}">
          <p14:sldIdLst>
            <p14:sldId id="263"/>
          </p14:sldIdLst>
        </p14:section>
        <p14:section name="Design elements" id="{2CDF8548-A386-1146-9B69-A52437345734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9C7B"/>
    <a:srgbClr val="C4E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C33842-A680-4340-BD77-01E369645E1D}" v="1" dt="2025-02-26T23:50:30.631"/>
    <p1510:client id="{9D9687E2-F249-650F-9A03-5D2B250CADB0}" v="4550" dt="2025-02-26T04:56:25.6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9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t Grimm" userId="4da2f193-43ad-4210-9711-1d08f3b6c500" providerId="ADAL" clId="{71C33842-A680-4340-BD77-01E369645E1D}"/>
    <pc:docChg chg="modSld">
      <pc:chgData name="Juliet Grimm" userId="4da2f193-43ad-4210-9711-1d08f3b6c500" providerId="ADAL" clId="{71C33842-A680-4340-BD77-01E369645E1D}" dt="2025-02-26T23:50:47.113" v="239" actId="20577"/>
      <pc:docMkLst>
        <pc:docMk/>
      </pc:docMkLst>
      <pc:sldChg chg="modSp mod">
        <pc:chgData name="Juliet Grimm" userId="4da2f193-43ad-4210-9711-1d08f3b6c500" providerId="ADAL" clId="{71C33842-A680-4340-BD77-01E369645E1D}" dt="2025-02-26T23:50:47.113" v="239" actId="20577"/>
        <pc:sldMkLst>
          <pc:docMk/>
          <pc:sldMk cId="2369195499" sldId="257"/>
        </pc:sldMkLst>
        <pc:graphicFrameChg chg="mod modGraphic">
          <ac:chgData name="Juliet Grimm" userId="4da2f193-43ad-4210-9711-1d08f3b6c500" providerId="ADAL" clId="{71C33842-A680-4340-BD77-01E369645E1D}" dt="2025-02-26T23:50:47.113" v="239" actId="20577"/>
          <ac:graphicFrameMkLst>
            <pc:docMk/>
            <pc:sldMk cId="2369195499" sldId="257"/>
            <ac:graphicFrameMk id="6" creationId="{C471BEE2-899F-8D4A-2B7B-AC32542910D7}"/>
          </ac:graphicFrameMkLst>
        </pc:graphicFrameChg>
      </pc:sldChg>
    </pc:docChg>
  </pc:docChgLst>
  <pc:docChgLst>
    <pc:chgData name="Juliet Grimm" userId="S::z3189007@ad.unsw.edu.au::4da2f193-43ad-4210-9711-1d08f3b6c500" providerId="AD" clId="Web-{9D9687E2-F249-650F-9A03-5D2B250CADB0}"/>
    <pc:docChg chg="addSld delSld modSld sldOrd modSection">
      <pc:chgData name="Juliet Grimm" userId="S::z3189007@ad.unsw.edu.au::4da2f193-43ad-4210-9711-1d08f3b6c500" providerId="AD" clId="Web-{9D9687E2-F249-650F-9A03-5D2B250CADB0}" dt="2025-02-26T04:56:04.373" v="4217"/>
      <pc:docMkLst>
        <pc:docMk/>
      </pc:docMkLst>
      <pc:sldChg chg="del">
        <pc:chgData name="Juliet Grimm" userId="S::z3189007@ad.unsw.edu.au::4da2f193-43ad-4210-9711-1d08f3b6c500" providerId="AD" clId="Web-{9D9687E2-F249-650F-9A03-5D2B250CADB0}" dt="2025-02-25T23:00:56.249" v="57"/>
        <pc:sldMkLst>
          <pc:docMk/>
          <pc:sldMk cId="1189943100" sldId="256"/>
        </pc:sldMkLst>
      </pc:sldChg>
      <pc:sldChg chg="delSp modSp">
        <pc:chgData name="Juliet Grimm" userId="S::z3189007@ad.unsw.edu.au::4da2f193-43ad-4210-9711-1d08f3b6c500" providerId="AD" clId="Web-{9D9687E2-F249-650F-9A03-5D2B250CADB0}" dt="2025-02-26T04:54:09.373" v="4185"/>
        <pc:sldMkLst>
          <pc:docMk/>
          <pc:sldMk cId="2369195499" sldId="257"/>
        </pc:sldMkLst>
        <pc:spChg chg="mod">
          <ac:chgData name="Juliet Grimm" userId="S::z3189007@ad.unsw.edu.au::4da2f193-43ad-4210-9711-1d08f3b6c500" providerId="AD" clId="Web-{9D9687E2-F249-650F-9A03-5D2B250CADB0}" dt="2025-02-26T03:58:32.128" v="3098" actId="1076"/>
          <ac:spMkLst>
            <pc:docMk/>
            <pc:sldMk cId="2369195499" sldId="257"/>
            <ac:spMk id="2" creationId="{318832DB-5F10-F94E-9CC1-8152BE5B07C9}"/>
          </ac:spMkLst>
        </pc:spChg>
        <pc:spChg chg="del">
          <ac:chgData name="Juliet Grimm" userId="S::z3189007@ad.unsw.edu.au::4da2f193-43ad-4210-9711-1d08f3b6c500" providerId="AD" clId="Web-{9D9687E2-F249-650F-9A03-5D2B250CADB0}" dt="2025-02-25T23:00:43.936" v="52"/>
          <ac:spMkLst>
            <pc:docMk/>
            <pc:sldMk cId="2369195499" sldId="257"/>
            <ac:spMk id="4" creationId="{BD8B0613-E8F2-F54C-B321-ADC39F48C4F0}"/>
          </ac:spMkLst>
        </pc:spChg>
        <pc:graphicFrameChg chg="mod modGraphic">
          <ac:chgData name="Juliet Grimm" userId="S::z3189007@ad.unsw.edu.au::4da2f193-43ad-4210-9711-1d08f3b6c500" providerId="AD" clId="Web-{9D9687E2-F249-650F-9A03-5D2B250CADB0}" dt="2025-02-26T04:54:09.373" v="4185"/>
          <ac:graphicFrameMkLst>
            <pc:docMk/>
            <pc:sldMk cId="2369195499" sldId="257"/>
            <ac:graphicFrameMk id="6" creationId="{C471BEE2-899F-8D4A-2B7B-AC32542910D7}"/>
          </ac:graphicFrameMkLst>
        </pc:graphicFrameChg>
      </pc:sldChg>
      <pc:sldChg chg="del">
        <pc:chgData name="Juliet Grimm" userId="S::z3189007@ad.unsw.edu.au::4da2f193-43ad-4210-9711-1d08f3b6c500" providerId="AD" clId="Web-{9D9687E2-F249-650F-9A03-5D2B250CADB0}" dt="2025-02-25T23:01:07.358" v="61"/>
        <pc:sldMkLst>
          <pc:docMk/>
          <pc:sldMk cId="3004503915" sldId="259"/>
        </pc:sldMkLst>
      </pc:sldChg>
      <pc:sldChg chg="del">
        <pc:chgData name="Juliet Grimm" userId="S::z3189007@ad.unsw.edu.au::4da2f193-43ad-4210-9711-1d08f3b6c500" providerId="AD" clId="Web-{9D9687E2-F249-650F-9A03-5D2B250CADB0}" dt="2025-02-25T23:01:10.155" v="65"/>
        <pc:sldMkLst>
          <pc:docMk/>
          <pc:sldMk cId="1879700509" sldId="260"/>
        </pc:sldMkLst>
      </pc:sldChg>
      <pc:sldChg chg="del">
        <pc:chgData name="Juliet Grimm" userId="S::z3189007@ad.unsw.edu.au::4da2f193-43ad-4210-9711-1d08f3b6c500" providerId="AD" clId="Web-{9D9687E2-F249-650F-9A03-5D2B250CADB0}" dt="2025-02-25T23:01:09.327" v="64"/>
        <pc:sldMkLst>
          <pc:docMk/>
          <pc:sldMk cId="3353743349" sldId="264"/>
        </pc:sldMkLst>
      </pc:sldChg>
      <pc:sldChg chg="del">
        <pc:chgData name="Juliet Grimm" userId="S::z3189007@ad.unsw.edu.au::4da2f193-43ad-4210-9711-1d08f3b6c500" providerId="AD" clId="Web-{9D9687E2-F249-650F-9A03-5D2B250CADB0}" dt="2025-02-25T23:01:11.734" v="67"/>
        <pc:sldMkLst>
          <pc:docMk/>
          <pc:sldMk cId="1881218542" sldId="269"/>
        </pc:sldMkLst>
      </pc:sldChg>
      <pc:sldChg chg="delSp add del">
        <pc:chgData name="Juliet Grimm" userId="S::z3189007@ad.unsw.edu.au::4da2f193-43ad-4210-9711-1d08f3b6c500" providerId="AD" clId="Web-{9D9687E2-F249-650F-9A03-5D2B250CADB0}" dt="2025-02-26T03:54:58.308" v="2518"/>
        <pc:sldMkLst>
          <pc:docMk/>
          <pc:sldMk cId="1266524694" sldId="270"/>
        </pc:sldMkLst>
        <pc:graphicFrameChg chg="del">
          <ac:chgData name="Juliet Grimm" userId="S::z3189007@ad.unsw.edu.au::4da2f193-43ad-4210-9711-1d08f3b6c500" providerId="AD" clId="Web-{9D9687E2-F249-650F-9A03-5D2B250CADB0}" dt="2025-02-26T03:46:40.382" v="2256"/>
          <ac:graphicFrameMkLst>
            <pc:docMk/>
            <pc:sldMk cId="1266524694" sldId="270"/>
            <ac:graphicFrameMk id="2" creationId="{C27B90D6-9CD8-729C-C0B8-A3F92BC60887}"/>
          </ac:graphicFrameMkLst>
        </pc:graphicFrameChg>
      </pc:sldChg>
      <pc:sldChg chg="del">
        <pc:chgData name="Juliet Grimm" userId="S::z3189007@ad.unsw.edu.au::4da2f193-43ad-4210-9711-1d08f3b6c500" providerId="AD" clId="Web-{9D9687E2-F249-650F-9A03-5D2B250CADB0}" dt="2025-02-25T23:01:08.046" v="62"/>
        <pc:sldMkLst>
          <pc:docMk/>
          <pc:sldMk cId="3533187985" sldId="270"/>
        </pc:sldMkLst>
      </pc:sldChg>
      <pc:sldChg chg="modSp">
        <pc:chgData name="Juliet Grimm" userId="S::z3189007@ad.unsw.edu.au::4da2f193-43ad-4210-9711-1d08f3b6c500" providerId="AD" clId="Web-{9D9687E2-F249-650F-9A03-5D2B250CADB0}" dt="2025-02-26T03:42:00.730" v="2223" actId="1076"/>
        <pc:sldMkLst>
          <pc:docMk/>
          <pc:sldMk cId="189222970" sldId="271"/>
        </pc:sldMkLst>
        <pc:picChg chg="mod">
          <ac:chgData name="Juliet Grimm" userId="S::z3189007@ad.unsw.edu.au::4da2f193-43ad-4210-9711-1d08f3b6c500" providerId="AD" clId="Web-{9D9687E2-F249-650F-9A03-5D2B250CADB0}" dt="2025-02-26T03:42:00.730" v="2223" actId="1076"/>
          <ac:picMkLst>
            <pc:docMk/>
            <pc:sldMk cId="189222970" sldId="271"/>
            <ac:picMk id="17" creationId="{16E20666-C6BD-3248-963B-65781270F378}"/>
          </ac:picMkLst>
        </pc:picChg>
      </pc:sldChg>
      <pc:sldChg chg="del">
        <pc:chgData name="Juliet Grimm" userId="S::z3189007@ad.unsw.edu.au::4da2f193-43ad-4210-9711-1d08f3b6c500" providerId="AD" clId="Web-{9D9687E2-F249-650F-9A03-5D2B250CADB0}" dt="2025-02-25T23:01:08.999" v="63"/>
        <pc:sldMkLst>
          <pc:docMk/>
          <pc:sldMk cId="1656138836" sldId="273"/>
        </pc:sldMkLst>
      </pc:sldChg>
      <pc:sldChg chg="del">
        <pc:chgData name="Juliet Grimm" userId="S::z3189007@ad.unsw.edu.au::4da2f193-43ad-4210-9711-1d08f3b6c500" providerId="AD" clId="Web-{9D9687E2-F249-650F-9A03-5D2B250CADB0}" dt="2025-02-26T03:41:51.808" v="2222"/>
        <pc:sldMkLst>
          <pc:docMk/>
          <pc:sldMk cId="2243242339" sldId="274"/>
        </pc:sldMkLst>
      </pc:sldChg>
      <pc:sldChg chg="del">
        <pc:chgData name="Juliet Grimm" userId="S::z3189007@ad.unsw.edu.au::4da2f193-43ad-4210-9711-1d08f3b6c500" providerId="AD" clId="Web-{9D9687E2-F249-650F-9A03-5D2B250CADB0}" dt="2025-02-25T23:01:18.046" v="70"/>
        <pc:sldMkLst>
          <pc:docMk/>
          <pc:sldMk cId="2081658944" sldId="276"/>
        </pc:sldMkLst>
      </pc:sldChg>
      <pc:sldChg chg="del">
        <pc:chgData name="Juliet Grimm" userId="S::z3189007@ad.unsw.edu.au::4da2f193-43ad-4210-9711-1d08f3b6c500" providerId="AD" clId="Web-{9D9687E2-F249-650F-9A03-5D2B250CADB0}" dt="2025-02-25T23:01:17.327" v="69"/>
        <pc:sldMkLst>
          <pc:docMk/>
          <pc:sldMk cId="2310838797" sldId="277"/>
        </pc:sldMkLst>
      </pc:sldChg>
      <pc:sldChg chg="del">
        <pc:chgData name="Juliet Grimm" userId="S::z3189007@ad.unsw.edu.au::4da2f193-43ad-4210-9711-1d08f3b6c500" providerId="AD" clId="Web-{9D9687E2-F249-650F-9A03-5D2B250CADB0}" dt="2025-02-25T23:01:12.687" v="68"/>
        <pc:sldMkLst>
          <pc:docMk/>
          <pc:sldMk cId="1188289790" sldId="278"/>
        </pc:sldMkLst>
      </pc:sldChg>
      <pc:sldChg chg="del">
        <pc:chgData name="Juliet Grimm" userId="S::z3189007@ad.unsw.edu.au::4da2f193-43ad-4210-9711-1d08f3b6c500" providerId="AD" clId="Web-{9D9687E2-F249-650F-9A03-5D2B250CADB0}" dt="2025-02-25T23:01:10.843" v="66"/>
        <pc:sldMkLst>
          <pc:docMk/>
          <pc:sldMk cId="1955559359" sldId="279"/>
        </pc:sldMkLst>
      </pc:sldChg>
      <pc:sldChg chg="del">
        <pc:chgData name="Juliet Grimm" userId="S::z3189007@ad.unsw.edu.au::4da2f193-43ad-4210-9711-1d08f3b6c500" providerId="AD" clId="Web-{9D9687E2-F249-650F-9A03-5D2B250CADB0}" dt="2025-02-25T23:01:06.312" v="60"/>
        <pc:sldMkLst>
          <pc:docMk/>
          <pc:sldMk cId="546528679" sldId="280"/>
        </pc:sldMkLst>
      </pc:sldChg>
      <pc:sldChg chg="add del">
        <pc:chgData name="Juliet Grimm" userId="S::z3189007@ad.unsw.edu.au::4da2f193-43ad-4210-9711-1d08f3b6c500" providerId="AD" clId="Web-{9D9687E2-F249-650F-9A03-5D2B250CADB0}" dt="2025-02-26T03:41:49.433" v="2221"/>
        <pc:sldMkLst>
          <pc:docMk/>
          <pc:sldMk cId="548824405" sldId="281"/>
        </pc:sldMkLst>
      </pc:sldChg>
      <pc:sldChg chg="addSp modSp add replId">
        <pc:chgData name="Juliet Grimm" userId="S::z3189007@ad.unsw.edu.au::4da2f193-43ad-4210-9711-1d08f3b6c500" providerId="AD" clId="Web-{9D9687E2-F249-650F-9A03-5D2B250CADB0}" dt="2025-02-26T04:56:04.373" v="4217"/>
        <pc:sldMkLst>
          <pc:docMk/>
          <pc:sldMk cId="1531252589" sldId="282"/>
        </pc:sldMkLst>
        <pc:spChg chg="mod">
          <ac:chgData name="Juliet Grimm" userId="S::z3189007@ad.unsw.edu.au::4da2f193-43ad-4210-9711-1d08f3b6c500" providerId="AD" clId="Web-{9D9687E2-F249-650F-9A03-5D2B250CADB0}" dt="2025-02-26T03:58:40.613" v="3099" actId="1076"/>
          <ac:spMkLst>
            <pc:docMk/>
            <pc:sldMk cId="1531252589" sldId="282"/>
            <ac:spMk id="2" creationId="{E2385E42-FFBC-3225-09F9-67385C791391}"/>
          </ac:spMkLst>
        </pc:spChg>
        <pc:graphicFrameChg chg="mod modGraphic">
          <ac:chgData name="Juliet Grimm" userId="S::z3189007@ad.unsw.edu.au::4da2f193-43ad-4210-9711-1d08f3b6c500" providerId="AD" clId="Web-{9D9687E2-F249-650F-9A03-5D2B250CADB0}" dt="2025-02-26T04:56:04.373" v="4217"/>
          <ac:graphicFrameMkLst>
            <pc:docMk/>
            <pc:sldMk cId="1531252589" sldId="282"/>
            <ac:graphicFrameMk id="6" creationId="{F9DA01AF-9C97-7B93-FEB7-7D47B7F38BD7}"/>
          </ac:graphicFrameMkLst>
        </pc:graphicFrameChg>
        <pc:picChg chg="add mod">
          <ac:chgData name="Juliet Grimm" userId="S::z3189007@ad.unsw.edu.au::4da2f193-43ad-4210-9711-1d08f3b6c500" providerId="AD" clId="Web-{9D9687E2-F249-650F-9A03-5D2B250CADB0}" dt="2025-02-26T03:57:49.658" v="3035" actId="1076"/>
          <ac:picMkLst>
            <pc:docMk/>
            <pc:sldMk cId="1531252589" sldId="282"/>
            <ac:picMk id="5" creationId="{FBF9E3D4-2866-877D-4268-0972864B8EE2}"/>
          </ac:picMkLst>
        </pc:picChg>
      </pc:sldChg>
      <pc:sldChg chg="addSp delSp modSp add replId">
        <pc:chgData name="Juliet Grimm" userId="S::z3189007@ad.unsw.edu.au::4da2f193-43ad-4210-9711-1d08f3b6c500" providerId="AD" clId="Web-{9D9687E2-F249-650F-9A03-5D2B250CADB0}" dt="2025-02-26T04:34:17.031" v="3523"/>
        <pc:sldMkLst>
          <pc:docMk/>
          <pc:sldMk cId="515036216" sldId="283"/>
        </pc:sldMkLst>
        <pc:spChg chg="mod">
          <ac:chgData name="Juliet Grimm" userId="S::z3189007@ad.unsw.edu.au::4da2f193-43ad-4210-9711-1d08f3b6c500" providerId="AD" clId="Web-{9D9687E2-F249-650F-9A03-5D2B250CADB0}" dt="2025-02-26T04:05:11.144" v="3241" actId="20577"/>
          <ac:spMkLst>
            <pc:docMk/>
            <pc:sldMk cId="515036216" sldId="283"/>
            <ac:spMk id="2" creationId="{762C8396-50F2-BE20-0C77-C9D0482EBD46}"/>
          </ac:spMkLst>
        </pc:spChg>
        <pc:spChg chg="add del mod">
          <ac:chgData name="Juliet Grimm" userId="S::z3189007@ad.unsw.edu.au::4da2f193-43ad-4210-9711-1d08f3b6c500" providerId="AD" clId="Web-{9D9687E2-F249-650F-9A03-5D2B250CADB0}" dt="2025-02-26T04:05:19.316" v="3243"/>
          <ac:spMkLst>
            <pc:docMk/>
            <pc:sldMk cId="515036216" sldId="283"/>
            <ac:spMk id="13" creationId="{B284E365-B109-BB56-36ED-F68616A7B9CA}"/>
          </ac:spMkLst>
        </pc:spChg>
        <pc:graphicFrameChg chg="del">
          <ac:chgData name="Juliet Grimm" userId="S::z3189007@ad.unsw.edu.au::4da2f193-43ad-4210-9711-1d08f3b6c500" providerId="AD" clId="Web-{9D9687E2-F249-650F-9A03-5D2B250CADB0}" dt="2025-02-26T03:46:46.398" v="2259"/>
          <ac:graphicFrameMkLst>
            <pc:docMk/>
            <pc:sldMk cId="515036216" sldId="283"/>
            <ac:graphicFrameMk id="6" creationId="{D2CDB86D-C8F5-6DA0-0BD8-F4C1EE63C869}"/>
          </ac:graphicFrameMkLst>
        </pc:graphicFrameChg>
        <pc:graphicFrameChg chg="add del mod">
          <ac:chgData name="Juliet Grimm" userId="S::z3189007@ad.unsw.edu.au::4da2f193-43ad-4210-9711-1d08f3b6c500" providerId="AD" clId="Web-{9D9687E2-F249-650F-9A03-5D2B250CADB0}" dt="2025-02-26T03:46:44.288" v="2258"/>
          <ac:graphicFrameMkLst>
            <pc:docMk/>
            <pc:sldMk cId="515036216" sldId="283"/>
            <ac:graphicFrameMk id="7" creationId="{75E03D21-67E2-A201-D12F-7558F5FB4A33}"/>
          </ac:graphicFrameMkLst>
        </pc:graphicFrameChg>
        <pc:graphicFrameChg chg="add mod modGraphic">
          <ac:chgData name="Juliet Grimm" userId="S::z3189007@ad.unsw.edu.au::4da2f193-43ad-4210-9711-1d08f3b6c500" providerId="AD" clId="Web-{9D9687E2-F249-650F-9A03-5D2B250CADB0}" dt="2025-02-26T04:34:17.031" v="3523"/>
          <ac:graphicFrameMkLst>
            <pc:docMk/>
            <pc:sldMk cId="515036216" sldId="283"/>
            <ac:graphicFrameMk id="9" creationId="{0FC63FD6-B197-85A3-354F-D161C61F23C7}"/>
          </ac:graphicFrameMkLst>
        </pc:graphicFrameChg>
        <pc:picChg chg="del">
          <ac:chgData name="Juliet Grimm" userId="S::z3189007@ad.unsw.edu.au::4da2f193-43ad-4210-9711-1d08f3b6c500" providerId="AD" clId="Web-{9D9687E2-F249-650F-9A03-5D2B250CADB0}" dt="2025-02-26T03:55:03.136" v="2520"/>
          <ac:picMkLst>
            <pc:docMk/>
            <pc:sldMk cId="515036216" sldId="283"/>
            <ac:picMk id="5" creationId="{9F516C12-6E31-6844-8EAE-E261E46FCB1D}"/>
          </ac:picMkLst>
        </pc:picChg>
        <pc:picChg chg="add mod">
          <ac:chgData name="Juliet Grimm" userId="S::z3189007@ad.unsw.edu.au::4da2f193-43ad-4210-9711-1d08f3b6c500" providerId="AD" clId="Web-{9D9687E2-F249-650F-9A03-5D2B250CADB0}" dt="2025-02-26T03:55:10.277" v="2522" actId="1076"/>
          <ac:picMkLst>
            <pc:docMk/>
            <pc:sldMk cId="515036216" sldId="283"/>
            <ac:picMk id="11" creationId="{A2DA317D-FBF2-A35F-1C09-80E239A78658}"/>
          </ac:picMkLst>
        </pc:picChg>
      </pc:sldChg>
      <pc:sldChg chg="add del replId">
        <pc:chgData name="Juliet Grimm" userId="S::z3189007@ad.unsw.edu.au::4da2f193-43ad-4210-9711-1d08f3b6c500" providerId="AD" clId="Web-{9D9687E2-F249-650F-9A03-5D2B250CADB0}" dt="2025-02-26T04:29:18.125" v="3347"/>
        <pc:sldMkLst>
          <pc:docMk/>
          <pc:sldMk cId="767031833" sldId="284"/>
        </pc:sldMkLst>
      </pc:sldChg>
      <pc:sldChg chg="add del replId">
        <pc:chgData name="Juliet Grimm" userId="S::z3189007@ad.unsw.edu.au::4da2f193-43ad-4210-9711-1d08f3b6c500" providerId="AD" clId="Web-{9D9687E2-F249-650F-9A03-5D2B250CADB0}" dt="2025-02-26T03:54:59.323" v="2519"/>
        <pc:sldMkLst>
          <pc:docMk/>
          <pc:sldMk cId="4270415066" sldId="284"/>
        </pc:sldMkLst>
      </pc:sldChg>
      <pc:sldChg chg="delSp modSp add ord replId">
        <pc:chgData name="Juliet Grimm" userId="S::z3189007@ad.unsw.edu.au::4da2f193-43ad-4210-9711-1d08f3b6c500" providerId="AD" clId="Web-{9D9687E2-F249-650F-9A03-5D2B250CADB0}" dt="2025-02-26T04:55:46.967" v="4203"/>
        <pc:sldMkLst>
          <pc:docMk/>
          <pc:sldMk cId="1233565030" sldId="285"/>
        </pc:sldMkLst>
        <pc:spChg chg="mod">
          <ac:chgData name="Juliet Grimm" userId="S::z3189007@ad.unsw.edu.au::4da2f193-43ad-4210-9711-1d08f3b6c500" providerId="AD" clId="Web-{9D9687E2-F249-650F-9A03-5D2B250CADB0}" dt="2025-02-26T04:46:28.514" v="3869" actId="20577"/>
          <ac:spMkLst>
            <pc:docMk/>
            <pc:sldMk cId="1233565030" sldId="285"/>
            <ac:spMk id="2" creationId="{ABBCEAE5-B0D9-F323-AD59-ACC5064F45A2}"/>
          </ac:spMkLst>
        </pc:spChg>
        <pc:graphicFrameChg chg="mod modGraphic">
          <ac:chgData name="Juliet Grimm" userId="S::z3189007@ad.unsw.edu.au::4da2f193-43ad-4210-9711-1d08f3b6c500" providerId="AD" clId="Web-{9D9687E2-F249-650F-9A03-5D2B250CADB0}" dt="2025-02-26T04:55:46.967" v="4203"/>
          <ac:graphicFrameMkLst>
            <pc:docMk/>
            <pc:sldMk cId="1233565030" sldId="285"/>
            <ac:graphicFrameMk id="6" creationId="{44A57BB2-813C-C12C-0C36-83BC9959C571}"/>
          </ac:graphicFrameMkLst>
        </pc:graphicFrameChg>
        <pc:picChg chg="del">
          <ac:chgData name="Juliet Grimm" userId="S::z3189007@ad.unsw.edu.au::4da2f193-43ad-4210-9711-1d08f3b6c500" providerId="AD" clId="Web-{9D9687E2-F249-650F-9A03-5D2B250CADB0}" dt="2025-02-26T04:05:29.067" v="3244"/>
          <ac:picMkLst>
            <pc:docMk/>
            <pc:sldMk cId="1233565030" sldId="285"/>
            <ac:picMk id="5" creationId="{2D157172-ED30-B172-E60E-DFB4EF9CDCB5}"/>
          </ac:picMkLst>
        </pc:picChg>
      </pc:sldChg>
      <pc:sldChg chg="addSp delSp modSp add del replId">
        <pc:chgData name="Juliet Grimm" userId="S::z3189007@ad.unsw.edu.au::4da2f193-43ad-4210-9711-1d08f3b6c500" providerId="AD" clId="Web-{9D9687E2-F249-650F-9A03-5D2B250CADB0}" dt="2025-02-26T03:54:57.370" v="2517"/>
        <pc:sldMkLst>
          <pc:docMk/>
          <pc:sldMk cId="3367081147" sldId="285"/>
        </pc:sldMkLst>
        <pc:graphicFrameChg chg="add del mod">
          <ac:chgData name="Juliet Grimm" userId="S::z3189007@ad.unsw.edu.au::4da2f193-43ad-4210-9711-1d08f3b6c500" providerId="AD" clId="Web-{9D9687E2-F249-650F-9A03-5D2B250CADB0}" dt="2025-02-26T03:47:06.695" v="2265"/>
          <ac:graphicFrameMkLst>
            <pc:docMk/>
            <pc:sldMk cId="3367081147" sldId="285"/>
            <ac:graphicFrameMk id="6" creationId="{F99B1543-7F4E-53FD-73FA-C0115147BC59}"/>
          </ac:graphicFrameMkLst>
        </pc:graphicFrameChg>
        <pc:graphicFrameChg chg="add del">
          <ac:chgData name="Juliet Grimm" userId="S::z3189007@ad.unsw.edu.au::4da2f193-43ad-4210-9711-1d08f3b6c500" providerId="AD" clId="Web-{9D9687E2-F249-650F-9A03-5D2B250CADB0}" dt="2025-02-26T03:47:09.008" v="2266"/>
          <ac:graphicFrameMkLst>
            <pc:docMk/>
            <pc:sldMk cId="3367081147" sldId="285"/>
            <ac:graphicFrameMk id="9" creationId="{3504E844-9462-479F-B462-DB2C22F7E508}"/>
          </ac:graphicFrameMkLst>
        </pc:graphicFrameChg>
      </pc:sldChg>
      <pc:sldChg chg="modSp add del ord replId">
        <pc:chgData name="Juliet Grimm" userId="S::z3189007@ad.unsw.edu.au::4da2f193-43ad-4210-9711-1d08f3b6c500" providerId="AD" clId="Web-{9D9687E2-F249-650F-9A03-5D2B250CADB0}" dt="2025-02-26T04:28:38.093" v="3333"/>
        <pc:sldMkLst>
          <pc:docMk/>
          <pc:sldMk cId="597897619" sldId="286"/>
        </pc:sldMkLst>
        <pc:graphicFrameChg chg="mod modGraphic">
          <ac:chgData name="Juliet Grimm" userId="S::z3189007@ad.unsw.edu.au::4da2f193-43ad-4210-9711-1d08f3b6c500" providerId="AD" clId="Web-{9D9687E2-F249-650F-9A03-5D2B250CADB0}" dt="2025-02-26T04:26:31.031" v="3306"/>
          <ac:graphicFrameMkLst>
            <pc:docMk/>
            <pc:sldMk cId="597897619" sldId="286"/>
            <ac:graphicFrameMk id="9" creationId="{9F3D83BC-3D00-26F8-D59D-2CD7BE492060}"/>
          </ac:graphicFrameMkLst>
        </pc:graphicFrameChg>
      </pc:sldChg>
      <pc:sldChg chg="modSp add replId">
        <pc:chgData name="Juliet Grimm" userId="S::z3189007@ad.unsw.edu.au::4da2f193-43ad-4210-9711-1d08f3b6c500" providerId="AD" clId="Web-{9D9687E2-F249-650F-9A03-5D2B250CADB0}" dt="2025-02-26T04:34:06.859" v="3516"/>
        <pc:sldMkLst>
          <pc:docMk/>
          <pc:sldMk cId="1683598152" sldId="286"/>
        </pc:sldMkLst>
        <pc:spChg chg="mod">
          <ac:chgData name="Juliet Grimm" userId="S::z3189007@ad.unsw.edu.au::4da2f193-43ad-4210-9711-1d08f3b6c500" providerId="AD" clId="Web-{9D9687E2-F249-650F-9A03-5D2B250CADB0}" dt="2025-02-26T04:28:44.687" v="3335" actId="20577"/>
          <ac:spMkLst>
            <pc:docMk/>
            <pc:sldMk cId="1683598152" sldId="286"/>
            <ac:spMk id="2" creationId="{E52B33FE-FE20-5C8B-91E3-B602FC543EAA}"/>
          </ac:spMkLst>
        </pc:spChg>
        <pc:graphicFrameChg chg="mod modGraphic">
          <ac:chgData name="Juliet Grimm" userId="S::z3189007@ad.unsw.edu.au::4da2f193-43ad-4210-9711-1d08f3b6c500" providerId="AD" clId="Web-{9D9687E2-F249-650F-9A03-5D2B250CADB0}" dt="2025-02-26T04:34:06.859" v="3516"/>
          <ac:graphicFrameMkLst>
            <pc:docMk/>
            <pc:sldMk cId="1683598152" sldId="286"/>
            <ac:graphicFrameMk id="9" creationId="{42FD386D-88B9-F2A7-CB4C-4E436BFD27AE}"/>
          </ac:graphicFrameMkLst>
        </pc:graphicFrameChg>
      </pc:sldChg>
      <pc:sldChg chg="modSp add replId">
        <pc:chgData name="Juliet Grimm" userId="S::z3189007@ad.unsw.edu.au::4da2f193-43ad-4210-9711-1d08f3b6c500" providerId="AD" clId="Web-{9D9687E2-F249-650F-9A03-5D2B250CADB0}" dt="2025-02-26T04:37:34.124" v="3633"/>
        <pc:sldMkLst>
          <pc:docMk/>
          <pc:sldMk cId="1279949836" sldId="287"/>
        </pc:sldMkLst>
        <pc:spChg chg="mod">
          <ac:chgData name="Juliet Grimm" userId="S::z3189007@ad.unsw.edu.au::4da2f193-43ad-4210-9711-1d08f3b6c500" providerId="AD" clId="Web-{9D9687E2-F249-650F-9A03-5D2B250CADB0}" dt="2025-02-26T04:29:06.187" v="3343" actId="20577"/>
          <ac:spMkLst>
            <pc:docMk/>
            <pc:sldMk cId="1279949836" sldId="287"/>
            <ac:spMk id="2" creationId="{0B58EADD-BA2E-C1C1-B0CA-909B3116AE6A}"/>
          </ac:spMkLst>
        </pc:spChg>
        <pc:graphicFrameChg chg="mod modGraphic">
          <ac:chgData name="Juliet Grimm" userId="S::z3189007@ad.unsw.edu.au::4da2f193-43ad-4210-9711-1d08f3b6c500" providerId="AD" clId="Web-{9D9687E2-F249-650F-9A03-5D2B250CADB0}" dt="2025-02-26T04:37:34.124" v="3633"/>
          <ac:graphicFrameMkLst>
            <pc:docMk/>
            <pc:sldMk cId="1279949836" sldId="287"/>
            <ac:graphicFrameMk id="9" creationId="{941C8A4D-F241-EDAA-0A23-2BE0D0C6A495}"/>
          </ac:graphicFrameMkLst>
        </pc:graphicFrameChg>
      </pc:sldChg>
      <pc:sldChg chg="modSp add del replId">
        <pc:chgData name="Juliet Grimm" userId="S::z3189007@ad.unsw.edu.au::4da2f193-43ad-4210-9711-1d08f3b6c500" providerId="AD" clId="Web-{9D9687E2-F249-650F-9A03-5D2B250CADB0}" dt="2025-02-26T04:36:14.812" v="3577"/>
        <pc:sldMkLst>
          <pc:docMk/>
          <pc:sldMk cId="632037143" sldId="288"/>
        </pc:sldMkLst>
        <pc:spChg chg="mod">
          <ac:chgData name="Juliet Grimm" userId="S::z3189007@ad.unsw.edu.au::4da2f193-43ad-4210-9711-1d08f3b6c500" providerId="AD" clId="Web-{9D9687E2-F249-650F-9A03-5D2B250CADB0}" dt="2025-02-26T04:29:16.015" v="3346" actId="20577"/>
          <ac:spMkLst>
            <pc:docMk/>
            <pc:sldMk cId="632037143" sldId="288"/>
            <ac:spMk id="2" creationId="{303B994D-3637-F40C-E6A4-B238B40AE5D0}"/>
          </ac:spMkLst>
        </pc:spChg>
      </pc:sldChg>
      <pc:sldChg chg="modSp add del replId">
        <pc:chgData name="Juliet Grimm" userId="S::z3189007@ad.unsw.edu.au::4da2f193-43ad-4210-9711-1d08f3b6c500" providerId="AD" clId="Web-{9D9687E2-F249-650F-9A03-5D2B250CADB0}" dt="2025-02-26T04:36:16.484" v="3578"/>
        <pc:sldMkLst>
          <pc:docMk/>
          <pc:sldMk cId="3003931012" sldId="289"/>
        </pc:sldMkLst>
        <pc:spChg chg="mod">
          <ac:chgData name="Juliet Grimm" userId="S::z3189007@ad.unsw.edu.au::4da2f193-43ad-4210-9711-1d08f3b6c500" providerId="AD" clId="Web-{9D9687E2-F249-650F-9A03-5D2B250CADB0}" dt="2025-02-26T04:29:29.047" v="3351" actId="20577"/>
          <ac:spMkLst>
            <pc:docMk/>
            <pc:sldMk cId="3003931012" sldId="289"/>
            <ac:spMk id="2" creationId="{C4CD4F96-D451-ED9A-F5B6-8A8114BFE92A}"/>
          </ac:spMkLst>
        </pc:spChg>
      </pc:sldChg>
      <pc:sldChg chg="modSp add replId">
        <pc:chgData name="Juliet Grimm" userId="S::z3189007@ad.unsw.edu.au::4da2f193-43ad-4210-9711-1d08f3b6c500" providerId="AD" clId="Web-{9D9687E2-F249-650F-9A03-5D2B250CADB0}" dt="2025-02-26T04:39:27.562" v="3697"/>
        <pc:sldMkLst>
          <pc:docMk/>
          <pc:sldMk cId="2162923528" sldId="290"/>
        </pc:sldMkLst>
        <pc:spChg chg="mod">
          <ac:chgData name="Juliet Grimm" userId="S::z3189007@ad.unsw.edu.au::4da2f193-43ad-4210-9711-1d08f3b6c500" providerId="AD" clId="Web-{9D9687E2-F249-650F-9A03-5D2B250CADB0}" dt="2025-02-26T04:36:25.218" v="3586" actId="20577"/>
          <ac:spMkLst>
            <pc:docMk/>
            <pc:sldMk cId="2162923528" sldId="290"/>
            <ac:spMk id="2" creationId="{555F142E-A424-8609-823B-AD7465EE9449}"/>
          </ac:spMkLst>
        </pc:spChg>
        <pc:graphicFrameChg chg="mod modGraphic">
          <ac:chgData name="Juliet Grimm" userId="S::z3189007@ad.unsw.edu.au::4da2f193-43ad-4210-9711-1d08f3b6c500" providerId="AD" clId="Web-{9D9687E2-F249-650F-9A03-5D2B250CADB0}" dt="2025-02-26T04:39:27.562" v="3697"/>
          <ac:graphicFrameMkLst>
            <pc:docMk/>
            <pc:sldMk cId="2162923528" sldId="290"/>
            <ac:graphicFrameMk id="9" creationId="{9829BB75-2880-F039-0F59-4118BE2D446D}"/>
          </ac:graphicFrameMkLst>
        </pc:graphicFrameChg>
      </pc:sldChg>
      <pc:sldChg chg="modSp add replId">
        <pc:chgData name="Juliet Grimm" userId="S::z3189007@ad.unsw.edu.au::4da2f193-43ad-4210-9711-1d08f3b6c500" providerId="AD" clId="Web-{9D9687E2-F249-650F-9A03-5D2B250CADB0}" dt="2025-02-26T04:36:32.530" v="3591" actId="20577"/>
        <pc:sldMkLst>
          <pc:docMk/>
          <pc:sldMk cId="2419946362" sldId="291"/>
        </pc:sldMkLst>
        <pc:spChg chg="mod">
          <ac:chgData name="Juliet Grimm" userId="S::z3189007@ad.unsw.edu.au::4da2f193-43ad-4210-9711-1d08f3b6c500" providerId="AD" clId="Web-{9D9687E2-F249-650F-9A03-5D2B250CADB0}" dt="2025-02-26T04:36:32.530" v="3591" actId="20577"/>
          <ac:spMkLst>
            <pc:docMk/>
            <pc:sldMk cId="2419946362" sldId="291"/>
            <ac:spMk id="2" creationId="{5700BA73-E2A2-6652-91C5-BBAF16525360}"/>
          </ac:spMkLst>
        </pc:spChg>
      </pc:sldChg>
      <pc:sldChg chg="add del replId">
        <pc:chgData name="Juliet Grimm" userId="S::z3189007@ad.unsw.edu.au::4da2f193-43ad-4210-9711-1d08f3b6c500" providerId="AD" clId="Web-{9D9687E2-F249-650F-9A03-5D2B250CADB0}" dt="2025-02-26T04:48:44.280" v="3981"/>
        <pc:sldMkLst>
          <pc:docMk/>
          <pc:sldMk cId="1093039196" sldId="292"/>
        </pc:sldMkLst>
      </pc:sldChg>
      <pc:sldMasterChg chg="addSldLayout">
        <pc:chgData name="Juliet Grimm" userId="S::z3189007@ad.unsw.edu.au::4da2f193-43ad-4210-9711-1d08f3b6c500" providerId="AD" clId="Web-{9D9687E2-F249-650F-9A03-5D2B250CADB0}" dt="2025-02-26T03:46:33.600" v="2255"/>
        <pc:sldMasterMkLst>
          <pc:docMk/>
          <pc:sldMasterMk cId="2203932053" sldId="2147483693"/>
        </pc:sldMasterMkLst>
        <pc:sldLayoutChg chg="add replId">
          <pc:chgData name="Juliet Grimm" userId="S::z3189007@ad.unsw.edu.au::4da2f193-43ad-4210-9711-1d08f3b6c500" providerId="AD" clId="Web-{9D9687E2-F249-650F-9A03-5D2B250CADB0}" dt="2025-02-26T03:46:33.600" v="2255"/>
          <pc:sldLayoutMkLst>
            <pc:docMk/>
            <pc:sldMasterMk cId="2203932053" sldId="2147483693"/>
            <pc:sldLayoutMk cId="561819319" sldId="214748373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76E14-30F4-BF42-BCA4-1C2F435585F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32532-C1F2-434D-BA45-33BAE22F7F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15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2532-C1F2-434D-BA45-33BAE22F7F3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754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10F66-D4CF-A66C-C420-911FF6ED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D4C1B43-345E-8B11-1F36-5AF886EC5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C8264F2-B389-E0A0-7D36-9351B7312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F34AC4-6E7A-A7CA-C91A-5F7439A0F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2532-C1F2-434D-BA45-33BAE22F7F3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306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D0FDB-FDD7-C85D-F13D-9A4DB7267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F4D1633-A559-2EA0-19B2-67E2E90A1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CCE0B39-9D91-2701-6DFD-6C9039EA4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B79692F-676B-6900-A6A2-46E439BBE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2532-C1F2-434D-BA45-33BAE22F7F3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4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D648-43F4-3958-C754-A93581969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0E93DCD-C116-9366-9C96-5B2A8985A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541AD4D-2BE8-EB49-C0D6-E32FF4FB6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4A013FA-86E8-7C81-BF46-6CD3AD557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2532-C1F2-434D-BA45-33BAE22F7F3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336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D8524-8918-C831-C373-12F44DB2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6E12901-6900-BF87-5E78-F757514B7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B414926-9A51-CFAF-D711-88A6546A4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999B597-A552-B4EB-8E11-3C102B764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2532-C1F2-434D-BA45-33BAE22F7F3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501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D02F-2C7F-0ED2-3DD3-2B72B8900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757FC0F-2D1B-6637-A2CA-143919157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1C3A8E4-E6A5-84FA-67C3-33C276DFE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CACD4EA-544D-E0BA-74B7-793F1E3FD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2532-C1F2-434D-BA45-33BAE22F7F3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806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67D0D-9997-121B-0ACB-206E9FDC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6701053-839D-3B36-A700-5DC3F4878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126C4CF-BD33-3AA5-70E3-263758304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E11149A-E76D-7260-3443-B8EB04EB7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2532-C1F2-434D-BA45-33BAE22F7F3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118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79212-3BC4-076F-0676-96F48D7B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9354668-7884-5FA0-1101-E5BE9C6A0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EDF2E9D-2793-3075-8999-4D2E9C264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F3ACD3-A136-D82F-BD79-30A0A0191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2532-C1F2-434D-BA45-33BAE22F7F3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25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2CD47-CA7C-4A4C-BDAA-EBBB142F84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632" y="3127248"/>
            <a:ext cx="9144000" cy="1726883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GB" noProof="0"/>
              <a:t>Double tab to add title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6066B79-DF24-4141-A77A-766FF53729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632" y="4946207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Double tab to add subtitle. To add / change the background image, right click on the background and choose ‘format background’. Insert an image from the image library folder ‘PowerPoint images’ from Teams.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4655ADD-411E-0C41-876F-092D58051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74" y="352968"/>
            <a:ext cx="2060720" cy="6917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B97825F-AFB3-B144-9CF6-3B087C07C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5760" y="5282767"/>
            <a:ext cx="377952" cy="1547801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2053F9CD-8FA4-ED4F-A74F-AD29C873FB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4774" y="352968"/>
            <a:ext cx="2060720" cy="69176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C12441-4F4C-F943-929A-811B368DC6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5760" y="5282767"/>
            <a:ext cx="377952" cy="1547801"/>
          </a:xfrm>
          <a:prstGeom prst="rect">
            <a:avLst/>
          </a:prstGeom>
        </p:spPr>
      </p:pic>
      <p:sp>
        <p:nvSpPr>
          <p:cNvPr id="13" name="Tijdelijke aanduiding voor tekst 4">
            <a:extLst>
              <a:ext uri="{FF2B5EF4-FFF2-40B4-BE49-F238E27FC236}">
                <a16:creationId xmlns:a16="http://schemas.microsoft.com/office/drawing/2014/main" id="{BB347217-FCCC-8845-8101-0A165A85FC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34226" y="290513"/>
            <a:ext cx="4806950" cy="315912"/>
          </a:xfrm>
        </p:spPr>
        <p:txBody>
          <a:bodyPr>
            <a:no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l-NL"/>
              <a:t>Name </a:t>
            </a:r>
            <a:r>
              <a:rPr lang="nl-NL" err="1"/>
              <a:t>Surname</a:t>
            </a:r>
            <a:r>
              <a:rPr lang="nl-NL"/>
              <a:t>  |  18 September 2022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469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EE7B8-06F6-B44C-A7FB-AACD93169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0791ABD-1920-7440-80EF-C0D79BB19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A5098BB-FBE4-0E4A-A083-BA66D00ACA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628555"/>
            <a:ext cx="10515600" cy="4646613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922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EE7B8-06F6-B44C-A7FB-AACD93169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0791ABD-1920-7440-80EF-C0D79BB19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A5098BB-FBE4-0E4A-A083-BA66D00ACA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628555"/>
            <a:ext cx="5176520" cy="4447189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ijdelijke aanduiding voor tekst 5">
            <a:extLst>
              <a:ext uri="{FF2B5EF4-FFF2-40B4-BE49-F238E27FC236}">
                <a16:creationId xmlns:a16="http://schemas.microsoft.com/office/drawing/2014/main" id="{19D28746-64B2-9040-97A8-CC8F75C409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2360" y="1628555"/>
            <a:ext cx="5176520" cy="4447189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5202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+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8BF49EA-8B92-6249-9ED6-1812C76BF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82256"/>
            <a:ext cx="5898266" cy="1034969"/>
          </a:xfrm>
        </p:spPr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1B7424BF-5023-5443-AD8B-AE5CB1B901FE}"/>
              </a:ext>
            </a:extLst>
          </p:cNvPr>
          <p:cNvSpPr/>
          <p:nvPr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Tijdelijke aanduiding voor dianummer 5">
            <a:extLst>
              <a:ext uri="{FF2B5EF4-FFF2-40B4-BE49-F238E27FC236}">
                <a16:creationId xmlns:a16="http://schemas.microsoft.com/office/drawing/2014/main" id="{E40C638E-FEB4-A447-92B1-F104027A6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2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3A2D7E61-85DE-8D44-8329-5B1008A354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1944547"/>
            <a:ext cx="5898266" cy="4330622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" name="Tijdelijke aanduiding voor afbeelding 50">
            <a:extLst>
              <a:ext uri="{FF2B5EF4-FFF2-40B4-BE49-F238E27FC236}">
                <a16:creationId xmlns:a16="http://schemas.microsoft.com/office/drawing/2014/main" id="{DE301A6B-F87C-DD49-8619-C62B63A275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72132" y="0"/>
            <a:ext cx="5119868" cy="6858000"/>
          </a:xfrm>
          <a:custGeom>
            <a:avLst/>
            <a:gdLst>
              <a:gd name="connsiteX0" fmla="*/ 0 w 5119868"/>
              <a:gd name="connsiteY0" fmla="*/ 0 h 6858000"/>
              <a:gd name="connsiteX1" fmla="*/ 5119868 w 5119868"/>
              <a:gd name="connsiteY1" fmla="*/ 0 h 6858000"/>
              <a:gd name="connsiteX2" fmla="*/ 5119868 w 5119868"/>
              <a:gd name="connsiteY2" fmla="*/ 6858000 h 6858000"/>
              <a:gd name="connsiteX3" fmla="*/ 3437680 w 5119868"/>
              <a:gd name="connsiteY3" fmla="*/ 6858000 h 6858000"/>
              <a:gd name="connsiteX4" fmla="*/ 3437680 w 5119868"/>
              <a:gd name="connsiteY4" fmla="*/ 5156522 h 6858000"/>
              <a:gd name="connsiteX5" fmla="*/ 1713052 w 5119868"/>
              <a:gd name="connsiteY5" fmla="*/ 5156522 h 6858000"/>
              <a:gd name="connsiteX6" fmla="*/ 1713052 w 5119868"/>
              <a:gd name="connsiteY6" fmla="*/ 1701478 h 6858000"/>
              <a:gd name="connsiteX7" fmla="*/ 0 w 5119868"/>
              <a:gd name="connsiteY7" fmla="*/ 17014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9868" h="6858000">
                <a:moveTo>
                  <a:pt x="0" y="0"/>
                </a:moveTo>
                <a:lnTo>
                  <a:pt x="5119868" y="0"/>
                </a:lnTo>
                <a:lnTo>
                  <a:pt x="5119868" y="6858000"/>
                </a:lnTo>
                <a:lnTo>
                  <a:pt x="3437680" y="6858000"/>
                </a:lnTo>
                <a:lnTo>
                  <a:pt x="3437680" y="5156522"/>
                </a:lnTo>
                <a:lnTo>
                  <a:pt x="1713052" y="5156522"/>
                </a:lnTo>
                <a:lnTo>
                  <a:pt x="1713052" y="1701478"/>
                </a:lnTo>
                <a:lnTo>
                  <a:pt x="0" y="17014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AC55321E-B88A-7443-829C-0D517CEB4F22}"/>
              </a:ext>
            </a:extLst>
          </p:cNvPr>
          <p:cNvSpPr/>
          <p:nvPr userDrawn="1"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331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+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8BF49EA-8B92-6249-9ED6-1812C76BF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82256"/>
            <a:ext cx="5898266" cy="1034969"/>
          </a:xfrm>
        </p:spPr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1B7424BF-5023-5443-AD8B-AE5CB1B901FE}"/>
              </a:ext>
            </a:extLst>
          </p:cNvPr>
          <p:cNvSpPr/>
          <p:nvPr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Tijdelijke aanduiding voor dianummer 5">
            <a:extLst>
              <a:ext uri="{FF2B5EF4-FFF2-40B4-BE49-F238E27FC236}">
                <a16:creationId xmlns:a16="http://schemas.microsoft.com/office/drawing/2014/main" id="{E40C638E-FEB4-A447-92B1-F104027A6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2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3A2D7E61-85DE-8D44-8329-5B1008A354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1944547"/>
            <a:ext cx="5898266" cy="4330622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07CEEF21-A75E-1D4B-8D68-C326D0F1FAAD}"/>
              </a:ext>
            </a:extLst>
          </p:cNvPr>
          <p:cNvSpPr/>
          <p:nvPr/>
        </p:nvSpPr>
        <p:spPr>
          <a:xfrm>
            <a:off x="7053937" y="0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084156CF-A9DA-324B-A529-5FE7FDF68AE3}"/>
              </a:ext>
            </a:extLst>
          </p:cNvPr>
          <p:cNvSpPr/>
          <p:nvPr/>
        </p:nvSpPr>
        <p:spPr>
          <a:xfrm>
            <a:off x="10484141" y="0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F8524F31-4FF5-9A4A-B642-13185C558B5C}"/>
              </a:ext>
            </a:extLst>
          </p:cNvPr>
          <p:cNvSpPr/>
          <p:nvPr/>
        </p:nvSpPr>
        <p:spPr>
          <a:xfrm>
            <a:off x="8769072" y="1715069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638065A9-DF35-4549-B7D5-A2982398250C}"/>
              </a:ext>
            </a:extLst>
          </p:cNvPr>
          <p:cNvSpPr/>
          <p:nvPr/>
        </p:nvSpPr>
        <p:spPr>
          <a:xfrm>
            <a:off x="10484141" y="3430353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A8E8FDF1-AEB8-944A-914D-0457805601E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768617" y="0"/>
            <a:ext cx="1716087" cy="17145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r>
              <a:rPr lang="en-GB"/>
              <a:t>Add image - max size: 300kb</a:t>
            </a:r>
          </a:p>
        </p:txBody>
      </p:sp>
      <p:sp>
        <p:nvSpPr>
          <p:cNvPr id="33" name="Tijdelijke aanduiding voor afbeelding 6">
            <a:extLst>
              <a:ext uri="{FF2B5EF4-FFF2-40B4-BE49-F238E27FC236}">
                <a16:creationId xmlns:a16="http://schemas.microsoft.com/office/drawing/2014/main" id="{A501ACD8-E37A-7E43-8487-37737E70228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483686" y="1715069"/>
            <a:ext cx="1716087" cy="17145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r>
              <a:rPr lang="en-GB"/>
              <a:t>Add image - max size: 300kb</a:t>
            </a:r>
          </a:p>
        </p:txBody>
      </p:sp>
      <p:sp>
        <p:nvSpPr>
          <p:cNvPr id="34" name="Tijdelijke aanduiding voor afbeelding 6">
            <a:extLst>
              <a:ext uri="{FF2B5EF4-FFF2-40B4-BE49-F238E27FC236}">
                <a16:creationId xmlns:a16="http://schemas.microsoft.com/office/drawing/2014/main" id="{889C2EF5-0E57-1940-A3AC-9BF816B62E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768617" y="3427647"/>
            <a:ext cx="1716087" cy="172154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r>
              <a:rPr lang="en-GB"/>
              <a:t>Add image - max size: 300kb</a:t>
            </a:r>
          </a:p>
        </p:txBody>
      </p:sp>
      <p:sp>
        <p:nvSpPr>
          <p:cNvPr id="36" name="Tijdelijke aanduiding voor afbeelding 6">
            <a:extLst>
              <a:ext uri="{FF2B5EF4-FFF2-40B4-BE49-F238E27FC236}">
                <a16:creationId xmlns:a16="http://schemas.microsoft.com/office/drawing/2014/main" id="{0FA8BAD9-79AE-3C45-943A-60EC1DD8095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483686" y="5145207"/>
            <a:ext cx="1716087" cy="17145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r>
              <a:rPr lang="en-GB"/>
              <a:t>Add image - max size: 300kb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B29310B6-7315-3748-B341-68E33FDD90FD}"/>
              </a:ext>
            </a:extLst>
          </p:cNvPr>
          <p:cNvSpPr/>
          <p:nvPr userDrawn="1"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B0A0DDCA-5B07-4A4A-B222-B73786529734}"/>
              </a:ext>
            </a:extLst>
          </p:cNvPr>
          <p:cNvSpPr/>
          <p:nvPr userDrawn="1"/>
        </p:nvSpPr>
        <p:spPr>
          <a:xfrm>
            <a:off x="7053937" y="0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DF81EAE9-EF6C-F24C-9EED-0CD33FD8849B}"/>
              </a:ext>
            </a:extLst>
          </p:cNvPr>
          <p:cNvSpPr/>
          <p:nvPr userDrawn="1"/>
        </p:nvSpPr>
        <p:spPr>
          <a:xfrm>
            <a:off x="10484141" y="0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3C23F8BE-F848-3141-A293-97F9E77D946D}"/>
              </a:ext>
            </a:extLst>
          </p:cNvPr>
          <p:cNvSpPr/>
          <p:nvPr userDrawn="1"/>
        </p:nvSpPr>
        <p:spPr>
          <a:xfrm>
            <a:off x="8769072" y="1715069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C0C136F0-710B-8A49-B67B-0CB834E2B80E}"/>
              </a:ext>
            </a:extLst>
          </p:cNvPr>
          <p:cNvSpPr/>
          <p:nvPr userDrawn="1"/>
        </p:nvSpPr>
        <p:spPr>
          <a:xfrm>
            <a:off x="10484141" y="3430353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02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image + blo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E74C8DC-37BE-0145-B803-845865727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22AFE609-E85F-E443-8E90-3DADD6C2F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5049" y="2232949"/>
            <a:ext cx="4625052" cy="4625052"/>
          </a:xfrm>
          <a:solidFill>
            <a:schemeClr val="tx1"/>
          </a:solidFill>
        </p:spPr>
        <p:txBody>
          <a:bodyPr lIns="396000" tIns="1655999" rIns="396000" bIns="54000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noProof="0"/>
              <a:t>Double tab to add text. </a:t>
            </a:r>
            <a:r>
              <a:rPr lang="en-GB" noProof="0"/>
              <a:t>To add / change the background image, right click on the background and choose ‘format background’. Insert an image from the image library folder ‘PowerPoint images’ from Teams.</a:t>
            </a:r>
          </a:p>
          <a:p>
            <a:pPr lvl="0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4F2AD7-47E6-E24E-8F88-E8B6FAB6D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5992" y="2928396"/>
            <a:ext cx="4023168" cy="802494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Double tab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3853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413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40937-EF63-DE46-9EE0-2CB3E4C86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46DE453-0C63-BA43-9914-FC9F156EF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F9428C38-8549-314C-ADB8-2B8974BF93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628556"/>
            <a:ext cx="10515600" cy="703137"/>
          </a:xfrm>
        </p:spPr>
        <p:txBody>
          <a:bodyPr>
            <a:normAutofit/>
          </a:bodyPr>
          <a:lstStyle>
            <a:lvl1pPr marL="0" indent="0">
              <a:buClr>
                <a:srgbClr val="3B9C7B"/>
              </a:buClr>
              <a:buNone/>
              <a:defRPr sz="1800"/>
            </a:lvl1pPr>
            <a:lvl2pPr marL="457200" indent="0">
              <a:buClr>
                <a:srgbClr val="3B9C7B"/>
              </a:buClr>
              <a:buNone/>
              <a:defRPr/>
            </a:lvl2pPr>
            <a:lvl3pPr marL="914400" indent="0">
              <a:buClr>
                <a:srgbClr val="3B9C7B"/>
              </a:buClr>
              <a:buNone/>
              <a:defRPr/>
            </a:lvl3pPr>
            <a:lvl4pPr marL="1371600" indent="0">
              <a:buClr>
                <a:srgbClr val="3B9C7B"/>
              </a:buClr>
              <a:buNone/>
              <a:defRPr/>
            </a:lvl4pPr>
            <a:lvl5pPr marL="1828800" indent="0">
              <a:buClr>
                <a:srgbClr val="3B9C7B"/>
              </a:buClr>
              <a:buNone/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</p:txBody>
      </p:sp>
    </p:spTree>
    <p:extLst>
      <p:ext uri="{BB962C8B-B14F-4D97-AF65-F5344CB8AC3E}">
        <p14:creationId xmlns:p14="http://schemas.microsoft.com/office/powerpoint/2010/main" val="398529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2CD47-CA7C-4A4C-BDAA-EBBB142F84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632" y="3127248"/>
            <a:ext cx="9144000" cy="1726883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GB" noProof="0"/>
              <a:t>Double tab to add title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6066B79-DF24-4141-A77A-766FF53729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632" y="4946207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Double tab to add subtitle. To add / change the background image, right click on the background and choose ‘format background’. Insert an image from the image library folder ‘PowerPoint images’ from Teams.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4655ADD-411E-0C41-876F-092D580519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4774" y="352968"/>
            <a:ext cx="2060720" cy="6917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B97825F-AFB3-B144-9CF6-3B087C07C4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5760" y="5282767"/>
            <a:ext cx="377952" cy="15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60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EE7B8-06F6-B44C-A7FB-AACD93169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0791ABD-1920-7440-80EF-C0D79BB19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A5098BB-FBE4-0E4A-A083-BA66D00ACA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628555"/>
            <a:ext cx="10515600" cy="4646613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601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+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8BF49EA-8B92-6249-9ED6-1812C76BF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82256"/>
            <a:ext cx="5898266" cy="1034969"/>
          </a:xfrm>
        </p:spPr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1B7424BF-5023-5443-AD8B-AE5CB1B901FE}"/>
              </a:ext>
            </a:extLst>
          </p:cNvPr>
          <p:cNvSpPr/>
          <p:nvPr userDrawn="1"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Tijdelijke aanduiding voor dianummer 5">
            <a:extLst>
              <a:ext uri="{FF2B5EF4-FFF2-40B4-BE49-F238E27FC236}">
                <a16:creationId xmlns:a16="http://schemas.microsoft.com/office/drawing/2014/main" id="{E40C638E-FEB4-A447-92B1-F104027A6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2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3A2D7E61-85DE-8D44-8329-5B1008A354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1944547"/>
            <a:ext cx="5898266" cy="4330622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" name="Tijdelijke aanduiding voor afbeelding 50">
            <a:extLst>
              <a:ext uri="{FF2B5EF4-FFF2-40B4-BE49-F238E27FC236}">
                <a16:creationId xmlns:a16="http://schemas.microsoft.com/office/drawing/2014/main" id="{DE301A6B-F87C-DD49-8619-C62B63A275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72132" y="0"/>
            <a:ext cx="5119868" cy="6858000"/>
          </a:xfrm>
          <a:custGeom>
            <a:avLst/>
            <a:gdLst>
              <a:gd name="connsiteX0" fmla="*/ 0 w 5119868"/>
              <a:gd name="connsiteY0" fmla="*/ 0 h 6858000"/>
              <a:gd name="connsiteX1" fmla="*/ 5119868 w 5119868"/>
              <a:gd name="connsiteY1" fmla="*/ 0 h 6858000"/>
              <a:gd name="connsiteX2" fmla="*/ 5119868 w 5119868"/>
              <a:gd name="connsiteY2" fmla="*/ 6858000 h 6858000"/>
              <a:gd name="connsiteX3" fmla="*/ 3437680 w 5119868"/>
              <a:gd name="connsiteY3" fmla="*/ 6858000 h 6858000"/>
              <a:gd name="connsiteX4" fmla="*/ 3437680 w 5119868"/>
              <a:gd name="connsiteY4" fmla="*/ 5156522 h 6858000"/>
              <a:gd name="connsiteX5" fmla="*/ 1713052 w 5119868"/>
              <a:gd name="connsiteY5" fmla="*/ 5156522 h 6858000"/>
              <a:gd name="connsiteX6" fmla="*/ 1713052 w 5119868"/>
              <a:gd name="connsiteY6" fmla="*/ 1701478 h 6858000"/>
              <a:gd name="connsiteX7" fmla="*/ 0 w 5119868"/>
              <a:gd name="connsiteY7" fmla="*/ 17014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9868" h="6858000">
                <a:moveTo>
                  <a:pt x="0" y="0"/>
                </a:moveTo>
                <a:lnTo>
                  <a:pt x="5119868" y="0"/>
                </a:lnTo>
                <a:lnTo>
                  <a:pt x="5119868" y="6858000"/>
                </a:lnTo>
                <a:lnTo>
                  <a:pt x="3437680" y="6858000"/>
                </a:lnTo>
                <a:lnTo>
                  <a:pt x="3437680" y="5156522"/>
                </a:lnTo>
                <a:lnTo>
                  <a:pt x="1713052" y="5156522"/>
                </a:lnTo>
                <a:lnTo>
                  <a:pt x="1713052" y="1701478"/>
                </a:lnTo>
                <a:lnTo>
                  <a:pt x="0" y="17014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044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+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8BF49EA-8B92-6249-9ED6-1812C76BF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82256"/>
            <a:ext cx="5898266" cy="1034969"/>
          </a:xfrm>
        </p:spPr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1B7424BF-5023-5443-AD8B-AE5CB1B901FE}"/>
              </a:ext>
            </a:extLst>
          </p:cNvPr>
          <p:cNvSpPr/>
          <p:nvPr userDrawn="1"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Tijdelijke aanduiding voor dianummer 5">
            <a:extLst>
              <a:ext uri="{FF2B5EF4-FFF2-40B4-BE49-F238E27FC236}">
                <a16:creationId xmlns:a16="http://schemas.microsoft.com/office/drawing/2014/main" id="{E40C638E-FEB4-A447-92B1-F104027A6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2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3A2D7E61-85DE-8D44-8329-5B1008A354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1944547"/>
            <a:ext cx="5898266" cy="4330622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07CEEF21-A75E-1D4B-8D68-C326D0F1FAAD}"/>
              </a:ext>
            </a:extLst>
          </p:cNvPr>
          <p:cNvSpPr/>
          <p:nvPr userDrawn="1"/>
        </p:nvSpPr>
        <p:spPr>
          <a:xfrm>
            <a:off x="7053937" y="0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084156CF-A9DA-324B-A529-5FE7FDF68AE3}"/>
              </a:ext>
            </a:extLst>
          </p:cNvPr>
          <p:cNvSpPr/>
          <p:nvPr userDrawn="1"/>
        </p:nvSpPr>
        <p:spPr>
          <a:xfrm>
            <a:off x="10484141" y="0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F8524F31-4FF5-9A4A-B642-13185C558B5C}"/>
              </a:ext>
            </a:extLst>
          </p:cNvPr>
          <p:cNvSpPr/>
          <p:nvPr userDrawn="1"/>
        </p:nvSpPr>
        <p:spPr>
          <a:xfrm>
            <a:off x="8769072" y="1715069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638065A9-DF35-4549-B7D5-A2982398250C}"/>
              </a:ext>
            </a:extLst>
          </p:cNvPr>
          <p:cNvSpPr/>
          <p:nvPr userDrawn="1"/>
        </p:nvSpPr>
        <p:spPr>
          <a:xfrm>
            <a:off x="10484141" y="3430353"/>
            <a:ext cx="1715176" cy="1715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A8E8FDF1-AEB8-944A-914D-0457805601E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768617" y="0"/>
            <a:ext cx="1716087" cy="17145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r>
              <a:rPr lang="en-GB"/>
              <a:t>Add image - max size: 300kb</a:t>
            </a:r>
          </a:p>
        </p:txBody>
      </p:sp>
      <p:sp>
        <p:nvSpPr>
          <p:cNvPr id="33" name="Tijdelijke aanduiding voor afbeelding 6">
            <a:extLst>
              <a:ext uri="{FF2B5EF4-FFF2-40B4-BE49-F238E27FC236}">
                <a16:creationId xmlns:a16="http://schemas.microsoft.com/office/drawing/2014/main" id="{A501ACD8-E37A-7E43-8487-37737E70228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483686" y="1715069"/>
            <a:ext cx="1716087" cy="17145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r>
              <a:rPr lang="en-GB"/>
              <a:t>Add image - max size: 300kb</a:t>
            </a:r>
          </a:p>
        </p:txBody>
      </p:sp>
      <p:sp>
        <p:nvSpPr>
          <p:cNvPr id="34" name="Tijdelijke aanduiding voor afbeelding 6">
            <a:extLst>
              <a:ext uri="{FF2B5EF4-FFF2-40B4-BE49-F238E27FC236}">
                <a16:creationId xmlns:a16="http://schemas.microsoft.com/office/drawing/2014/main" id="{889C2EF5-0E57-1940-A3AC-9BF816B62E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768617" y="3427647"/>
            <a:ext cx="1716087" cy="172154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r>
              <a:rPr lang="en-GB"/>
              <a:t>Add image - max size: 300kb</a:t>
            </a:r>
          </a:p>
        </p:txBody>
      </p:sp>
      <p:sp>
        <p:nvSpPr>
          <p:cNvPr id="36" name="Tijdelijke aanduiding voor afbeelding 6">
            <a:extLst>
              <a:ext uri="{FF2B5EF4-FFF2-40B4-BE49-F238E27FC236}">
                <a16:creationId xmlns:a16="http://schemas.microsoft.com/office/drawing/2014/main" id="{0FA8BAD9-79AE-3C45-943A-60EC1DD8095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483686" y="5145207"/>
            <a:ext cx="1716087" cy="17145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r>
              <a:rPr lang="en-GB"/>
              <a:t>Add image - max size: 300kb</a:t>
            </a:r>
          </a:p>
        </p:txBody>
      </p:sp>
    </p:spTree>
    <p:extLst>
      <p:ext uri="{BB962C8B-B14F-4D97-AF65-F5344CB8AC3E}">
        <p14:creationId xmlns:p14="http://schemas.microsoft.com/office/powerpoint/2010/main" val="1561026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ground image + blo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E74C8DC-37BE-0145-B803-845865727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22AFE609-E85F-E443-8E90-3DADD6C2F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5049" y="2232949"/>
            <a:ext cx="4625052" cy="4625052"/>
          </a:xfrm>
          <a:solidFill>
            <a:schemeClr val="tx1"/>
          </a:solidFill>
        </p:spPr>
        <p:txBody>
          <a:bodyPr lIns="396000" tIns="1655999" rIns="396000" bIns="54000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noProof="0"/>
              <a:t>Double tab to add text. </a:t>
            </a:r>
            <a:r>
              <a:rPr lang="en-GB" noProof="0"/>
              <a:t>To add / change the background image, right click on the background and choose ‘format background’. Insert an image from the image library folder ‘PowerPoint images’ from Teams.</a:t>
            </a:r>
          </a:p>
          <a:p>
            <a:pPr lvl="0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4F2AD7-47E6-E24E-8F88-E8B6FAB6D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5992" y="2928396"/>
            <a:ext cx="4023168" cy="802494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Double tab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79791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752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40937-EF63-DE46-9EE0-2CB3E4C86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46DE453-0C63-BA43-9914-FC9F156EF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F9428C38-8549-314C-ADB8-2B8974BF93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628556"/>
            <a:ext cx="10515600" cy="703137"/>
          </a:xfrm>
        </p:spPr>
        <p:txBody>
          <a:bodyPr>
            <a:normAutofit/>
          </a:bodyPr>
          <a:lstStyle>
            <a:lvl1pPr marL="0" indent="0">
              <a:buClr>
                <a:srgbClr val="3B9C7B"/>
              </a:buClr>
              <a:buNone/>
              <a:defRPr sz="1800"/>
            </a:lvl1pPr>
            <a:lvl2pPr marL="457200" indent="0">
              <a:buClr>
                <a:srgbClr val="3B9C7B"/>
              </a:buClr>
              <a:buNone/>
              <a:defRPr/>
            </a:lvl2pPr>
            <a:lvl3pPr marL="914400" indent="0">
              <a:buClr>
                <a:srgbClr val="3B9C7B"/>
              </a:buClr>
              <a:buNone/>
              <a:defRPr/>
            </a:lvl3pPr>
            <a:lvl4pPr marL="1371600" indent="0">
              <a:buClr>
                <a:srgbClr val="3B9C7B"/>
              </a:buClr>
              <a:buNone/>
              <a:defRPr/>
            </a:lvl4pPr>
            <a:lvl5pPr marL="1828800" indent="0">
              <a:buClr>
                <a:srgbClr val="3B9C7B"/>
              </a:buClr>
              <a:buNone/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</p:txBody>
      </p:sp>
    </p:spTree>
    <p:extLst>
      <p:ext uri="{BB962C8B-B14F-4D97-AF65-F5344CB8AC3E}">
        <p14:creationId xmlns:p14="http://schemas.microsoft.com/office/powerpoint/2010/main" val="4225570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993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1159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181931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EE7B8-06F6-B44C-A7FB-AACD93169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0791ABD-1920-7440-80EF-C0D79BB19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A5098BB-FBE4-0E4A-A083-BA66D00ACA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628555"/>
            <a:ext cx="10515600" cy="4447189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16173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2 text boxes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EE7B8-06F6-B44C-A7FB-AACD93169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0791ABD-1920-7440-80EF-C0D79BB19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A5098BB-FBE4-0E4A-A083-BA66D00ACA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628555"/>
            <a:ext cx="5176520" cy="4447189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ijdelijke aanduiding voor tekst 5">
            <a:extLst>
              <a:ext uri="{FF2B5EF4-FFF2-40B4-BE49-F238E27FC236}">
                <a16:creationId xmlns:a16="http://schemas.microsoft.com/office/drawing/2014/main" id="{19D28746-64B2-9040-97A8-CC8F75C409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2360" y="1628555"/>
            <a:ext cx="5176520" cy="4447189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08551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/ 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65A5B8-9A22-144F-870C-F2264B1D4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22002"/>
            <a:ext cx="10515600" cy="2013995"/>
          </a:xfrm>
        </p:spPr>
        <p:txBody>
          <a:bodyPr anchor="b"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A763225-6284-8F4D-925B-A82F9AA3E9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D4956ECB-36D2-F441-B631-C85929F752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541092"/>
            <a:ext cx="10515599" cy="1655762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/>
            </a:pPr>
            <a:r>
              <a:rPr lang="en-GB" noProof="0"/>
              <a:t>Double tab to add subtitle. To add / change the background </a:t>
            </a:r>
            <a:r>
              <a:rPr lang="en-GB" noProof="0" err="1"/>
              <a:t>color</a:t>
            </a:r>
            <a:r>
              <a:rPr lang="en-GB" noProof="0"/>
              <a:t> / image, right click on the background and choose ‘format background’. Insert an image from the image library folder ‘PowerPoint images’ from Teams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925792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rbs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2CD47-CA7C-4A4C-BDAA-EBBB142F84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632" y="1756433"/>
            <a:ext cx="10454409" cy="463309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Double tab to add title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9A8726-E31D-1045-B47C-1B06895CB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2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ijdelijke aanduiding voor tekst 13">
            <a:extLst>
              <a:ext uri="{FF2B5EF4-FFF2-40B4-BE49-F238E27FC236}">
                <a16:creationId xmlns:a16="http://schemas.microsoft.com/office/drawing/2014/main" id="{C9DB7CEB-C86D-FE4F-891B-40A39161E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8102" y="4232275"/>
            <a:ext cx="3240911" cy="18643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</p:txBody>
      </p:sp>
      <p:sp>
        <p:nvSpPr>
          <p:cNvPr id="19" name="Tijdelijke aanduiding voor tekst 13">
            <a:extLst>
              <a:ext uri="{FF2B5EF4-FFF2-40B4-BE49-F238E27FC236}">
                <a16:creationId xmlns:a16="http://schemas.microsoft.com/office/drawing/2014/main" id="{3261F146-5A63-0A4A-9465-EA6462D0DE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3616" y="4232275"/>
            <a:ext cx="3240911" cy="18643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</p:txBody>
      </p:sp>
      <p:sp>
        <p:nvSpPr>
          <p:cNvPr id="20" name="Tijdelijke aanduiding voor tekst 13">
            <a:extLst>
              <a:ext uri="{FF2B5EF4-FFF2-40B4-BE49-F238E27FC236}">
                <a16:creationId xmlns:a16="http://schemas.microsoft.com/office/drawing/2014/main" id="{B9F9BD40-D03F-EB4C-9A3F-88A4B5B265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9130" y="4232275"/>
            <a:ext cx="3240911" cy="18643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81DE6A5C-87DC-9E43-BD7A-DF66351FFD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5632" y="3429000"/>
            <a:ext cx="3255963" cy="676275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5" name="Tijdelijke aanduiding voor tekst 23">
            <a:extLst>
              <a:ext uri="{FF2B5EF4-FFF2-40B4-BE49-F238E27FC236}">
                <a16:creationId xmlns:a16="http://schemas.microsoft.com/office/drawing/2014/main" id="{255AD460-AFA2-EE47-BBFE-3DD05098DF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65358" y="3429000"/>
            <a:ext cx="3255963" cy="676275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26" name="Tijdelijke aanduiding voor tekst 23">
            <a:extLst>
              <a:ext uri="{FF2B5EF4-FFF2-40B4-BE49-F238E27FC236}">
                <a16:creationId xmlns:a16="http://schemas.microsoft.com/office/drawing/2014/main" id="{462BE296-6181-624C-A0BD-B647B4146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5084" y="3429000"/>
            <a:ext cx="3255963" cy="676275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2A8B92C6-A7B9-A84C-890A-D5478630C2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5188" y="2346742"/>
            <a:ext cx="10455275" cy="86000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 noProof="0"/>
              <a:t>Add sub text</a:t>
            </a:r>
          </a:p>
        </p:txBody>
      </p:sp>
    </p:spTree>
    <p:extLst>
      <p:ext uri="{BB962C8B-B14F-4D97-AF65-F5344CB8AC3E}">
        <p14:creationId xmlns:p14="http://schemas.microsoft.com/office/powerpoint/2010/main" val="3977335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image + blo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E74C8DC-37BE-0145-B803-845865727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22AFE609-E85F-E443-8E90-3DADD6C2F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6624" y="2232949"/>
            <a:ext cx="4625052" cy="4625052"/>
          </a:xfrm>
          <a:solidFill>
            <a:schemeClr val="tx1"/>
          </a:solidFill>
        </p:spPr>
        <p:txBody>
          <a:bodyPr lIns="396000" tIns="2124000" rIns="396000" bIns="540000" anchor="t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Double tab to add text. Double tab to add subtitle. To add / change the background color / image, right click on the background and choose ‘format background’. Insert an image from the image library folder ‘PowerPoint images’ from Teams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4F2AD7-47E6-E24E-8F88-E8B6FAB6D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419" y="3525461"/>
            <a:ext cx="4069466" cy="703137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Double tab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76870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ground image + blo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E74C8DC-37BE-0145-B803-845865727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22AFE609-E85F-E443-8E90-3DADD6C2F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6624" y="2232949"/>
            <a:ext cx="4625052" cy="4625052"/>
          </a:xfrm>
          <a:solidFill>
            <a:schemeClr val="accent3"/>
          </a:solidFill>
        </p:spPr>
        <p:txBody>
          <a:bodyPr lIns="396000" tIns="2124000" rIns="396000" bIns="540000" anchor="t">
            <a:normAutofit/>
          </a:bodyPr>
          <a:lstStyle>
            <a:lvl1pPr marL="0" indent="0">
              <a:buNone/>
              <a:defRPr sz="140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Double tab to add text. Double tab to add subtitle. To add / change the background color / image, right click on the background and choose ‘format background’. Insert an image from the image library folder ‘PowerPoint images’ from Teams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4F2AD7-47E6-E24E-8F88-E8B6FAB6D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419" y="3525461"/>
            <a:ext cx="4069466" cy="703137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Double tab to add title</a:t>
            </a:r>
          </a:p>
        </p:txBody>
      </p:sp>
    </p:spTree>
    <p:extLst>
      <p:ext uri="{BB962C8B-B14F-4D97-AF65-F5344CB8AC3E}">
        <p14:creationId xmlns:p14="http://schemas.microsoft.com/office/powerpoint/2010/main" val="4952406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766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65A5B8-9A22-144F-870C-F2264B1D4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22003"/>
            <a:ext cx="10515600" cy="1294694"/>
          </a:xfrm>
        </p:spPr>
        <p:txBody>
          <a:bodyPr anchor="b"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Add thank you title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04C7459-1BDC-6B42-97BC-01DBAF4929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4774" y="352968"/>
            <a:ext cx="2060720" cy="691761"/>
          </a:xfrm>
          <a:prstGeom prst="rect">
            <a:avLst/>
          </a:prstGeom>
        </p:spPr>
      </p:pic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02DDF741-072C-934D-9B9B-322EBF9437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1" y="4483817"/>
            <a:ext cx="10515600" cy="3048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Job title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290D5B76-0F35-6949-870E-28CBE4623B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022417"/>
            <a:ext cx="10506075" cy="52070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 lang="nl-NL" sz="1600" i="1" smtClean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/>
            </a:pPr>
            <a:r>
              <a:rPr lang="nl-NL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example@oceanaccounts.org</a:t>
            </a:r>
            <a:r>
              <a:rPr lang="nl-NL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 -  </a:t>
            </a:r>
            <a:r>
              <a:rPr lang="nl-NL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example@outlook.com</a:t>
            </a:r>
            <a:endParaRPr lang="nl-NL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endParaRPr lang="nl-NL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FB5D09C-9469-4642-9B00-7552AA162D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5760" y="5282767"/>
            <a:ext cx="377952" cy="1547801"/>
          </a:xfrm>
          <a:prstGeom prst="rect">
            <a:avLst/>
          </a:prstGeom>
        </p:spPr>
      </p:pic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78C40BBF-CA6F-D34F-AAEE-A17C0DDF69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179017"/>
            <a:ext cx="10515600" cy="304800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noProof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19688679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EE7B8-06F6-B44C-A7FB-AACD93169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0791ABD-1920-7440-80EF-C0D79BB19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A5098BB-FBE4-0E4A-A083-BA66D00ACA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628555"/>
            <a:ext cx="10515600" cy="4447189"/>
          </a:xfrm>
        </p:spPr>
        <p:txBody>
          <a:bodyPr/>
          <a:lstStyle>
            <a:lvl1pPr>
              <a:buClr>
                <a:srgbClr val="3B9C7B"/>
              </a:buClr>
              <a:defRPr/>
            </a:lvl1pPr>
            <a:lvl2pPr>
              <a:buClr>
                <a:srgbClr val="3B9C7B"/>
              </a:buClr>
              <a:defRPr/>
            </a:lvl2pPr>
            <a:lvl3pPr>
              <a:buClr>
                <a:srgbClr val="3B9C7B"/>
              </a:buClr>
              <a:defRPr/>
            </a:lvl3pPr>
            <a:lvl4pPr>
              <a:buClr>
                <a:srgbClr val="3B9C7B"/>
              </a:buClr>
              <a:defRPr/>
            </a:lvl4pPr>
            <a:lvl5pPr>
              <a:buClr>
                <a:srgbClr val="3B9C7B"/>
              </a:buClr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69655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/ 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65A5B8-9A22-144F-870C-F2264B1D4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22002"/>
            <a:ext cx="10515600" cy="2013995"/>
          </a:xfrm>
        </p:spPr>
        <p:txBody>
          <a:bodyPr anchor="b"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A763225-6284-8F4D-925B-A82F9AA3E9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D4956ECB-36D2-F441-B631-C85929F752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541092"/>
            <a:ext cx="10515599" cy="1655762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/>
            </a:pPr>
            <a:r>
              <a:rPr lang="en-GB" noProof="0"/>
              <a:t>Double tab to add subtitle. To add / change the background </a:t>
            </a:r>
            <a:r>
              <a:rPr lang="en-GB" noProof="0" err="1"/>
              <a:t>color</a:t>
            </a:r>
            <a:r>
              <a:rPr lang="en-GB" noProof="0"/>
              <a:t> / image, right click on the background and choose ‘format background’. Insert an image from the image library folder ‘PowerPoint images’ from Teams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72590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rbs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2CD47-CA7C-4A4C-BDAA-EBBB142F84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632" y="1756433"/>
            <a:ext cx="10454409" cy="463309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Double tab to add title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9A8726-E31D-1045-B47C-1B06895CB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2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ijdelijke aanduiding voor tekst 13">
            <a:extLst>
              <a:ext uri="{FF2B5EF4-FFF2-40B4-BE49-F238E27FC236}">
                <a16:creationId xmlns:a16="http://schemas.microsoft.com/office/drawing/2014/main" id="{C9DB7CEB-C86D-FE4F-891B-40A39161E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8102" y="4232275"/>
            <a:ext cx="3240911" cy="18643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</p:txBody>
      </p:sp>
      <p:sp>
        <p:nvSpPr>
          <p:cNvPr id="19" name="Tijdelijke aanduiding voor tekst 13">
            <a:extLst>
              <a:ext uri="{FF2B5EF4-FFF2-40B4-BE49-F238E27FC236}">
                <a16:creationId xmlns:a16="http://schemas.microsoft.com/office/drawing/2014/main" id="{3261F146-5A63-0A4A-9465-EA6462D0DE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3616" y="4232275"/>
            <a:ext cx="3240911" cy="18643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</p:txBody>
      </p:sp>
      <p:sp>
        <p:nvSpPr>
          <p:cNvPr id="20" name="Tijdelijke aanduiding voor tekst 13">
            <a:extLst>
              <a:ext uri="{FF2B5EF4-FFF2-40B4-BE49-F238E27FC236}">
                <a16:creationId xmlns:a16="http://schemas.microsoft.com/office/drawing/2014/main" id="{B9F9BD40-D03F-EB4C-9A3F-88A4B5B265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9130" y="4232275"/>
            <a:ext cx="3240911" cy="186430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Double tab to add text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81DE6A5C-87DC-9E43-BD7A-DF66351FFD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5632" y="3429000"/>
            <a:ext cx="3255963" cy="676275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5" name="Tijdelijke aanduiding voor tekst 23">
            <a:extLst>
              <a:ext uri="{FF2B5EF4-FFF2-40B4-BE49-F238E27FC236}">
                <a16:creationId xmlns:a16="http://schemas.microsoft.com/office/drawing/2014/main" id="{255AD460-AFA2-EE47-BBFE-3DD05098DF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65358" y="3429000"/>
            <a:ext cx="3255963" cy="676275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26" name="Tijdelijke aanduiding voor tekst 23">
            <a:extLst>
              <a:ext uri="{FF2B5EF4-FFF2-40B4-BE49-F238E27FC236}">
                <a16:creationId xmlns:a16="http://schemas.microsoft.com/office/drawing/2014/main" id="{462BE296-6181-624C-A0BD-B647B4146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5084" y="3429000"/>
            <a:ext cx="3255963" cy="676275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2A8B92C6-A7B9-A84C-890A-D5478630C2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5188" y="2346742"/>
            <a:ext cx="10455275" cy="86000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 noProof="0"/>
              <a:t>Add sub text</a:t>
            </a:r>
          </a:p>
        </p:txBody>
      </p:sp>
    </p:spTree>
    <p:extLst>
      <p:ext uri="{BB962C8B-B14F-4D97-AF65-F5344CB8AC3E}">
        <p14:creationId xmlns:p14="http://schemas.microsoft.com/office/powerpoint/2010/main" val="8762322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image + blo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E74C8DC-37BE-0145-B803-845865727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22AFE609-E85F-E443-8E90-3DADD6C2F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6624" y="2232949"/>
            <a:ext cx="4625052" cy="4625052"/>
          </a:xfrm>
          <a:solidFill>
            <a:schemeClr val="tx1"/>
          </a:solidFill>
        </p:spPr>
        <p:txBody>
          <a:bodyPr lIns="396000" tIns="2124000" rIns="396000" bIns="540000" anchor="t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Double tab to add text. Double tab to add subtitle. To add / change the background color / image, right click on the background and choose ‘format background’. Insert an image from the image library folder ‘PowerPoint images’ from Teams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4F2AD7-47E6-E24E-8F88-E8B6FAB6D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419" y="3525461"/>
            <a:ext cx="4069466" cy="703137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Double tab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113217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ckground image + blo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E74C8DC-37BE-0145-B803-845865727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22AFE609-E85F-E443-8E90-3DADD6C2F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6624" y="2232949"/>
            <a:ext cx="4625052" cy="4625052"/>
          </a:xfrm>
          <a:solidFill>
            <a:schemeClr val="accent3"/>
          </a:solidFill>
        </p:spPr>
        <p:txBody>
          <a:bodyPr lIns="396000" tIns="2124000" rIns="396000" bIns="540000" anchor="t">
            <a:normAutofit/>
          </a:bodyPr>
          <a:lstStyle>
            <a:lvl1pPr marL="0" indent="0">
              <a:buNone/>
              <a:defRPr sz="140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Double tab to add text. Double tab to add subtitle. To add / change the background color / image, right click on the background and choose ‘format background’. Insert an image from the image library folder ‘PowerPoint images’ from Teams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4F2AD7-47E6-E24E-8F88-E8B6FAB6D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419" y="3525461"/>
            <a:ext cx="4069466" cy="703137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Double tab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753432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 slid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9848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65A5B8-9A22-144F-870C-F2264B1D4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22003"/>
            <a:ext cx="10515600" cy="1294694"/>
          </a:xfrm>
        </p:spPr>
        <p:txBody>
          <a:bodyPr anchor="b"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Add thank you title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04C7459-1BDC-6B42-97BC-01DBAF49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74" y="352968"/>
            <a:ext cx="2060720" cy="691761"/>
          </a:xfrm>
          <a:prstGeom prst="rect">
            <a:avLst/>
          </a:prstGeom>
        </p:spPr>
      </p:pic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02DDF741-072C-934D-9B9B-322EBF9437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1" y="4483817"/>
            <a:ext cx="10515600" cy="3048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Job title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290D5B76-0F35-6949-870E-28CBE4623B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022417"/>
            <a:ext cx="10506075" cy="52070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 lang="nl-NL" sz="1600" i="1" smtClean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/>
            </a:pPr>
            <a:r>
              <a:rPr lang="nl-NL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example@oceanaccounts.org</a:t>
            </a:r>
            <a:r>
              <a:rPr lang="nl-NL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 -  </a:t>
            </a:r>
            <a:r>
              <a:rPr lang="nl-NL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example@outlook.com</a:t>
            </a:r>
            <a:endParaRPr lang="nl-NL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endParaRPr lang="nl-NL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FB5D09C-9469-4642-9B00-7552AA162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5760" y="5282767"/>
            <a:ext cx="377952" cy="1547801"/>
          </a:xfrm>
          <a:prstGeom prst="rect">
            <a:avLst/>
          </a:prstGeom>
        </p:spPr>
      </p:pic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78C40BBF-CA6F-D34F-AAEE-A17C0DDF69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179017"/>
            <a:ext cx="10515600" cy="304800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noProof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14070454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2666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E50A-0518-EBB3-A9FE-262EC2557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82341"/>
            <a:ext cx="9144000" cy="1062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subtitle. Add / change background image: right click on the background -&gt; ‘format background’.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424C0-A569-559C-08FC-98607824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76E0DA4-BE98-F253-CE15-3E8CEBF955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5719763"/>
            <a:ext cx="4327233" cy="223837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Name Surname 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7FF9569-251D-28D9-04A1-30874C376F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40766" y="5719763"/>
            <a:ext cx="4327233" cy="223837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5 May 2023 13:30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0D863FC-F0C7-62AE-69C0-C523970917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3297" y="5811410"/>
            <a:ext cx="285407" cy="63897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2780F77-8A04-C3F6-58E2-4E56BC3474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4361524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77408"/>
            <a:ext cx="9144000" cy="62059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E50A-0518-EBB3-A9FE-262EC2557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242800"/>
            <a:ext cx="9144000" cy="10625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</a:t>
            </a:r>
            <a:r>
              <a:rPr lang="en-GB" err="1"/>
              <a:t>alinea</a:t>
            </a:r>
            <a:r>
              <a:rPr lang="en-GB"/>
              <a:t>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424C0-A569-559C-08FC-98607824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26373E-4377-A781-3D49-41F45D010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64152" y="4450181"/>
            <a:ext cx="3888973" cy="19377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F7D046-E958-9025-BEA4-08281F97C5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4281" y="4450181"/>
            <a:ext cx="3883567" cy="19377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E4A5C0-8650-7820-0CC2-235C38435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24000" y="2074483"/>
            <a:ext cx="9144000" cy="29527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50" spc="180" baseline="0"/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A48611BC-1417-DAEB-753E-502273FBC1B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3225216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0D407A-E5FF-CFF0-6724-857811503D1C}"/>
              </a:ext>
            </a:extLst>
          </p:cNvPr>
          <p:cNvSpPr/>
          <p:nvPr userDrawn="1"/>
        </p:nvSpPr>
        <p:spPr>
          <a:xfrm>
            <a:off x="0" y="0"/>
            <a:ext cx="6244281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093" y="2002420"/>
            <a:ext cx="3888973" cy="15857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26373E-4377-A781-3D49-41F45D010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1094" y="4297781"/>
            <a:ext cx="3888973" cy="1937700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E4A5C0-8650-7820-0CC2-235C38435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094" y="1617994"/>
            <a:ext cx="3888972" cy="295275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050" spc="180" baseline="0"/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B86830-2793-955C-ABE4-4569F259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864F0E-21B6-DE0C-2B2F-F2AF808DC6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96A74EA-6452-D0A3-7869-186AE90BDE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30779" y="1627107"/>
            <a:ext cx="3888972" cy="29527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50" spc="18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98A49E1-CB1A-202E-647B-12A8DD7EF9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14573" y="5675023"/>
            <a:ext cx="3888973" cy="560457"/>
          </a:xfrm>
        </p:spPr>
        <p:txBody>
          <a:bodyPr anchor="t">
            <a:norm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AC6F1BD-C235-33E8-17B0-58621362ED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88299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0D407A-E5FF-CFF0-6724-857811503D1C}"/>
              </a:ext>
            </a:extLst>
          </p:cNvPr>
          <p:cNvSpPr/>
          <p:nvPr userDrawn="1"/>
        </p:nvSpPr>
        <p:spPr>
          <a:xfrm>
            <a:off x="0" y="0"/>
            <a:ext cx="6244281" cy="6858000"/>
          </a:xfrm>
          <a:prstGeom prst="rect">
            <a:avLst/>
          </a:prstGeom>
          <a:solidFill>
            <a:srgbClr val="F2D8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093" y="2002420"/>
            <a:ext cx="3888973" cy="15857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26373E-4377-A781-3D49-41F45D010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1094" y="4297781"/>
            <a:ext cx="3888973" cy="1937700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E4A5C0-8650-7820-0CC2-235C38435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094" y="1617994"/>
            <a:ext cx="3888972" cy="295275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050" spc="180" baseline="0"/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B86830-2793-955C-ABE4-4569F259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864F0E-21B6-DE0C-2B2F-F2AF808DC6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96A74EA-6452-D0A3-7869-186AE90BDE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30779" y="1627107"/>
            <a:ext cx="3888972" cy="29527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50" spc="18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98A49E1-CB1A-202E-647B-12A8DD7EF9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14573" y="5675023"/>
            <a:ext cx="3888973" cy="560457"/>
          </a:xfrm>
        </p:spPr>
        <p:txBody>
          <a:bodyPr anchor="t">
            <a:norm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AC6F1BD-C235-33E8-17B0-58621362ED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3992753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9B503-272A-F6B4-D58E-93E554E7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9EF91B0-2678-3E29-585E-8371E3C9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E8D6E-739C-2F82-AF35-0575C20D81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22340"/>
            <a:ext cx="10515600" cy="4333617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F4A3FE5-9A76-CAD0-3DEC-B1E82E2946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2229676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9EF91B0-2678-3E29-585E-8371E3C9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D4168B-B615-3C26-6250-6FA7A8F80E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604963"/>
            <a:ext cx="10515600" cy="854075"/>
          </a:xfrm>
        </p:spPr>
        <p:txBody>
          <a:bodyPr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916EB5-1DE8-E77A-E383-0BA7ACF6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3FCD97A-D507-438F-9DFD-AAF7AAB58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4944B03-692B-6EBC-6279-86EA05C9E8E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8074220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F522-9F8F-7C44-DA04-4B60F506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186"/>
            <a:ext cx="10515600" cy="66909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7706E-75BD-45EF-5459-667619F79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1967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/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1400"/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B7DF9-77AE-AFF8-D8E0-6C13FB34D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1967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/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1400"/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05D95-029F-5354-14C7-6A01D162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732417-93E9-1EBE-7994-83DD1D786F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3433134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6657-0D83-5855-DF19-95C81EA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37529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5E69F-50C0-1AAE-0AC4-C5D895EF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2341"/>
            <a:ext cx="105156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CF9A-2D5A-BA6D-71A9-DDEBF05C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748C071-72AF-2149-93E0-18B01285BB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22450219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3387902" y="707203"/>
            <a:ext cx="5493600" cy="5493600"/>
          </a:xfrm>
          <a:prstGeom prst="ellipse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D521898-D0B7-765A-5899-C6C171981F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81429" y="707195"/>
            <a:ext cx="5335078" cy="2354807"/>
          </a:xfrm>
          <a:custGeom>
            <a:avLst/>
            <a:gdLst>
              <a:gd name="connsiteX0" fmla="*/ 0 w 5504933"/>
              <a:gd name="connsiteY0" fmla="*/ 2723253 h 5446506"/>
              <a:gd name="connsiteX1" fmla="*/ 2752467 w 5504933"/>
              <a:gd name="connsiteY1" fmla="*/ 0 h 5446506"/>
              <a:gd name="connsiteX2" fmla="*/ 5504934 w 5504933"/>
              <a:gd name="connsiteY2" fmla="*/ 2723253 h 5446506"/>
              <a:gd name="connsiteX3" fmla="*/ 2752467 w 5504933"/>
              <a:gd name="connsiteY3" fmla="*/ 5446506 h 5446506"/>
              <a:gd name="connsiteX4" fmla="*/ 0 w 5504933"/>
              <a:gd name="connsiteY4" fmla="*/ 2723253 h 5446506"/>
              <a:gd name="connsiteX0" fmla="*/ 1 w 5504935"/>
              <a:gd name="connsiteY0" fmla="*/ 2723253 h 3261472"/>
              <a:gd name="connsiteX1" fmla="*/ 2752468 w 5504935"/>
              <a:gd name="connsiteY1" fmla="*/ 0 h 3261472"/>
              <a:gd name="connsiteX2" fmla="*/ 5504935 w 5504935"/>
              <a:gd name="connsiteY2" fmla="*/ 2723253 h 3261472"/>
              <a:gd name="connsiteX3" fmla="*/ 2744447 w 5504935"/>
              <a:gd name="connsiteY3" fmla="*/ 2101727 h 3261472"/>
              <a:gd name="connsiteX4" fmla="*/ 1 w 5504935"/>
              <a:gd name="connsiteY4" fmla="*/ 2723253 h 3261472"/>
              <a:gd name="connsiteX0" fmla="*/ 1 w 5504935"/>
              <a:gd name="connsiteY0" fmla="*/ 2723253 h 3394950"/>
              <a:gd name="connsiteX1" fmla="*/ 2752468 w 5504935"/>
              <a:gd name="connsiteY1" fmla="*/ 0 h 3394950"/>
              <a:gd name="connsiteX2" fmla="*/ 5504935 w 5504935"/>
              <a:gd name="connsiteY2" fmla="*/ 2723253 h 3394950"/>
              <a:gd name="connsiteX3" fmla="*/ 2744447 w 5504935"/>
              <a:gd name="connsiteY3" fmla="*/ 2101727 h 3394950"/>
              <a:gd name="connsiteX4" fmla="*/ 1 w 5504935"/>
              <a:gd name="connsiteY4" fmla="*/ 2723253 h 3394950"/>
              <a:gd name="connsiteX0" fmla="*/ 1 w 5408683"/>
              <a:gd name="connsiteY0" fmla="*/ 2731595 h 2813873"/>
              <a:gd name="connsiteX1" fmla="*/ 2752468 w 5408683"/>
              <a:gd name="connsiteY1" fmla="*/ 8342 h 2813873"/>
              <a:gd name="connsiteX2" fmla="*/ 5408683 w 5408683"/>
              <a:gd name="connsiteY2" fmla="*/ 2154080 h 2813873"/>
              <a:gd name="connsiteX3" fmla="*/ 2744447 w 5408683"/>
              <a:gd name="connsiteY3" fmla="*/ 2110069 h 2813873"/>
              <a:gd name="connsiteX4" fmla="*/ 1 w 5408683"/>
              <a:gd name="connsiteY4" fmla="*/ 2731595 h 2813873"/>
              <a:gd name="connsiteX0" fmla="*/ 1 w 5408683"/>
              <a:gd name="connsiteY0" fmla="*/ 2731232 h 2813510"/>
              <a:gd name="connsiteX1" fmla="*/ 2752468 w 5408683"/>
              <a:gd name="connsiteY1" fmla="*/ 7979 h 2813510"/>
              <a:gd name="connsiteX2" fmla="*/ 5408683 w 5408683"/>
              <a:gd name="connsiteY2" fmla="*/ 2153717 h 2813510"/>
              <a:gd name="connsiteX3" fmla="*/ 2744447 w 5408683"/>
              <a:gd name="connsiteY3" fmla="*/ 2109706 h 2813510"/>
              <a:gd name="connsiteX4" fmla="*/ 1 w 5408683"/>
              <a:gd name="connsiteY4" fmla="*/ 2731232 h 2813510"/>
              <a:gd name="connsiteX0" fmla="*/ 1275 w 5409957"/>
              <a:gd name="connsiteY0" fmla="*/ 2731232 h 3563776"/>
              <a:gd name="connsiteX1" fmla="*/ 2753742 w 5409957"/>
              <a:gd name="connsiteY1" fmla="*/ 7979 h 3563776"/>
              <a:gd name="connsiteX2" fmla="*/ 5409957 w 5409957"/>
              <a:gd name="connsiteY2" fmla="*/ 2153717 h 3563776"/>
              <a:gd name="connsiteX3" fmla="*/ 2745721 w 5409957"/>
              <a:gd name="connsiteY3" fmla="*/ 2109706 h 3563776"/>
              <a:gd name="connsiteX4" fmla="*/ 1275 w 5409957"/>
              <a:gd name="connsiteY4" fmla="*/ 2731232 h 3563776"/>
              <a:gd name="connsiteX0" fmla="*/ 1275 w 5409957"/>
              <a:gd name="connsiteY0" fmla="*/ 2723569 h 3556113"/>
              <a:gd name="connsiteX1" fmla="*/ 2753742 w 5409957"/>
              <a:gd name="connsiteY1" fmla="*/ 316 h 3556113"/>
              <a:gd name="connsiteX2" fmla="*/ 5409957 w 5409957"/>
              <a:gd name="connsiteY2" fmla="*/ 2146054 h 3556113"/>
              <a:gd name="connsiteX3" fmla="*/ 2745721 w 5409957"/>
              <a:gd name="connsiteY3" fmla="*/ 2102043 h 3556113"/>
              <a:gd name="connsiteX4" fmla="*/ 1275 w 5409957"/>
              <a:gd name="connsiteY4" fmla="*/ 2723569 h 3556113"/>
              <a:gd name="connsiteX0" fmla="*/ 48773 w 5457455"/>
              <a:gd name="connsiteY0" fmla="*/ 2723333 h 2813832"/>
              <a:gd name="connsiteX1" fmla="*/ 2801240 w 5457455"/>
              <a:gd name="connsiteY1" fmla="*/ 80 h 2813832"/>
              <a:gd name="connsiteX2" fmla="*/ 5457455 w 5457455"/>
              <a:gd name="connsiteY2" fmla="*/ 2145818 h 2813832"/>
              <a:gd name="connsiteX3" fmla="*/ 2793219 w 5457455"/>
              <a:gd name="connsiteY3" fmla="*/ 2101807 h 2813832"/>
              <a:gd name="connsiteX4" fmla="*/ 1168627 w 5457455"/>
              <a:gd name="connsiteY4" fmla="*/ 1849597 h 2813832"/>
              <a:gd name="connsiteX5" fmla="*/ 48773 w 5457455"/>
              <a:gd name="connsiteY5" fmla="*/ 2723333 h 2813832"/>
              <a:gd name="connsiteX0" fmla="*/ 58447 w 5467129"/>
              <a:gd name="connsiteY0" fmla="*/ 2737061 h 2827560"/>
              <a:gd name="connsiteX1" fmla="*/ 440364 w 5467129"/>
              <a:gd name="connsiteY1" fmla="*/ 1309872 h 2827560"/>
              <a:gd name="connsiteX2" fmla="*/ 2810914 w 5467129"/>
              <a:gd name="connsiteY2" fmla="*/ 13808 h 2827560"/>
              <a:gd name="connsiteX3" fmla="*/ 5467129 w 5467129"/>
              <a:gd name="connsiteY3" fmla="*/ 2159546 h 2827560"/>
              <a:gd name="connsiteX4" fmla="*/ 2802893 w 5467129"/>
              <a:gd name="connsiteY4" fmla="*/ 2115535 h 2827560"/>
              <a:gd name="connsiteX5" fmla="*/ 1178301 w 5467129"/>
              <a:gd name="connsiteY5" fmla="*/ 1863325 h 2827560"/>
              <a:gd name="connsiteX6" fmla="*/ 58447 w 5467129"/>
              <a:gd name="connsiteY6" fmla="*/ 2737061 h 2827560"/>
              <a:gd name="connsiteX0" fmla="*/ 58447 w 5467129"/>
              <a:gd name="connsiteY0" fmla="*/ 2739880 h 2830379"/>
              <a:gd name="connsiteX1" fmla="*/ 440364 w 5467129"/>
              <a:gd name="connsiteY1" fmla="*/ 1312691 h 2830379"/>
              <a:gd name="connsiteX2" fmla="*/ 2810914 w 5467129"/>
              <a:gd name="connsiteY2" fmla="*/ 16627 h 2830379"/>
              <a:gd name="connsiteX3" fmla="*/ 5467129 w 5467129"/>
              <a:gd name="connsiteY3" fmla="*/ 2162365 h 2830379"/>
              <a:gd name="connsiteX4" fmla="*/ 2802893 w 5467129"/>
              <a:gd name="connsiteY4" fmla="*/ 2118354 h 2830379"/>
              <a:gd name="connsiteX5" fmla="*/ 1178301 w 5467129"/>
              <a:gd name="connsiteY5" fmla="*/ 1866144 h 2830379"/>
              <a:gd name="connsiteX6" fmla="*/ 58447 w 5467129"/>
              <a:gd name="connsiteY6" fmla="*/ 2739880 h 2830379"/>
              <a:gd name="connsiteX0" fmla="*/ 30708 w 5439390"/>
              <a:gd name="connsiteY0" fmla="*/ 2739880 h 2830379"/>
              <a:gd name="connsiteX1" fmla="*/ 412625 w 5439390"/>
              <a:gd name="connsiteY1" fmla="*/ 1312691 h 2830379"/>
              <a:gd name="connsiteX2" fmla="*/ 2783175 w 5439390"/>
              <a:gd name="connsiteY2" fmla="*/ 16627 h 2830379"/>
              <a:gd name="connsiteX3" fmla="*/ 5439390 w 5439390"/>
              <a:gd name="connsiteY3" fmla="*/ 2162365 h 2830379"/>
              <a:gd name="connsiteX4" fmla="*/ 2775154 w 5439390"/>
              <a:gd name="connsiteY4" fmla="*/ 2118354 h 2830379"/>
              <a:gd name="connsiteX5" fmla="*/ 1150562 w 5439390"/>
              <a:gd name="connsiteY5" fmla="*/ 1866144 h 2830379"/>
              <a:gd name="connsiteX6" fmla="*/ 30708 w 5439390"/>
              <a:gd name="connsiteY6" fmla="*/ 2739880 h 2830379"/>
              <a:gd name="connsiteX0" fmla="*/ 12386 w 5421068"/>
              <a:gd name="connsiteY0" fmla="*/ 2739880 h 2830379"/>
              <a:gd name="connsiteX1" fmla="*/ 394303 w 5421068"/>
              <a:gd name="connsiteY1" fmla="*/ 1312691 h 2830379"/>
              <a:gd name="connsiteX2" fmla="*/ 2764853 w 5421068"/>
              <a:gd name="connsiteY2" fmla="*/ 16627 h 2830379"/>
              <a:gd name="connsiteX3" fmla="*/ 5421068 w 5421068"/>
              <a:gd name="connsiteY3" fmla="*/ 2162365 h 2830379"/>
              <a:gd name="connsiteX4" fmla="*/ 2756832 w 5421068"/>
              <a:gd name="connsiteY4" fmla="*/ 2118354 h 2830379"/>
              <a:gd name="connsiteX5" fmla="*/ 1132240 w 5421068"/>
              <a:gd name="connsiteY5" fmla="*/ 1866144 h 2830379"/>
              <a:gd name="connsiteX6" fmla="*/ 12386 w 5421068"/>
              <a:gd name="connsiteY6" fmla="*/ 2739880 h 2830379"/>
              <a:gd name="connsiteX0" fmla="*/ 6354 w 5415036"/>
              <a:gd name="connsiteY0" fmla="*/ 2739880 h 2830379"/>
              <a:gd name="connsiteX1" fmla="*/ 388271 w 5415036"/>
              <a:gd name="connsiteY1" fmla="*/ 1312691 h 2830379"/>
              <a:gd name="connsiteX2" fmla="*/ 2758821 w 5415036"/>
              <a:gd name="connsiteY2" fmla="*/ 16627 h 2830379"/>
              <a:gd name="connsiteX3" fmla="*/ 5415036 w 5415036"/>
              <a:gd name="connsiteY3" fmla="*/ 2162365 h 2830379"/>
              <a:gd name="connsiteX4" fmla="*/ 2750800 w 5415036"/>
              <a:gd name="connsiteY4" fmla="*/ 2118354 h 2830379"/>
              <a:gd name="connsiteX5" fmla="*/ 1126208 w 5415036"/>
              <a:gd name="connsiteY5" fmla="*/ 1866144 h 2830379"/>
              <a:gd name="connsiteX6" fmla="*/ 652965 w 5415036"/>
              <a:gd name="connsiteY6" fmla="*/ 2106776 h 2830379"/>
              <a:gd name="connsiteX7" fmla="*/ 6354 w 5415036"/>
              <a:gd name="connsiteY7" fmla="*/ 2739880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568316 w 5330387"/>
              <a:gd name="connsiteY6" fmla="*/ 2106776 h 2830379"/>
              <a:gd name="connsiteX7" fmla="*/ 9937 w 5330387"/>
              <a:gd name="connsiteY7" fmla="*/ 2098196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9937 w 5330387"/>
              <a:gd name="connsiteY6" fmla="*/ 2098196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31622 w 5320450"/>
              <a:gd name="connsiteY0" fmla="*/ 1866144 h 2830379"/>
              <a:gd name="connsiteX1" fmla="*/ 0 w 5320450"/>
              <a:gd name="connsiteY1" fmla="*/ 2098196 h 2830379"/>
              <a:gd name="connsiteX2" fmla="*/ 293685 w 5320450"/>
              <a:gd name="connsiteY2" fmla="*/ 1312691 h 2830379"/>
              <a:gd name="connsiteX3" fmla="*/ 2664235 w 5320450"/>
              <a:gd name="connsiteY3" fmla="*/ 16627 h 2830379"/>
              <a:gd name="connsiteX4" fmla="*/ 5320450 w 5320450"/>
              <a:gd name="connsiteY4" fmla="*/ 2162365 h 2830379"/>
              <a:gd name="connsiteX5" fmla="*/ 2656214 w 5320450"/>
              <a:gd name="connsiteY5" fmla="*/ 2118354 h 2830379"/>
              <a:gd name="connsiteX6" fmla="*/ 1123062 w 5320450"/>
              <a:gd name="connsiteY6" fmla="*/ 1957584 h 2830379"/>
              <a:gd name="connsiteX0" fmla="*/ 1052642 w 5341470"/>
              <a:gd name="connsiteY0" fmla="*/ 1866144 h 2830379"/>
              <a:gd name="connsiteX1" fmla="*/ 0 w 5341470"/>
              <a:gd name="connsiteY1" fmla="*/ 2050900 h 2830379"/>
              <a:gd name="connsiteX2" fmla="*/ 314705 w 5341470"/>
              <a:gd name="connsiteY2" fmla="*/ 1312691 h 2830379"/>
              <a:gd name="connsiteX3" fmla="*/ 2685255 w 5341470"/>
              <a:gd name="connsiteY3" fmla="*/ 16627 h 2830379"/>
              <a:gd name="connsiteX4" fmla="*/ 5341470 w 5341470"/>
              <a:gd name="connsiteY4" fmla="*/ 2162365 h 2830379"/>
              <a:gd name="connsiteX5" fmla="*/ 2677234 w 5341470"/>
              <a:gd name="connsiteY5" fmla="*/ 2118354 h 2830379"/>
              <a:gd name="connsiteX6" fmla="*/ 1144082 w 5341470"/>
              <a:gd name="connsiteY6" fmla="*/ 1957584 h 2830379"/>
              <a:gd name="connsiteX0" fmla="*/ 1052642 w 5341470"/>
              <a:gd name="connsiteY0" fmla="*/ 1895407 h 2859642"/>
              <a:gd name="connsiteX1" fmla="*/ 0 w 5341470"/>
              <a:gd name="connsiteY1" fmla="*/ 2080163 h 2859642"/>
              <a:gd name="connsiteX2" fmla="*/ 584289 w 5341470"/>
              <a:gd name="connsiteY2" fmla="*/ 981294 h 2859642"/>
              <a:gd name="connsiteX3" fmla="*/ 2685255 w 5341470"/>
              <a:gd name="connsiteY3" fmla="*/ 45890 h 2859642"/>
              <a:gd name="connsiteX4" fmla="*/ 5341470 w 5341470"/>
              <a:gd name="connsiteY4" fmla="*/ 2191628 h 2859642"/>
              <a:gd name="connsiteX5" fmla="*/ 2677234 w 5341470"/>
              <a:gd name="connsiteY5" fmla="*/ 2147617 h 2859642"/>
              <a:gd name="connsiteX6" fmla="*/ 1144082 w 5341470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84910 h 2849145"/>
              <a:gd name="connsiteX1" fmla="*/ 0 w 5323254"/>
              <a:gd name="connsiteY1" fmla="*/ 2066023 h 2849145"/>
              <a:gd name="connsiteX2" fmla="*/ 566073 w 5323254"/>
              <a:gd name="connsiteY2" fmla="*/ 970797 h 2849145"/>
              <a:gd name="connsiteX3" fmla="*/ 2667039 w 5323254"/>
              <a:gd name="connsiteY3" fmla="*/ 35393 h 2849145"/>
              <a:gd name="connsiteX4" fmla="*/ 5323254 w 5323254"/>
              <a:gd name="connsiteY4" fmla="*/ 2181131 h 2849145"/>
              <a:gd name="connsiteX5" fmla="*/ 2659018 w 5323254"/>
              <a:gd name="connsiteY5" fmla="*/ 2137120 h 2849145"/>
              <a:gd name="connsiteX6" fmla="*/ 1125866 w 5323254"/>
              <a:gd name="connsiteY6" fmla="*/ 1976350 h 2849145"/>
              <a:gd name="connsiteX0" fmla="*/ 1034426 w 5323254"/>
              <a:gd name="connsiteY0" fmla="*/ 1850327 h 2814562"/>
              <a:gd name="connsiteX1" fmla="*/ 0 w 5323254"/>
              <a:gd name="connsiteY1" fmla="*/ 2031440 h 2814562"/>
              <a:gd name="connsiteX2" fmla="*/ 566073 w 5323254"/>
              <a:gd name="connsiteY2" fmla="*/ 936214 h 2814562"/>
              <a:gd name="connsiteX3" fmla="*/ 2667039 w 5323254"/>
              <a:gd name="connsiteY3" fmla="*/ 810 h 2814562"/>
              <a:gd name="connsiteX4" fmla="*/ 5323254 w 5323254"/>
              <a:gd name="connsiteY4" fmla="*/ 2146548 h 2814562"/>
              <a:gd name="connsiteX5" fmla="*/ 2659018 w 5323254"/>
              <a:gd name="connsiteY5" fmla="*/ 2102537 h 2814562"/>
              <a:gd name="connsiteX6" fmla="*/ 1125866 w 5323254"/>
              <a:gd name="connsiteY6" fmla="*/ 1941767 h 2814562"/>
              <a:gd name="connsiteX0" fmla="*/ 1034426 w 5323254"/>
              <a:gd name="connsiteY0" fmla="*/ 1870005 h 2834240"/>
              <a:gd name="connsiteX1" fmla="*/ 0 w 5323254"/>
              <a:gd name="connsiteY1" fmla="*/ 2051118 h 2834240"/>
              <a:gd name="connsiteX2" fmla="*/ 566073 w 5323254"/>
              <a:gd name="connsiteY2" fmla="*/ 955892 h 2834240"/>
              <a:gd name="connsiteX3" fmla="*/ 2667039 w 5323254"/>
              <a:gd name="connsiteY3" fmla="*/ 781 h 2834240"/>
              <a:gd name="connsiteX4" fmla="*/ 5323254 w 5323254"/>
              <a:gd name="connsiteY4" fmla="*/ 2166226 h 2834240"/>
              <a:gd name="connsiteX5" fmla="*/ 2659018 w 5323254"/>
              <a:gd name="connsiteY5" fmla="*/ 2122215 h 2834240"/>
              <a:gd name="connsiteX6" fmla="*/ 1125866 w 5323254"/>
              <a:gd name="connsiteY6" fmla="*/ 1961445 h 2834240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378075"/>
              <a:gd name="connsiteX1" fmla="*/ 0 w 5323254"/>
              <a:gd name="connsiteY1" fmla="*/ 2050391 h 2378075"/>
              <a:gd name="connsiteX2" fmla="*/ 566073 w 5323254"/>
              <a:gd name="connsiteY2" fmla="*/ 955165 h 2378075"/>
              <a:gd name="connsiteX3" fmla="*/ 2667039 w 5323254"/>
              <a:gd name="connsiteY3" fmla="*/ 54 h 2378075"/>
              <a:gd name="connsiteX4" fmla="*/ 5323254 w 5323254"/>
              <a:gd name="connsiteY4" fmla="*/ 2165499 h 2378075"/>
              <a:gd name="connsiteX5" fmla="*/ 2659018 w 5323254"/>
              <a:gd name="connsiteY5" fmla="*/ 2121488 h 2378075"/>
              <a:gd name="connsiteX6" fmla="*/ 1125866 w 5323254"/>
              <a:gd name="connsiteY6" fmla="*/ 1960718 h 2378075"/>
              <a:gd name="connsiteX0" fmla="*/ 1034426 w 5335078"/>
              <a:gd name="connsiteY0" fmla="*/ 1902587 h 2386535"/>
              <a:gd name="connsiteX1" fmla="*/ 0 w 5335078"/>
              <a:gd name="connsiteY1" fmla="*/ 2083700 h 2386535"/>
              <a:gd name="connsiteX2" fmla="*/ 566073 w 5335078"/>
              <a:gd name="connsiteY2" fmla="*/ 988474 h 2386535"/>
              <a:gd name="connsiteX3" fmla="*/ 2667039 w 5335078"/>
              <a:gd name="connsiteY3" fmla="*/ 33363 h 2386535"/>
              <a:gd name="connsiteX4" fmla="*/ 5335078 w 5335078"/>
              <a:gd name="connsiteY4" fmla="*/ 2171219 h 2386535"/>
              <a:gd name="connsiteX5" fmla="*/ 2659018 w 5335078"/>
              <a:gd name="connsiteY5" fmla="*/ 2154797 h 2386535"/>
              <a:gd name="connsiteX6" fmla="*/ 1125866 w 5335078"/>
              <a:gd name="connsiteY6" fmla="*/ 1994027 h 2386535"/>
              <a:gd name="connsiteX0" fmla="*/ 1034426 w 5335078"/>
              <a:gd name="connsiteY0" fmla="*/ 1902587 h 2430925"/>
              <a:gd name="connsiteX1" fmla="*/ 0 w 5335078"/>
              <a:gd name="connsiteY1" fmla="*/ 2083700 h 2430925"/>
              <a:gd name="connsiteX2" fmla="*/ 566073 w 5335078"/>
              <a:gd name="connsiteY2" fmla="*/ 988474 h 2430925"/>
              <a:gd name="connsiteX3" fmla="*/ 2667039 w 5335078"/>
              <a:gd name="connsiteY3" fmla="*/ 33363 h 2430925"/>
              <a:gd name="connsiteX4" fmla="*/ 5335078 w 5335078"/>
              <a:gd name="connsiteY4" fmla="*/ 2171219 h 2430925"/>
              <a:gd name="connsiteX5" fmla="*/ 2659018 w 5335078"/>
              <a:gd name="connsiteY5" fmla="*/ 2154797 h 2430925"/>
              <a:gd name="connsiteX6" fmla="*/ 1125866 w 5335078"/>
              <a:gd name="connsiteY6" fmla="*/ 1994027 h 2430925"/>
              <a:gd name="connsiteX0" fmla="*/ 1034426 w 5335078"/>
              <a:gd name="connsiteY0" fmla="*/ 1902587 h 2424228"/>
              <a:gd name="connsiteX1" fmla="*/ 0 w 5335078"/>
              <a:gd name="connsiteY1" fmla="*/ 2083700 h 2424228"/>
              <a:gd name="connsiteX2" fmla="*/ 566073 w 5335078"/>
              <a:gd name="connsiteY2" fmla="*/ 988474 h 2424228"/>
              <a:gd name="connsiteX3" fmla="*/ 2667039 w 5335078"/>
              <a:gd name="connsiteY3" fmla="*/ 33363 h 2424228"/>
              <a:gd name="connsiteX4" fmla="*/ 5335078 w 5335078"/>
              <a:gd name="connsiteY4" fmla="*/ 2171219 h 2424228"/>
              <a:gd name="connsiteX5" fmla="*/ 2659018 w 5335078"/>
              <a:gd name="connsiteY5" fmla="*/ 2154797 h 2424228"/>
              <a:gd name="connsiteX6" fmla="*/ 1125866 w 5335078"/>
              <a:gd name="connsiteY6" fmla="*/ 1994027 h 2424228"/>
              <a:gd name="connsiteX0" fmla="*/ 1034426 w 5335078"/>
              <a:gd name="connsiteY0" fmla="*/ 1902587 h 2391766"/>
              <a:gd name="connsiteX1" fmla="*/ 0 w 5335078"/>
              <a:gd name="connsiteY1" fmla="*/ 2083700 h 2391766"/>
              <a:gd name="connsiteX2" fmla="*/ 566073 w 5335078"/>
              <a:gd name="connsiteY2" fmla="*/ 988474 h 2391766"/>
              <a:gd name="connsiteX3" fmla="*/ 2667039 w 5335078"/>
              <a:gd name="connsiteY3" fmla="*/ 33363 h 2391766"/>
              <a:gd name="connsiteX4" fmla="*/ 5335078 w 5335078"/>
              <a:gd name="connsiteY4" fmla="*/ 2171219 h 2391766"/>
              <a:gd name="connsiteX5" fmla="*/ 2659018 w 5335078"/>
              <a:gd name="connsiteY5" fmla="*/ 2154797 h 2391766"/>
              <a:gd name="connsiteX6" fmla="*/ 1125866 w 5335078"/>
              <a:gd name="connsiteY6" fmla="*/ 1994027 h 2391766"/>
              <a:gd name="connsiteX0" fmla="*/ 1034426 w 5335078"/>
              <a:gd name="connsiteY0" fmla="*/ 1902587 h 2378193"/>
              <a:gd name="connsiteX1" fmla="*/ 0 w 5335078"/>
              <a:gd name="connsiteY1" fmla="*/ 2083700 h 2378193"/>
              <a:gd name="connsiteX2" fmla="*/ 566073 w 5335078"/>
              <a:gd name="connsiteY2" fmla="*/ 988474 h 2378193"/>
              <a:gd name="connsiteX3" fmla="*/ 2667039 w 5335078"/>
              <a:gd name="connsiteY3" fmla="*/ 33363 h 2378193"/>
              <a:gd name="connsiteX4" fmla="*/ 5335078 w 5335078"/>
              <a:gd name="connsiteY4" fmla="*/ 2171219 h 2378193"/>
              <a:gd name="connsiteX5" fmla="*/ 2659018 w 5335078"/>
              <a:gd name="connsiteY5" fmla="*/ 2154797 h 2378193"/>
              <a:gd name="connsiteX6" fmla="*/ 1125866 w 5335078"/>
              <a:gd name="connsiteY6" fmla="*/ 1994027 h 2378193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7" fmla="*/ 1034426 w 5335078"/>
              <a:gd name="connsiteY7" fmla="*/ 1902587 h 2377034"/>
              <a:gd name="connsiteX0" fmla="*/ 1125866 w 5335078"/>
              <a:gd name="connsiteY0" fmla="*/ 199402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92890"/>
              <a:gd name="connsiteX1" fmla="*/ 0 w 5335078"/>
              <a:gd name="connsiteY1" fmla="*/ 2083700 h 2392890"/>
              <a:gd name="connsiteX2" fmla="*/ 566073 w 5335078"/>
              <a:gd name="connsiteY2" fmla="*/ 988474 h 2392890"/>
              <a:gd name="connsiteX3" fmla="*/ 2667039 w 5335078"/>
              <a:gd name="connsiteY3" fmla="*/ 33363 h 2392890"/>
              <a:gd name="connsiteX4" fmla="*/ 5335078 w 5335078"/>
              <a:gd name="connsiteY4" fmla="*/ 2171219 h 2392890"/>
              <a:gd name="connsiteX5" fmla="*/ 2659018 w 5335078"/>
              <a:gd name="connsiteY5" fmla="*/ 2154797 h 2392890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21527 h 2364586"/>
              <a:gd name="connsiteX1" fmla="*/ 0 w 5335078"/>
              <a:gd name="connsiteY1" fmla="*/ 2050430 h 2364586"/>
              <a:gd name="connsiteX2" fmla="*/ 2667039 w 5335078"/>
              <a:gd name="connsiteY2" fmla="*/ 93 h 2364586"/>
              <a:gd name="connsiteX3" fmla="*/ 5335078 w 5335078"/>
              <a:gd name="connsiteY3" fmla="*/ 2137949 h 2364586"/>
              <a:gd name="connsiteX4" fmla="*/ 2659018 w 5335078"/>
              <a:gd name="connsiteY4" fmla="*/ 2121527 h 2364586"/>
              <a:gd name="connsiteX0" fmla="*/ 2659018 w 5335078"/>
              <a:gd name="connsiteY0" fmla="*/ 2126514 h 2369573"/>
              <a:gd name="connsiteX1" fmla="*/ 0 w 5335078"/>
              <a:gd name="connsiteY1" fmla="*/ 2055417 h 2369573"/>
              <a:gd name="connsiteX2" fmla="*/ 2667039 w 5335078"/>
              <a:gd name="connsiteY2" fmla="*/ 5080 h 2369573"/>
              <a:gd name="connsiteX3" fmla="*/ 5335078 w 5335078"/>
              <a:gd name="connsiteY3" fmla="*/ 2142936 h 2369573"/>
              <a:gd name="connsiteX4" fmla="*/ 2659018 w 5335078"/>
              <a:gd name="connsiteY4" fmla="*/ 2126514 h 2369573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1753 h 2364812"/>
              <a:gd name="connsiteX1" fmla="*/ 0 w 5335078"/>
              <a:gd name="connsiteY1" fmla="*/ 2050656 h 2364812"/>
              <a:gd name="connsiteX2" fmla="*/ 2667039 w 5335078"/>
              <a:gd name="connsiteY2" fmla="*/ 319 h 2364812"/>
              <a:gd name="connsiteX3" fmla="*/ 5335078 w 5335078"/>
              <a:gd name="connsiteY3" fmla="*/ 2138175 h 2364812"/>
              <a:gd name="connsiteX4" fmla="*/ 2659018 w 5335078"/>
              <a:gd name="connsiteY4" fmla="*/ 2121753 h 2364812"/>
              <a:gd name="connsiteX0" fmla="*/ 2659018 w 5335078"/>
              <a:gd name="connsiteY0" fmla="*/ 2121721 h 2364780"/>
              <a:gd name="connsiteX1" fmla="*/ 0 w 5335078"/>
              <a:gd name="connsiteY1" fmla="*/ 2050624 h 2364780"/>
              <a:gd name="connsiteX2" fmla="*/ 2667039 w 5335078"/>
              <a:gd name="connsiteY2" fmla="*/ 287 h 2364780"/>
              <a:gd name="connsiteX3" fmla="*/ 5335078 w 5335078"/>
              <a:gd name="connsiteY3" fmla="*/ 2138143 h 2364780"/>
              <a:gd name="connsiteX4" fmla="*/ 2659018 w 5335078"/>
              <a:gd name="connsiteY4" fmla="*/ 2121721 h 2364780"/>
              <a:gd name="connsiteX0" fmla="*/ 2659018 w 5335078"/>
              <a:gd name="connsiteY0" fmla="*/ 2121435 h 2364494"/>
              <a:gd name="connsiteX1" fmla="*/ 0 w 5335078"/>
              <a:gd name="connsiteY1" fmla="*/ 2050338 h 2364494"/>
              <a:gd name="connsiteX2" fmla="*/ 2667039 w 5335078"/>
              <a:gd name="connsiteY2" fmla="*/ 1 h 2364494"/>
              <a:gd name="connsiteX3" fmla="*/ 5335078 w 5335078"/>
              <a:gd name="connsiteY3" fmla="*/ 2137857 h 2364494"/>
              <a:gd name="connsiteX4" fmla="*/ 2659018 w 5335078"/>
              <a:gd name="connsiteY4" fmla="*/ 2121435 h 2364494"/>
              <a:gd name="connsiteX0" fmla="*/ 2659018 w 5335078"/>
              <a:gd name="connsiteY0" fmla="*/ 2127784 h 2370843"/>
              <a:gd name="connsiteX1" fmla="*/ 0 w 5335078"/>
              <a:gd name="connsiteY1" fmla="*/ 2056687 h 2370843"/>
              <a:gd name="connsiteX2" fmla="*/ 2660689 w 5335078"/>
              <a:gd name="connsiteY2" fmla="*/ 0 h 2370843"/>
              <a:gd name="connsiteX3" fmla="*/ 5335078 w 5335078"/>
              <a:gd name="connsiteY3" fmla="*/ 2144206 h 2370843"/>
              <a:gd name="connsiteX4" fmla="*/ 2659018 w 5335078"/>
              <a:gd name="connsiteY4" fmla="*/ 2127784 h 2370843"/>
              <a:gd name="connsiteX0" fmla="*/ 2659018 w 5335078"/>
              <a:gd name="connsiteY0" fmla="*/ 2108534 h 2351593"/>
              <a:gd name="connsiteX1" fmla="*/ 0 w 5335078"/>
              <a:gd name="connsiteY1" fmla="*/ 2037437 h 2351593"/>
              <a:gd name="connsiteX2" fmla="*/ 2660689 w 5335078"/>
              <a:gd name="connsiteY2" fmla="*/ 1 h 2351593"/>
              <a:gd name="connsiteX3" fmla="*/ 5335078 w 5335078"/>
              <a:gd name="connsiteY3" fmla="*/ 2124956 h 2351593"/>
              <a:gd name="connsiteX4" fmla="*/ 2659018 w 5335078"/>
              <a:gd name="connsiteY4" fmla="*/ 2108534 h 2351593"/>
              <a:gd name="connsiteX0" fmla="*/ 2659018 w 5335078"/>
              <a:gd name="connsiteY0" fmla="*/ 2111741 h 2354800"/>
              <a:gd name="connsiteX1" fmla="*/ 0 w 5335078"/>
              <a:gd name="connsiteY1" fmla="*/ 2040644 h 2354800"/>
              <a:gd name="connsiteX2" fmla="*/ 2660689 w 5335078"/>
              <a:gd name="connsiteY2" fmla="*/ 0 h 2354800"/>
              <a:gd name="connsiteX3" fmla="*/ 5335078 w 5335078"/>
              <a:gd name="connsiteY3" fmla="*/ 2128163 h 2354800"/>
              <a:gd name="connsiteX4" fmla="*/ 2659018 w 5335078"/>
              <a:gd name="connsiteY4" fmla="*/ 2111741 h 2354800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5078" h="2354807">
                <a:moveTo>
                  <a:pt x="2659018" y="2111748"/>
                </a:moveTo>
                <a:cubicBezTo>
                  <a:pt x="1643714" y="1699082"/>
                  <a:pt x="419769" y="1884255"/>
                  <a:pt x="0" y="2040651"/>
                </a:cubicBezTo>
                <a:cubicBezTo>
                  <a:pt x="95392" y="1506223"/>
                  <a:pt x="860721" y="-3578"/>
                  <a:pt x="2660689" y="7"/>
                </a:cubicBezTo>
                <a:cubicBezTo>
                  <a:pt x="4460657" y="3592"/>
                  <a:pt x="5211709" y="1510238"/>
                  <a:pt x="5335078" y="2128170"/>
                </a:cubicBezTo>
                <a:cubicBezTo>
                  <a:pt x="4302438" y="2512830"/>
                  <a:pt x="3315656" y="2339170"/>
                  <a:pt x="2659018" y="2111748"/>
                </a:cubicBezTo>
                <a:close/>
              </a:path>
            </a:pathLst>
          </a:cu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6953581-152C-6D9E-013F-624D6BED6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8645" y="6387881"/>
            <a:ext cx="41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678D961-DE29-A9D4-7AC1-695606C3CD6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6135811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irc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A039A5-CD3C-96B7-5B42-7CECE48C3501}"/>
              </a:ext>
            </a:extLst>
          </p:cNvPr>
          <p:cNvSpPr/>
          <p:nvPr userDrawn="1"/>
        </p:nvSpPr>
        <p:spPr>
          <a:xfrm>
            <a:off x="6069105" y="0"/>
            <a:ext cx="61228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6924730" y="1393003"/>
            <a:ext cx="4429573" cy="4429573"/>
          </a:xfrm>
          <a:prstGeom prst="ellipse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D521898-D0B7-765A-5899-C6C171981F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00725" y="1392995"/>
            <a:ext cx="4301755" cy="1898717"/>
          </a:xfrm>
          <a:custGeom>
            <a:avLst/>
            <a:gdLst>
              <a:gd name="connsiteX0" fmla="*/ 0 w 5504933"/>
              <a:gd name="connsiteY0" fmla="*/ 2723253 h 5446506"/>
              <a:gd name="connsiteX1" fmla="*/ 2752467 w 5504933"/>
              <a:gd name="connsiteY1" fmla="*/ 0 h 5446506"/>
              <a:gd name="connsiteX2" fmla="*/ 5504934 w 5504933"/>
              <a:gd name="connsiteY2" fmla="*/ 2723253 h 5446506"/>
              <a:gd name="connsiteX3" fmla="*/ 2752467 w 5504933"/>
              <a:gd name="connsiteY3" fmla="*/ 5446506 h 5446506"/>
              <a:gd name="connsiteX4" fmla="*/ 0 w 5504933"/>
              <a:gd name="connsiteY4" fmla="*/ 2723253 h 5446506"/>
              <a:gd name="connsiteX0" fmla="*/ 1 w 5504935"/>
              <a:gd name="connsiteY0" fmla="*/ 2723253 h 3261472"/>
              <a:gd name="connsiteX1" fmla="*/ 2752468 w 5504935"/>
              <a:gd name="connsiteY1" fmla="*/ 0 h 3261472"/>
              <a:gd name="connsiteX2" fmla="*/ 5504935 w 5504935"/>
              <a:gd name="connsiteY2" fmla="*/ 2723253 h 3261472"/>
              <a:gd name="connsiteX3" fmla="*/ 2744447 w 5504935"/>
              <a:gd name="connsiteY3" fmla="*/ 2101727 h 3261472"/>
              <a:gd name="connsiteX4" fmla="*/ 1 w 5504935"/>
              <a:gd name="connsiteY4" fmla="*/ 2723253 h 3261472"/>
              <a:gd name="connsiteX0" fmla="*/ 1 w 5504935"/>
              <a:gd name="connsiteY0" fmla="*/ 2723253 h 3394950"/>
              <a:gd name="connsiteX1" fmla="*/ 2752468 w 5504935"/>
              <a:gd name="connsiteY1" fmla="*/ 0 h 3394950"/>
              <a:gd name="connsiteX2" fmla="*/ 5504935 w 5504935"/>
              <a:gd name="connsiteY2" fmla="*/ 2723253 h 3394950"/>
              <a:gd name="connsiteX3" fmla="*/ 2744447 w 5504935"/>
              <a:gd name="connsiteY3" fmla="*/ 2101727 h 3394950"/>
              <a:gd name="connsiteX4" fmla="*/ 1 w 5504935"/>
              <a:gd name="connsiteY4" fmla="*/ 2723253 h 3394950"/>
              <a:gd name="connsiteX0" fmla="*/ 1 w 5408683"/>
              <a:gd name="connsiteY0" fmla="*/ 2731595 h 2813873"/>
              <a:gd name="connsiteX1" fmla="*/ 2752468 w 5408683"/>
              <a:gd name="connsiteY1" fmla="*/ 8342 h 2813873"/>
              <a:gd name="connsiteX2" fmla="*/ 5408683 w 5408683"/>
              <a:gd name="connsiteY2" fmla="*/ 2154080 h 2813873"/>
              <a:gd name="connsiteX3" fmla="*/ 2744447 w 5408683"/>
              <a:gd name="connsiteY3" fmla="*/ 2110069 h 2813873"/>
              <a:gd name="connsiteX4" fmla="*/ 1 w 5408683"/>
              <a:gd name="connsiteY4" fmla="*/ 2731595 h 2813873"/>
              <a:gd name="connsiteX0" fmla="*/ 1 w 5408683"/>
              <a:gd name="connsiteY0" fmla="*/ 2731232 h 2813510"/>
              <a:gd name="connsiteX1" fmla="*/ 2752468 w 5408683"/>
              <a:gd name="connsiteY1" fmla="*/ 7979 h 2813510"/>
              <a:gd name="connsiteX2" fmla="*/ 5408683 w 5408683"/>
              <a:gd name="connsiteY2" fmla="*/ 2153717 h 2813510"/>
              <a:gd name="connsiteX3" fmla="*/ 2744447 w 5408683"/>
              <a:gd name="connsiteY3" fmla="*/ 2109706 h 2813510"/>
              <a:gd name="connsiteX4" fmla="*/ 1 w 5408683"/>
              <a:gd name="connsiteY4" fmla="*/ 2731232 h 2813510"/>
              <a:gd name="connsiteX0" fmla="*/ 1275 w 5409957"/>
              <a:gd name="connsiteY0" fmla="*/ 2731232 h 3563776"/>
              <a:gd name="connsiteX1" fmla="*/ 2753742 w 5409957"/>
              <a:gd name="connsiteY1" fmla="*/ 7979 h 3563776"/>
              <a:gd name="connsiteX2" fmla="*/ 5409957 w 5409957"/>
              <a:gd name="connsiteY2" fmla="*/ 2153717 h 3563776"/>
              <a:gd name="connsiteX3" fmla="*/ 2745721 w 5409957"/>
              <a:gd name="connsiteY3" fmla="*/ 2109706 h 3563776"/>
              <a:gd name="connsiteX4" fmla="*/ 1275 w 5409957"/>
              <a:gd name="connsiteY4" fmla="*/ 2731232 h 3563776"/>
              <a:gd name="connsiteX0" fmla="*/ 1275 w 5409957"/>
              <a:gd name="connsiteY0" fmla="*/ 2723569 h 3556113"/>
              <a:gd name="connsiteX1" fmla="*/ 2753742 w 5409957"/>
              <a:gd name="connsiteY1" fmla="*/ 316 h 3556113"/>
              <a:gd name="connsiteX2" fmla="*/ 5409957 w 5409957"/>
              <a:gd name="connsiteY2" fmla="*/ 2146054 h 3556113"/>
              <a:gd name="connsiteX3" fmla="*/ 2745721 w 5409957"/>
              <a:gd name="connsiteY3" fmla="*/ 2102043 h 3556113"/>
              <a:gd name="connsiteX4" fmla="*/ 1275 w 5409957"/>
              <a:gd name="connsiteY4" fmla="*/ 2723569 h 3556113"/>
              <a:gd name="connsiteX0" fmla="*/ 48773 w 5457455"/>
              <a:gd name="connsiteY0" fmla="*/ 2723333 h 2813832"/>
              <a:gd name="connsiteX1" fmla="*/ 2801240 w 5457455"/>
              <a:gd name="connsiteY1" fmla="*/ 80 h 2813832"/>
              <a:gd name="connsiteX2" fmla="*/ 5457455 w 5457455"/>
              <a:gd name="connsiteY2" fmla="*/ 2145818 h 2813832"/>
              <a:gd name="connsiteX3" fmla="*/ 2793219 w 5457455"/>
              <a:gd name="connsiteY3" fmla="*/ 2101807 h 2813832"/>
              <a:gd name="connsiteX4" fmla="*/ 1168627 w 5457455"/>
              <a:gd name="connsiteY4" fmla="*/ 1849597 h 2813832"/>
              <a:gd name="connsiteX5" fmla="*/ 48773 w 5457455"/>
              <a:gd name="connsiteY5" fmla="*/ 2723333 h 2813832"/>
              <a:gd name="connsiteX0" fmla="*/ 58447 w 5467129"/>
              <a:gd name="connsiteY0" fmla="*/ 2737061 h 2827560"/>
              <a:gd name="connsiteX1" fmla="*/ 440364 w 5467129"/>
              <a:gd name="connsiteY1" fmla="*/ 1309872 h 2827560"/>
              <a:gd name="connsiteX2" fmla="*/ 2810914 w 5467129"/>
              <a:gd name="connsiteY2" fmla="*/ 13808 h 2827560"/>
              <a:gd name="connsiteX3" fmla="*/ 5467129 w 5467129"/>
              <a:gd name="connsiteY3" fmla="*/ 2159546 h 2827560"/>
              <a:gd name="connsiteX4" fmla="*/ 2802893 w 5467129"/>
              <a:gd name="connsiteY4" fmla="*/ 2115535 h 2827560"/>
              <a:gd name="connsiteX5" fmla="*/ 1178301 w 5467129"/>
              <a:gd name="connsiteY5" fmla="*/ 1863325 h 2827560"/>
              <a:gd name="connsiteX6" fmla="*/ 58447 w 5467129"/>
              <a:gd name="connsiteY6" fmla="*/ 2737061 h 2827560"/>
              <a:gd name="connsiteX0" fmla="*/ 58447 w 5467129"/>
              <a:gd name="connsiteY0" fmla="*/ 2739880 h 2830379"/>
              <a:gd name="connsiteX1" fmla="*/ 440364 w 5467129"/>
              <a:gd name="connsiteY1" fmla="*/ 1312691 h 2830379"/>
              <a:gd name="connsiteX2" fmla="*/ 2810914 w 5467129"/>
              <a:gd name="connsiteY2" fmla="*/ 16627 h 2830379"/>
              <a:gd name="connsiteX3" fmla="*/ 5467129 w 5467129"/>
              <a:gd name="connsiteY3" fmla="*/ 2162365 h 2830379"/>
              <a:gd name="connsiteX4" fmla="*/ 2802893 w 5467129"/>
              <a:gd name="connsiteY4" fmla="*/ 2118354 h 2830379"/>
              <a:gd name="connsiteX5" fmla="*/ 1178301 w 5467129"/>
              <a:gd name="connsiteY5" fmla="*/ 1866144 h 2830379"/>
              <a:gd name="connsiteX6" fmla="*/ 58447 w 5467129"/>
              <a:gd name="connsiteY6" fmla="*/ 2739880 h 2830379"/>
              <a:gd name="connsiteX0" fmla="*/ 30708 w 5439390"/>
              <a:gd name="connsiteY0" fmla="*/ 2739880 h 2830379"/>
              <a:gd name="connsiteX1" fmla="*/ 412625 w 5439390"/>
              <a:gd name="connsiteY1" fmla="*/ 1312691 h 2830379"/>
              <a:gd name="connsiteX2" fmla="*/ 2783175 w 5439390"/>
              <a:gd name="connsiteY2" fmla="*/ 16627 h 2830379"/>
              <a:gd name="connsiteX3" fmla="*/ 5439390 w 5439390"/>
              <a:gd name="connsiteY3" fmla="*/ 2162365 h 2830379"/>
              <a:gd name="connsiteX4" fmla="*/ 2775154 w 5439390"/>
              <a:gd name="connsiteY4" fmla="*/ 2118354 h 2830379"/>
              <a:gd name="connsiteX5" fmla="*/ 1150562 w 5439390"/>
              <a:gd name="connsiteY5" fmla="*/ 1866144 h 2830379"/>
              <a:gd name="connsiteX6" fmla="*/ 30708 w 5439390"/>
              <a:gd name="connsiteY6" fmla="*/ 2739880 h 2830379"/>
              <a:gd name="connsiteX0" fmla="*/ 12386 w 5421068"/>
              <a:gd name="connsiteY0" fmla="*/ 2739880 h 2830379"/>
              <a:gd name="connsiteX1" fmla="*/ 394303 w 5421068"/>
              <a:gd name="connsiteY1" fmla="*/ 1312691 h 2830379"/>
              <a:gd name="connsiteX2" fmla="*/ 2764853 w 5421068"/>
              <a:gd name="connsiteY2" fmla="*/ 16627 h 2830379"/>
              <a:gd name="connsiteX3" fmla="*/ 5421068 w 5421068"/>
              <a:gd name="connsiteY3" fmla="*/ 2162365 h 2830379"/>
              <a:gd name="connsiteX4" fmla="*/ 2756832 w 5421068"/>
              <a:gd name="connsiteY4" fmla="*/ 2118354 h 2830379"/>
              <a:gd name="connsiteX5" fmla="*/ 1132240 w 5421068"/>
              <a:gd name="connsiteY5" fmla="*/ 1866144 h 2830379"/>
              <a:gd name="connsiteX6" fmla="*/ 12386 w 5421068"/>
              <a:gd name="connsiteY6" fmla="*/ 2739880 h 2830379"/>
              <a:gd name="connsiteX0" fmla="*/ 6354 w 5415036"/>
              <a:gd name="connsiteY0" fmla="*/ 2739880 h 2830379"/>
              <a:gd name="connsiteX1" fmla="*/ 388271 w 5415036"/>
              <a:gd name="connsiteY1" fmla="*/ 1312691 h 2830379"/>
              <a:gd name="connsiteX2" fmla="*/ 2758821 w 5415036"/>
              <a:gd name="connsiteY2" fmla="*/ 16627 h 2830379"/>
              <a:gd name="connsiteX3" fmla="*/ 5415036 w 5415036"/>
              <a:gd name="connsiteY3" fmla="*/ 2162365 h 2830379"/>
              <a:gd name="connsiteX4" fmla="*/ 2750800 w 5415036"/>
              <a:gd name="connsiteY4" fmla="*/ 2118354 h 2830379"/>
              <a:gd name="connsiteX5" fmla="*/ 1126208 w 5415036"/>
              <a:gd name="connsiteY5" fmla="*/ 1866144 h 2830379"/>
              <a:gd name="connsiteX6" fmla="*/ 652965 w 5415036"/>
              <a:gd name="connsiteY6" fmla="*/ 2106776 h 2830379"/>
              <a:gd name="connsiteX7" fmla="*/ 6354 w 5415036"/>
              <a:gd name="connsiteY7" fmla="*/ 2739880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568316 w 5330387"/>
              <a:gd name="connsiteY6" fmla="*/ 2106776 h 2830379"/>
              <a:gd name="connsiteX7" fmla="*/ 9937 w 5330387"/>
              <a:gd name="connsiteY7" fmla="*/ 2098196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9937 w 5330387"/>
              <a:gd name="connsiteY6" fmla="*/ 2098196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31622 w 5320450"/>
              <a:gd name="connsiteY0" fmla="*/ 1866144 h 2830379"/>
              <a:gd name="connsiteX1" fmla="*/ 0 w 5320450"/>
              <a:gd name="connsiteY1" fmla="*/ 2098196 h 2830379"/>
              <a:gd name="connsiteX2" fmla="*/ 293685 w 5320450"/>
              <a:gd name="connsiteY2" fmla="*/ 1312691 h 2830379"/>
              <a:gd name="connsiteX3" fmla="*/ 2664235 w 5320450"/>
              <a:gd name="connsiteY3" fmla="*/ 16627 h 2830379"/>
              <a:gd name="connsiteX4" fmla="*/ 5320450 w 5320450"/>
              <a:gd name="connsiteY4" fmla="*/ 2162365 h 2830379"/>
              <a:gd name="connsiteX5" fmla="*/ 2656214 w 5320450"/>
              <a:gd name="connsiteY5" fmla="*/ 2118354 h 2830379"/>
              <a:gd name="connsiteX6" fmla="*/ 1123062 w 5320450"/>
              <a:gd name="connsiteY6" fmla="*/ 1957584 h 2830379"/>
              <a:gd name="connsiteX0" fmla="*/ 1052642 w 5341470"/>
              <a:gd name="connsiteY0" fmla="*/ 1866144 h 2830379"/>
              <a:gd name="connsiteX1" fmla="*/ 0 w 5341470"/>
              <a:gd name="connsiteY1" fmla="*/ 2050900 h 2830379"/>
              <a:gd name="connsiteX2" fmla="*/ 314705 w 5341470"/>
              <a:gd name="connsiteY2" fmla="*/ 1312691 h 2830379"/>
              <a:gd name="connsiteX3" fmla="*/ 2685255 w 5341470"/>
              <a:gd name="connsiteY3" fmla="*/ 16627 h 2830379"/>
              <a:gd name="connsiteX4" fmla="*/ 5341470 w 5341470"/>
              <a:gd name="connsiteY4" fmla="*/ 2162365 h 2830379"/>
              <a:gd name="connsiteX5" fmla="*/ 2677234 w 5341470"/>
              <a:gd name="connsiteY5" fmla="*/ 2118354 h 2830379"/>
              <a:gd name="connsiteX6" fmla="*/ 1144082 w 5341470"/>
              <a:gd name="connsiteY6" fmla="*/ 1957584 h 2830379"/>
              <a:gd name="connsiteX0" fmla="*/ 1052642 w 5341470"/>
              <a:gd name="connsiteY0" fmla="*/ 1895407 h 2859642"/>
              <a:gd name="connsiteX1" fmla="*/ 0 w 5341470"/>
              <a:gd name="connsiteY1" fmla="*/ 2080163 h 2859642"/>
              <a:gd name="connsiteX2" fmla="*/ 584289 w 5341470"/>
              <a:gd name="connsiteY2" fmla="*/ 981294 h 2859642"/>
              <a:gd name="connsiteX3" fmla="*/ 2685255 w 5341470"/>
              <a:gd name="connsiteY3" fmla="*/ 45890 h 2859642"/>
              <a:gd name="connsiteX4" fmla="*/ 5341470 w 5341470"/>
              <a:gd name="connsiteY4" fmla="*/ 2191628 h 2859642"/>
              <a:gd name="connsiteX5" fmla="*/ 2677234 w 5341470"/>
              <a:gd name="connsiteY5" fmla="*/ 2147617 h 2859642"/>
              <a:gd name="connsiteX6" fmla="*/ 1144082 w 5341470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84910 h 2849145"/>
              <a:gd name="connsiteX1" fmla="*/ 0 w 5323254"/>
              <a:gd name="connsiteY1" fmla="*/ 2066023 h 2849145"/>
              <a:gd name="connsiteX2" fmla="*/ 566073 w 5323254"/>
              <a:gd name="connsiteY2" fmla="*/ 970797 h 2849145"/>
              <a:gd name="connsiteX3" fmla="*/ 2667039 w 5323254"/>
              <a:gd name="connsiteY3" fmla="*/ 35393 h 2849145"/>
              <a:gd name="connsiteX4" fmla="*/ 5323254 w 5323254"/>
              <a:gd name="connsiteY4" fmla="*/ 2181131 h 2849145"/>
              <a:gd name="connsiteX5" fmla="*/ 2659018 w 5323254"/>
              <a:gd name="connsiteY5" fmla="*/ 2137120 h 2849145"/>
              <a:gd name="connsiteX6" fmla="*/ 1125866 w 5323254"/>
              <a:gd name="connsiteY6" fmla="*/ 1976350 h 2849145"/>
              <a:gd name="connsiteX0" fmla="*/ 1034426 w 5323254"/>
              <a:gd name="connsiteY0" fmla="*/ 1850327 h 2814562"/>
              <a:gd name="connsiteX1" fmla="*/ 0 w 5323254"/>
              <a:gd name="connsiteY1" fmla="*/ 2031440 h 2814562"/>
              <a:gd name="connsiteX2" fmla="*/ 566073 w 5323254"/>
              <a:gd name="connsiteY2" fmla="*/ 936214 h 2814562"/>
              <a:gd name="connsiteX3" fmla="*/ 2667039 w 5323254"/>
              <a:gd name="connsiteY3" fmla="*/ 810 h 2814562"/>
              <a:gd name="connsiteX4" fmla="*/ 5323254 w 5323254"/>
              <a:gd name="connsiteY4" fmla="*/ 2146548 h 2814562"/>
              <a:gd name="connsiteX5" fmla="*/ 2659018 w 5323254"/>
              <a:gd name="connsiteY5" fmla="*/ 2102537 h 2814562"/>
              <a:gd name="connsiteX6" fmla="*/ 1125866 w 5323254"/>
              <a:gd name="connsiteY6" fmla="*/ 1941767 h 2814562"/>
              <a:gd name="connsiteX0" fmla="*/ 1034426 w 5323254"/>
              <a:gd name="connsiteY0" fmla="*/ 1870005 h 2834240"/>
              <a:gd name="connsiteX1" fmla="*/ 0 w 5323254"/>
              <a:gd name="connsiteY1" fmla="*/ 2051118 h 2834240"/>
              <a:gd name="connsiteX2" fmla="*/ 566073 w 5323254"/>
              <a:gd name="connsiteY2" fmla="*/ 955892 h 2834240"/>
              <a:gd name="connsiteX3" fmla="*/ 2667039 w 5323254"/>
              <a:gd name="connsiteY3" fmla="*/ 781 h 2834240"/>
              <a:gd name="connsiteX4" fmla="*/ 5323254 w 5323254"/>
              <a:gd name="connsiteY4" fmla="*/ 2166226 h 2834240"/>
              <a:gd name="connsiteX5" fmla="*/ 2659018 w 5323254"/>
              <a:gd name="connsiteY5" fmla="*/ 2122215 h 2834240"/>
              <a:gd name="connsiteX6" fmla="*/ 1125866 w 5323254"/>
              <a:gd name="connsiteY6" fmla="*/ 1961445 h 2834240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378075"/>
              <a:gd name="connsiteX1" fmla="*/ 0 w 5323254"/>
              <a:gd name="connsiteY1" fmla="*/ 2050391 h 2378075"/>
              <a:gd name="connsiteX2" fmla="*/ 566073 w 5323254"/>
              <a:gd name="connsiteY2" fmla="*/ 955165 h 2378075"/>
              <a:gd name="connsiteX3" fmla="*/ 2667039 w 5323254"/>
              <a:gd name="connsiteY3" fmla="*/ 54 h 2378075"/>
              <a:gd name="connsiteX4" fmla="*/ 5323254 w 5323254"/>
              <a:gd name="connsiteY4" fmla="*/ 2165499 h 2378075"/>
              <a:gd name="connsiteX5" fmla="*/ 2659018 w 5323254"/>
              <a:gd name="connsiteY5" fmla="*/ 2121488 h 2378075"/>
              <a:gd name="connsiteX6" fmla="*/ 1125866 w 5323254"/>
              <a:gd name="connsiteY6" fmla="*/ 1960718 h 2378075"/>
              <a:gd name="connsiteX0" fmla="*/ 1034426 w 5335078"/>
              <a:gd name="connsiteY0" fmla="*/ 1902587 h 2386535"/>
              <a:gd name="connsiteX1" fmla="*/ 0 w 5335078"/>
              <a:gd name="connsiteY1" fmla="*/ 2083700 h 2386535"/>
              <a:gd name="connsiteX2" fmla="*/ 566073 w 5335078"/>
              <a:gd name="connsiteY2" fmla="*/ 988474 h 2386535"/>
              <a:gd name="connsiteX3" fmla="*/ 2667039 w 5335078"/>
              <a:gd name="connsiteY3" fmla="*/ 33363 h 2386535"/>
              <a:gd name="connsiteX4" fmla="*/ 5335078 w 5335078"/>
              <a:gd name="connsiteY4" fmla="*/ 2171219 h 2386535"/>
              <a:gd name="connsiteX5" fmla="*/ 2659018 w 5335078"/>
              <a:gd name="connsiteY5" fmla="*/ 2154797 h 2386535"/>
              <a:gd name="connsiteX6" fmla="*/ 1125866 w 5335078"/>
              <a:gd name="connsiteY6" fmla="*/ 1994027 h 2386535"/>
              <a:gd name="connsiteX0" fmla="*/ 1034426 w 5335078"/>
              <a:gd name="connsiteY0" fmla="*/ 1902587 h 2430925"/>
              <a:gd name="connsiteX1" fmla="*/ 0 w 5335078"/>
              <a:gd name="connsiteY1" fmla="*/ 2083700 h 2430925"/>
              <a:gd name="connsiteX2" fmla="*/ 566073 w 5335078"/>
              <a:gd name="connsiteY2" fmla="*/ 988474 h 2430925"/>
              <a:gd name="connsiteX3" fmla="*/ 2667039 w 5335078"/>
              <a:gd name="connsiteY3" fmla="*/ 33363 h 2430925"/>
              <a:gd name="connsiteX4" fmla="*/ 5335078 w 5335078"/>
              <a:gd name="connsiteY4" fmla="*/ 2171219 h 2430925"/>
              <a:gd name="connsiteX5" fmla="*/ 2659018 w 5335078"/>
              <a:gd name="connsiteY5" fmla="*/ 2154797 h 2430925"/>
              <a:gd name="connsiteX6" fmla="*/ 1125866 w 5335078"/>
              <a:gd name="connsiteY6" fmla="*/ 1994027 h 2430925"/>
              <a:gd name="connsiteX0" fmla="*/ 1034426 w 5335078"/>
              <a:gd name="connsiteY0" fmla="*/ 1902587 h 2424228"/>
              <a:gd name="connsiteX1" fmla="*/ 0 w 5335078"/>
              <a:gd name="connsiteY1" fmla="*/ 2083700 h 2424228"/>
              <a:gd name="connsiteX2" fmla="*/ 566073 w 5335078"/>
              <a:gd name="connsiteY2" fmla="*/ 988474 h 2424228"/>
              <a:gd name="connsiteX3" fmla="*/ 2667039 w 5335078"/>
              <a:gd name="connsiteY3" fmla="*/ 33363 h 2424228"/>
              <a:gd name="connsiteX4" fmla="*/ 5335078 w 5335078"/>
              <a:gd name="connsiteY4" fmla="*/ 2171219 h 2424228"/>
              <a:gd name="connsiteX5" fmla="*/ 2659018 w 5335078"/>
              <a:gd name="connsiteY5" fmla="*/ 2154797 h 2424228"/>
              <a:gd name="connsiteX6" fmla="*/ 1125866 w 5335078"/>
              <a:gd name="connsiteY6" fmla="*/ 1994027 h 2424228"/>
              <a:gd name="connsiteX0" fmla="*/ 1034426 w 5335078"/>
              <a:gd name="connsiteY0" fmla="*/ 1902587 h 2391766"/>
              <a:gd name="connsiteX1" fmla="*/ 0 w 5335078"/>
              <a:gd name="connsiteY1" fmla="*/ 2083700 h 2391766"/>
              <a:gd name="connsiteX2" fmla="*/ 566073 w 5335078"/>
              <a:gd name="connsiteY2" fmla="*/ 988474 h 2391766"/>
              <a:gd name="connsiteX3" fmla="*/ 2667039 w 5335078"/>
              <a:gd name="connsiteY3" fmla="*/ 33363 h 2391766"/>
              <a:gd name="connsiteX4" fmla="*/ 5335078 w 5335078"/>
              <a:gd name="connsiteY4" fmla="*/ 2171219 h 2391766"/>
              <a:gd name="connsiteX5" fmla="*/ 2659018 w 5335078"/>
              <a:gd name="connsiteY5" fmla="*/ 2154797 h 2391766"/>
              <a:gd name="connsiteX6" fmla="*/ 1125866 w 5335078"/>
              <a:gd name="connsiteY6" fmla="*/ 1994027 h 2391766"/>
              <a:gd name="connsiteX0" fmla="*/ 1034426 w 5335078"/>
              <a:gd name="connsiteY0" fmla="*/ 1902587 h 2378193"/>
              <a:gd name="connsiteX1" fmla="*/ 0 w 5335078"/>
              <a:gd name="connsiteY1" fmla="*/ 2083700 h 2378193"/>
              <a:gd name="connsiteX2" fmla="*/ 566073 w 5335078"/>
              <a:gd name="connsiteY2" fmla="*/ 988474 h 2378193"/>
              <a:gd name="connsiteX3" fmla="*/ 2667039 w 5335078"/>
              <a:gd name="connsiteY3" fmla="*/ 33363 h 2378193"/>
              <a:gd name="connsiteX4" fmla="*/ 5335078 w 5335078"/>
              <a:gd name="connsiteY4" fmla="*/ 2171219 h 2378193"/>
              <a:gd name="connsiteX5" fmla="*/ 2659018 w 5335078"/>
              <a:gd name="connsiteY5" fmla="*/ 2154797 h 2378193"/>
              <a:gd name="connsiteX6" fmla="*/ 1125866 w 5335078"/>
              <a:gd name="connsiteY6" fmla="*/ 1994027 h 2378193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7" fmla="*/ 1034426 w 5335078"/>
              <a:gd name="connsiteY7" fmla="*/ 1902587 h 2377034"/>
              <a:gd name="connsiteX0" fmla="*/ 1125866 w 5335078"/>
              <a:gd name="connsiteY0" fmla="*/ 199402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92890"/>
              <a:gd name="connsiteX1" fmla="*/ 0 w 5335078"/>
              <a:gd name="connsiteY1" fmla="*/ 2083700 h 2392890"/>
              <a:gd name="connsiteX2" fmla="*/ 566073 w 5335078"/>
              <a:gd name="connsiteY2" fmla="*/ 988474 h 2392890"/>
              <a:gd name="connsiteX3" fmla="*/ 2667039 w 5335078"/>
              <a:gd name="connsiteY3" fmla="*/ 33363 h 2392890"/>
              <a:gd name="connsiteX4" fmla="*/ 5335078 w 5335078"/>
              <a:gd name="connsiteY4" fmla="*/ 2171219 h 2392890"/>
              <a:gd name="connsiteX5" fmla="*/ 2659018 w 5335078"/>
              <a:gd name="connsiteY5" fmla="*/ 2154797 h 2392890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21527 h 2364586"/>
              <a:gd name="connsiteX1" fmla="*/ 0 w 5335078"/>
              <a:gd name="connsiteY1" fmla="*/ 2050430 h 2364586"/>
              <a:gd name="connsiteX2" fmla="*/ 2667039 w 5335078"/>
              <a:gd name="connsiteY2" fmla="*/ 93 h 2364586"/>
              <a:gd name="connsiteX3" fmla="*/ 5335078 w 5335078"/>
              <a:gd name="connsiteY3" fmla="*/ 2137949 h 2364586"/>
              <a:gd name="connsiteX4" fmla="*/ 2659018 w 5335078"/>
              <a:gd name="connsiteY4" fmla="*/ 2121527 h 2364586"/>
              <a:gd name="connsiteX0" fmla="*/ 2659018 w 5335078"/>
              <a:gd name="connsiteY0" fmla="*/ 2126514 h 2369573"/>
              <a:gd name="connsiteX1" fmla="*/ 0 w 5335078"/>
              <a:gd name="connsiteY1" fmla="*/ 2055417 h 2369573"/>
              <a:gd name="connsiteX2" fmla="*/ 2667039 w 5335078"/>
              <a:gd name="connsiteY2" fmla="*/ 5080 h 2369573"/>
              <a:gd name="connsiteX3" fmla="*/ 5335078 w 5335078"/>
              <a:gd name="connsiteY3" fmla="*/ 2142936 h 2369573"/>
              <a:gd name="connsiteX4" fmla="*/ 2659018 w 5335078"/>
              <a:gd name="connsiteY4" fmla="*/ 2126514 h 2369573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1753 h 2364812"/>
              <a:gd name="connsiteX1" fmla="*/ 0 w 5335078"/>
              <a:gd name="connsiteY1" fmla="*/ 2050656 h 2364812"/>
              <a:gd name="connsiteX2" fmla="*/ 2667039 w 5335078"/>
              <a:gd name="connsiteY2" fmla="*/ 319 h 2364812"/>
              <a:gd name="connsiteX3" fmla="*/ 5335078 w 5335078"/>
              <a:gd name="connsiteY3" fmla="*/ 2138175 h 2364812"/>
              <a:gd name="connsiteX4" fmla="*/ 2659018 w 5335078"/>
              <a:gd name="connsiteY4" fmla="*/ 2121753 h 2364812"/>
              <a:gd name="connsiteX0" fmla="*/ 2659018 w 5335078"/>
              <a:gd name="connsiteY0" fmla="*/ 2121721 h 2364780"/>
              <a:gd name="connsiteX1" fmla="*/ 0 w 5335078"/>
              <a:gd name="connsiteY1" fmla="*/ 2050624 h 2364780"/>
              <a:gd name="connsiteX2" fmla="*/ 2667039 w 5335078"/>
              <a:gd name="connsiteY2" fmla="*/ 287 h 2364780"/>
              <a:gd name="connsiteX3" fmla="*/ 5335078 w 5335078"/>
              <a:gd name="connsiteY3" fmla="*/ 2138143 h 2364780"/>
              <a:gd name="connsiteX4" fmla="*/ 2659018 w 5335078"/>
              <a:gd name="connsiteY4" fmla="*/ 2121721 h 2364780"/>
              <a:gd name="connsiteX0" fmla="*/ 2659018 w 5335078"/>
              <a:gd name="connsiteY0" fmla="*/ 2121435 h 2364494"/>
              <a:gd name="connsiteX1" fmla="*/ 0 w 5335078"/>
              <a:gd name="connsiteY1" fmla="*/ 2050338 h 2364494"/>
              <a:gd name="connsiteX2" fmla="*/ 2667039 w 5335078"/>
              <a:gd name="connsiteY2" fmla="*/ 1 h 2364494"/>
              <a:gd name="connsiteX3" fmla="*/ 5335078 w 5335078"/>
              <a:gd name="connsiteY3" fmla="*/ 2137857 h 2364494"/>
              <a:gd name="connsiteX4" fmla="*/ 2659018 w 5335078"/>
              <a:gd name="connsiteY4" fmla="*/ 2121435 h 2364494"/>
              <a:gd name="connsiteX0" fmla="*/ 2659018 w 5335078"/>
              <a:gd name="connsiteY0" fmla="*/ 2127784 h 2370843"/>
              <a:gd name="connsiteX1" fmla="*/ 0 w 5335078"/>
              <a:gd name="connsiteY1" fmla="*/ 2056687 h 2370843"/>
              <a:gd name="connsiteX2" fmla="*/ 2660689 w 5335078"/>
              <a:gd name="connsiteY2" fmla="*/ 0 h 2370843"/>
              <a:gd name="connsiteX3" fmla="*/ 5335078 w 5335078"/>
              <a:gd name="connsiteY3" fmla="*/ 2144206 h 2370843"/>
              <a:gd name="connsiteX4" fmla="*/ 2659018 w 5335078"/>
              <a:gd name="connsiteY4" fmla="*/ 2127784 h 2370843"/>
              <a:gd name="connsiteX0" fmla="*/ 2659018 w 5335078"/>
              <a:gd name="connsiteY0" fmla="*/ 2108534 h 2351593"/>
              <a:gd name="connsiteX1" fmla="*/ 0 w 5335078"/>
              <a:gd name="connsiteY1" fmla="*/ 2037437 h 2351593"/>
              <a:gd name="connsiteX2" fmla="*/ 2660689 w 5335078"/>
              <a:gd name="connsiteY2" fmla="*/ 1 h 2351593"/>
              <a:gd name="connsiteX3" fmla="*/ 5335078 w 5335078"/>
              <a:gd name="connsiteY3" fmla="*/ 2124956 h 2351593"/>
              <a:gd name="connsiteX4" fmla="*/ 2659018 w 5335078"/>
              <a:gd name="connsiteY4" fmla="*/ 2108534 h 2351593"/>
              <a:gd name="connsiteX0" fmla="*/ 2659018 w 5335078"/>
              <a:gd name="connsiteY0" fmla="*/ 2111741 h 2354800"/>
              <a:gd name="connsiteX1" fmla="*/ 0 w 5335078"/>
              <a:gd name="connsiteY1" fmla="*/ 2040644 h 2354800"/>
              <a:gd name="connsiteX2" fmla="*/ 2660689 w 5335078"/>
              <a:gd name="connsiteY2" fmla="*/ 0 h 2354800"/>
              <a:gd name="connsiteX3" fmla="*/ 5335078 w 5335078"/>
              <a:gd name="connsiteY3" fmla="*/ 2128163 h 2354800"/>
              <a:gd name="connsiteX4" fmla="*/ 2659018 w 5335078"/>
              <a:gd name="connsiteY4" fmla="*/ 2111741 h 2354800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5078" h="2354807">
                <a:moveTo>
                  <a:pt x="2659018" y="2111748"/>
                </a:moveTo>
                <a:cubicBezTo>
                  <a:pt x="1643714" y="1699082"/>
                  <a:pt x="419769" y="1884255"/>
                  <a:pt x="0" y="2040651"/>
                </a:cubicBezTo>
                <a:cubicBezTo>
                  <a:pt x="95392" y="1506223"/>
                  <a:pt x="860721" y="-3578"/>
                  <a:pt x="2660689" y="7"/>
                </a:cubicBezTo>
                <a:cubicBezTo>
                  <a:pt x="4460657" y="3592"/>
                  <a:pt x="5211709" y="1510238"/>
                  <a:pt x="5335078" y="2128170"/>
                </a:cubicBezTo>
                <a:cubicBezTo>
                  <a:pt x="4302438" y="2512830"/>
                  <a:pt x="3315656" y="2339170"/>
                  <a:pt x="2659018" y="2111748"/>
                </a:cubicBez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Add image or colour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ECB0A80-1B0E-170D-E80A-84919FB912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3D167C-9875-FA01-F0EE-48A389E8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>
                <a:solidFill>
                  <a:schemeClr val="accent1"/>
                </a:solidFill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4736FBD-C735-A3EB-79E8-81370B63D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093" y="2002420"/>
            <a:ext cx="3888973" cy="15857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0213EADD-CAB9-DEAA-F13C-E0B9559E8F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1094" y="4450181"/>
            <a:ext cx="3888973" cy="1937700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18052ED-4900-6F39-B939-C2128A1BC8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094" y="1617994"/>
            <a:ext cx="3888972" cy="295275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050" spc="18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E5241F3-02DA-7DC4-A3FE-66BFE75A92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55D7E-B700-5553-B21F-746436B41A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0629" y="2002420"/>
            <a:ext cx="2805403" cy="83408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3368248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07526-6A06-8A3B-DA89-579CB6B5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8D75A1-9FB9-35D5-68A4-1C18893BD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75915"/>
            <a:ext cx="7008812" cy="5197065"/>
          </a:xfrm>
          <a:custGeom>
            <a:avLst/>
            <a:gdLst>
              <a:gd name="connsiteX0" fmla="*/ 0 w 7008812"/>
              <a:gd name="connsiteY0" fmla="*/ 248264 h 5197065"/>
              <a:gd name="connsiteX1" fmla="*/ 248264 w 7008812"/>
              <a:gd name="connsiteY1" fmla="*/ 0 h 5197065"/>
              <a:gd name="connsiteX2" fmla="*/ 6760548 w 7008812"/>
              <a:gd name="connsiteY2" fmla="*/ 0 h 5197065"/>
              <a:gd name="connsiteX3" fmla="*/ 7008812 w 7008812"/>
              <a:gd name="connsiteY3" fmla="*/ 248264 h 5197065"/>
              <a:gd name="connsiteX4" fmla="*/ 7008812 w 7008812"/>
              <a:gd name="connsiteY4" fmla="*/ 4948801 h 5197065"/>
              <a:gd name="connsiteX5" fmla="*/ 6760548 w 7008812"/>
              <a:gd name="connsiteY5" fmla="*/ 5197065 h 5197065"/>
              <a:gd name="connsiteX6" fmla="*/ 248264 w 7008812"/>
              <a:gd name="connsiteY6" fmla="*/ 5197065 h 5197065"/>
              <a:gd name="connsiteX7" fmla="*/ 0 w 7008812"/>
              <a:gd name="connsiteY7" fmla="*/ 4948801 h 5197065"/>
              <a:gd name="connsiteX8" fmla="*/ 0 w 7008812"/>
              <a:gd name="connsiteY8" fmla="*/ 248264 h 5197065"/>
              <a:gd name="connsiteX0" fmla="*/ 0 w 7334920"/>
              <a:gd name="connsiteY0" fmla="*/ 248264 h 5197065"/>
              <a:gd name="connsiteX1" fmla="*/ 248264 w 7334920"/>
              <a:gd name="connsiteY1" fmla="*/ 0 h 5197065"/>
              <a:gd name="connsiteX2" fmla="*/ 6760548 w 7334920"/>
              <a:gd name="connsiteY2" fmla="*/ 0 h 5197065"/>
              <a:gd name="connsiteX3" fmla="*/ 7008812 w 7334920"/>
              <a:gd name="connsiteY3" fmla="*/ 4948801 h 5197065"/>
              <a:gd name="connsiteX4" fmla="*/ 6760548 w 7334920"/>
              <a:gd name="connsiteY4" fmla="*/ 5197065 h 5197065"/>
              <a:gd name="connsiteX5" fmla="*/ 248264 w 7334920"/>
              <a:gd name="connsiteY5" fmla="*/ 5197065 h 5197065"/>
              <a:gd name="connsiteX6" fmla="*/ 0 w 7334920"/>
              <a:gd name="connsiteY6" fmla="*/ 4948801 h 5197065"/>
              <a:gd name="connsiteX7" fmla="*/ 0 w 7334920"/>
              <a:gd name="connsiteY7" fmla="*/ 248264 h 5197065"/>
              <a:gd name="connsiteX0" fmla="*/ 0 w 7574583"/>
              <a:gd name="connsiteY0" fmla="*/ 248264 h 5197065"/>
              <a:gd name="connsiteX1" fmla="*/ 248264 w 7574583"/>
              <a:gd name="connsiteY1" fmla="*/ 0 h 5197065"/>
              <a:gd name="connsiteX2" fmla="*/ 6760548 w 7574583"/>
              <a:gd name="connsiteY2" fmla="*/ 0 h 5197065"/>
              <a:gd name="connsiteX3" fmla="*/ 6760548 w 7574583"/>
              <a:gd name="connsiteY3" fmla="*/ 5197065 h 5197065"/>
              <a:gd name="connsiteX4" fmla="*/ 248264 w 7574583"/>
              <a:gd name="connsiteY4" fmla="*/ 5197065 h 5197065"/>
              <a:gd name="connsiteX5" fmla="*/ 0 w 7574583"/>
              <a:gd name="connsiteY5" fmla="*/ 4948801 h 5197065"/>
              <a:gd name="connsiteX6" fmla="*/ 0 w 7574583"/>
              <a:gd name="connsiteY6" fmla="*/ 248264 h 5197065"/>
              <a:gd name="connsiteX0" fmla="*/ 0 w 7691764"/>
              <a:gd name="connsiteY0" fmla="*/ 248264 h 5197065"/>
              <a:gd name="connsiteX1" fmla="*/ 248264 w 7691764"/>
              <a:gd name="connsiteY1" fmla="*/ 0 h 5197065"/>
              <a:gd name="connsiteX2" fmla="*/ 6760548 w 7691764"/>
              <a:gd name="connsiteY2" fmla="*/ 0 h 5197065"/>
              <a:gd name="connsiteX3" fmla="*/ 6760548 w 7691764"/>
              <a:gd name="connsiteY3" fmla="*/ 5197065 h 5197065"/>
              <a:gd name="connsiteX4" fmla="*/ 248264 w 7691764"/>
              <a:gd name="connsiteY4" fmla="*/ 5197065 h 5197065"/>
              <a:gd name="connsiteX5" fmla="*/ 0 w 7691764"/>
              <a:gd name="connsiteY5" fmla="*/ 4948801 h 5197065"/>
              <a:gd name="connsiteX6" fmla="*/ 0 w 7691764"/>
              <a:gd name="connsiteY6" fmla="*/ 248264 h 5197065"/>
              <a:gd name="connsiteX0" fmla="*/ 0 w 7691764"/>
              <a:gd name="connsiteY0" fmla="*/ 248264 h 5197065"/>
              <a:gd name="connsiteX1" fmla="*/ 248264 w 7691764"/>
              <a:gd name="connsiteY1" fmla="*/ 0 h 5197065"/>
              <a:gd name="connsiteX2" fmla="*/ 6760548 w 7691764"/>
              <a:gd name="connsiteY2" fmla="*/ 0 h 5197065"/>
              <a:gd name="connsiteX3" fmla="*/ 6760548 w 7691764"/>
              <a:gd name="connsiteY3" fmla="*/ 5197065 h 5197065"/>
              <a:gd name="connsiteX4" fmla="*/ 248264 w 7691764"/>
              <a:gd name="connsiteY4" fmla="*/ 5197065 h 5197065"/>
              <a:gd name="connsiteX5" fmla="*/ 0 w 7691764"/>
              <a:gd name="connsiteY5" fmla="*/ 4948801 h 5197065"/>
              <a:gd name="connsiteX6" fmla="*/ 0 w 7691764"/>
              <a:gd name="connsiteY6" fmla="*/ 248264 h 5197065"/>
              <a:gd name="connsiteX0" fmla="*/ 0 w 7242939"/>
              <a:gd name="connsiteY0" fmla="*/ 248264 h 5197065"/>
              <a:gd name="connsiteX1" fmla="*/ 248264 w 7242939"/>
              <a:gd name="connsiteY1" fmla="*/ 0 h 5197065"/>
              <a:gd name="connsiteX2" fmla="*/ 6760548 w 7242939"/>
              <a:gd name="connsiteY2" fmla="*/ 0 h 5197065"/>
              <a:gd name="connsiteX3" fmla="*/ 6760548 w 7242939"/>
              <a:gd name="connsiteY3" fmla="*/ 5197065 h 5197065"/>
              <a:gd name="connsiteX4" fmla="*/ 248264 w 7242939"/>
              <a:gd name="connsiteY4" fmla="*/ 5197065 h 5197065"/>
              <a:gd name="connsiteX5" fmla="*/ 0 w 7242939"/>
              <a:gd name="connsiteY5" fmla="*/ 4948801 h 5197065"/>
              <a:gd name="connsiteX6" fmla="*/ 0 w 7242939"/>
              <a:gd name="connsiteY6" fmla="*/ 248264 h 5197065"/>
              <a:gd name="connsiteX0" fmla="*/ 0 w 6760548"/>
              <a:gd name="connsiteY0" fmla="*/ 248264 h 5197065"/>
              <a:gd name="connsiteX1" fmla="*/ 248264 w 6760548"/>
              <a:gd name="connsiteY1" fmla="*/ 0 h 5197065"/>
              <a:gd name="connsiteX2" fmla="*/ 6760548 w 6760548"/>
              <a:gd name="connsiteY2" fmla="*/ 0 h 5197065"/>
              <a:gd name="connsiteX3" fmla="*/ 6760548 w 6760548"/>
              <a:gd name="connsiteY3" fmla="*/ 5197065 h 5197065"/>
              <a:gd name="connsiteX4" fmla="*/ 248264 w 6760548"/>
              <a:gd name="connsiteY4" fmla="*/ 5197065 h 5197065"/>
              <a:gd name="connsiteX5" fmla="*/ 0 w 6760548"/>
              <a:gd name="connsiteY5" fmla="*/ 4948801 h 5197065"/>
              <a:gd name="connsiteX6" fmla="*/ 0 w 6760548"/>
              <a:gd name="connsiteY6" fmla="*/ 248264 h 5197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0548" h="5197065">
                <a:moveTo>
                  <a:pt x="0" y="248264"/>
                </a:moveTo>
                <a:cubicBezTo>
                  <a:pt x="0" y="111152"/>
                  <a:pt x="111152" y="0"/>
                  <a:pt x="248264" y="0"/>
                </a:cubicBezTo>
                <a:lnTo>
                  <a:pt x="6760548" y="0"/>
                </a:lnTo>
                <a:lnTo>
                  <a:pt x="6760548" y="5197065"/>
                </a:lnTo>
                <a:lnTo>
                  <a:pt x="248264" y="5197065"/>
                </a:lnTo>
                <a:cubicBezTo>
                  <a:pt x="111152" y="5197065"/>
                  <a:pt x="0" y="5085913"/>
                  <a:pt x="0" y="4948801"/>
                </a:cubicBezTo>
                <a:lnTo>
                  <a:pt x="0" y="248264"/>
                </a:lnTo>
                <a:close/>
              </a:path>
            </a:pathLst>
          </a:custGeo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3F18B-74B7-FDC5-3C24-D2AAB9E3B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155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57CFB-761C-61A3-3FD4-38677967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8168A-E09F-C212-892A-5768AA8B9F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3980853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rounded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9550" y="212602"/>
            <a:ext cx="11772900" cy="6432673"/>
          </a:xfrm>
          <a:prstGeom prst="roundRect">
            <a:avLst>
              <a:gd name="adj" fmla="val 2092"/>
            </a:avLst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012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87548-065A-2FD2-84C8-203BB1A6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BEA7441-A828-B046-2CD2-CF607127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2C426D2-7C57-9C3B-F590-3A3BA1F9749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21876114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693B4-8D93-0C59-89A8-39CA4FE0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9DF28-AEB2-0DF2-6F85-19D75D3F99E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7315914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6657-0D83-5855-DF19-95C81EA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37529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5E69F-50C0-1AAE-0AC4-C5D895EF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52558"/>
            <a:ext cx="10515600" cy="7821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CF9A-2D5A-BA6D-71A9-DDEBF05C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02ABFB-6F3B-6110-5720-080212808FD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8585F5B5-E53F-66CC-5BA2-B03414A946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4659493"/>
            <a:ext cx="4327233" cy="223837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600"/>
            </a:lvl1pPr>
          </a:lstStyle>
          <a:p>
            <a:r>
              <a:rPr lang="en-GB"/>
              <a:t>Name Surname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3772A83B-F776-ADB8-EA5E-158FAE3EC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40766" y="4659493"/>
            <a:ext cx="4327233" cy="22383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6695756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2666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E50A-0518-EBB3-A9FE-262EC2557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82341"/>
            <a:ext cx="9144000" cy="1062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subtitle. Add / change background image: right click on the background -&gt; ‘format background’.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424C0-A569-559C-08FC-98607824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76E0DA4-BE98-F253-CE15-3E8CEBF955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5719763"/>
            <a:ext cx="4327233" cy="223837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Name Surname 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7FF9569-251D-28D9-04A1-30874C376F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40766" y="5719763"/>
            <a:ext cx="4327233" cy="223837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5 May 2023 13:30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0D863FC-F0C7-62AE-69C0-C523970917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3297" y="5811410"/>
            <a:ext cx="285407" cy="63897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2780F77-8A04-C3F6-58E2-4E56BC3474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3762742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77408"/>
            <a:ext cx="9144000" cy="62059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E50A-0518-EBB3-A9FE-262EC2557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242800"/>
            <a:ext cx="9144000" cy="10625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</a:t>
            </a:r>
            <a:r>
              <a:rPr lang="en-GB" err="1"/>
              <a:t>alinea</a:t>
            </a:r>
            <a:r>
              <a:rPr lang="en-GB"/>
              <a:t>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424C0-A569-559C-08FC-98607824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26373E-4377-A781-3D49-41F45D010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64152" y="4450181"/>
            <a:ext cx="3888973" cy="19377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F7D046-E958-9025-BEA4-08281F97C5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4281" y="4450181"/>
            <a:ext cx="3883567" cy="19377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E4A5C0-8650-7820-0CC2-235C38435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24000" y="2074483"/>
            <a:ext cx="9144000" cy="29527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50" spc="180" baseline="0"/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A48611BC-1417-DAEB-753E-502273FBC1B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21417715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0D407A-E5FF-CFF0-6724-857811503D1C}"/>
              </a:ext>
            </a:extLst>
          </p:cNvPr>
          <p:cNvSpPr/>
          <p:nvPr userDrawn="1"/>
        </p:nvSpPr>
        <p:spPr>
          <a:xfrm>
            <a:off x="5953125" y="0"/>
            <a:ext cx="624428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093" y="2002420"/>
            <a:ext cx="3888973" cy="15857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26373E-4377-A781-3D49-41F45D010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1094" y="4297781"/>
            <a:ext cx="3888973" cy="1937700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E4A5C0-8650-7820-0CC2-235C38435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094" y="1617994"/>
            <a:ext cx="3888972" cy="295275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050" spc="180" baseline="0"/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B86830-2793-955C-ABE4-4569F259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864F0E-21B6-DE0C-2B2F-F2AF808DC6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96A74EA-6452-D0A3-7869-186AE90BDE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30779" y="1627107"/>
            <a:ext cx="3888972" cy="29527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50" spc="18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98A49E1-CB1A-202E-647B-12A8DD7EF9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14573" y="5675023"/>
            <a:ext cx="3888973" cy="560457"/>
          </a:xfrm>
        </p:spPr>
        <p:txBody>
          <a:bodyPr anchor="t">
            <a:norm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AC6F1BD-C235-33E8-17B0-58621362ED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23226002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9B503-272A-F6B4-D58E-93E554E7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9EF91B0-2678-3E29-585E-8371E3C9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E8D6E-739C-2F82-AF35-0575C20D81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22340"/>
            <a:ext cx="10515600" cy="4333617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F4A3FE5-9A76-CAD0-3DEC-B1E82E2946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1206291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ab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9EF91B0-2678-3E29-585E-8371E3C9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D4168B-B615-3C26-6250-6FA7A8F80E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604963"/>
            <a:ext cx="10515600" cy="854075"/>
          </a:xfrm>
        </p:spPr>
        <p:txBody>
          <a:bodyPr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916EB5-1DE8-E77A-E383-0BA7ACF6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3FCD97A-D507-438F-9DFD-AAF7AAB58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4944B03-692B-6EBC-6279-86EA05C9E8E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37258994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6657-0D83-5855-DF19-95C81EA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37529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5E69F-50C0-1AAE-0AC4-C5D895EF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2341"/>
            <a:ext cx="105156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CF9A-2D5A-BA6D-71A9-DDEBF05C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748C071-72AF-2149-93E0-18B01285BB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7868865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3387902" y="707203"/>
            <a:ext cx="5493600" cy="5493600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D521898-D0B7-765A-5899-C6C171981F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81429" y="707195"/>
            <a:ext cx="5335078" cy="2354807"/>
          </a:xfrm>
          <a:custGeom>
            <a:avLst/>
            <a:gdLst>
              <a:gd name="connsiteX0" fmla="*/ 0 w 5504933"/>
              <a:gd name="connsiteY0" fmla="*/ 2723253 h 5446506"/>
              <a:gd name="connsiteX1" fmla="*/ 2752467 w 5504933"/>
              <a:gd name="connsiteY1" fmla="*/ 0 h 5446506"/>
              <a:gd name="connsiteX2" fmla="*/ 5504934 w 5504933"/>
              <a:gd name="connsiteY2" fmla="*/ 2723253 h 5446506"/>
              <a:gd name="connsiteX3" fmla="*/ 2752467 w 5504933"/>
              <a:gd name="connsiteY3" fmla="*/ 5446506 h 5446506"/>
              <a:gd name="connsiteX4" fmla="*/ 0 w 5504933"/>
              <a:gd name="connsiteY4" fmla="*/ 2723253 h 5446506"/>
              <a:gd name="connsiteX0" fmla="*/ 1 w 5504935"/>
              <a:gd name="connsiteY0" fmla="*/ 2723253 h 3261472"/>
              <a:gd name="connsiteX1" fmla="*/ 2752468 w 5504935"/>
              <a:gd name="connsiteY1" fmla="*/ 0 h 3261472"/>
              <a:gd name="connsiteX2" fmla="*/ 5504935 w 5504935"/>
              <a:gd name="connsiteY2" fmla="*/ 2723253 h 3261472"/>
              <a:gd name="connsiteX3" fmla="*/ 2744447 w 5504935"/>
              <a:gd name="connsiteY3" fmla="*/ 2101727 h 3261472"/>
              <a:gd name="connsiteX4" fmla="*/ 1 w 5504935"/>
              <a:gd name="connsiteY4" fmla="*/ 2723253 h 3261472"/>
              <a:gd name="connsiteX0" fmla="*/ 1 w 5504935"/>
              <a:gd name="connsiteY0" fmla="*/ 2723253 h 3394950"/>
              <a:gd name="connsiteX1" fmla="*/ 2752468 w 5504935"/>
              <a:gd name="connsiteY1" fmla="*/ 0 h 3394950"/>
              <a:gd name="connsiteX2" fmla="*/ 5504935 w 5504935"/>
              <a:gd name="connsiteY2" fmla="*/ 2723253 h 3394950"/>
              <a:gd name="connsiteX3" fmla="*/ 2744447 w 5504935"/>
              <a:gd name="connsiteY3" fmla="*/ 2101727 h 3394950"/>
              <a:gd name="connsiteX4" fmla="*/ 1 w 5504935"/>
              <a:gd name="connsiteY4" fmla="*/ 2723253 h 3394950"/>
              <a:gd name="connsiteX0" fmla="*/ 1 w 5408683"/>
              <a:gd name="connsiteY0" fmla="*/ 2731595 h 2813873"/>
              <a:gd name="connsiteX1" fmla="*/ 2752468 w 5408683"/>
              <a:gd name="connsiteY1" fmla="*/ 8342 h 2813873"/>
              <a:gd name="connsiteX2" fmla="*/ 5408683 w 5408683"/>
              <a:gd name="connsiteY2" fmla="*/ 2154080 h 2813873"/>
              <a:gd name="connsiteX3" fmla="*/ 2744447 w 5408683"/>
              <a:gd name="connsiteY3" fmla="*/ 2110069 h 2813873"/>
              <a:gd name="connsiteX4" fmla="*/ 1 w 5408683"/>
              <a:gd name="connsiteY4" fmla="*/ 2731595 h 2813873"/>
              <a:gd name="connsiteX0" fmla="*/ 1 w 5408683"/>
              <a:gd name="connsiteY0" fmla="*/ 2731232 h 2813510"/>
              <a:gd name="connsiteX1" fmla="*/ 2752468 w 5408683"/>
              <a:gd name="connsiteY1" fmla="*/ 7979 h 2813510"/>
              <a:gd name="connsiteX2" fmla="*/ 5408683 w 5408683"/>
              <a:gd name="connsiteY2" fmla="*/ 2153717 h 2813510"/>
              <a:gd name="connsiteX3" fmla="*/ 2744447 w 5408683"/>
              <a:gd name="connsiteY3" fmla="*/ 2109706 h 2813510"/>
              <a:gd name="connsiteX4" fmla="*/ 1 w 5408683"/>
              <a:gd name="connsiteY4" fmla="*/ 2731232 h 2813510"/>
              <a:gd name="connsiteX0" fmla="*/ 1275 w 5409957"/>
              <a:gd name="connsiteY0" fmla="*/ 2731232 h 3563776"/>
              <a:gd name="connsiteX1" fmla="*/ 2753742 w 5409957"/>
              <a:gd name="connsiteY1" fmla="*/ 7979 h 3563776"/>
              <a:gd name="connsiteX2" fmla="*/ 5409957 w 5409957"/>
              <a:gd name="connsiteY2" fmla="*/ 2153717 h 3563776"/>
              <a:gd name="connsiteX3" fmla="*/ 2745721 w 5409957"/>
              <a:gd name="connsiteY3" fmla="*/ 2109706 h 3563776"/>
              <a:gd name="connsiteX4" fmla="*/ 1275 w 5409957"/>
              <a:gd name="connsiteY4" fmla="*/ 2731232 h 3563776"/>
              <a:gd name="connsiteX0" fmla="*/ 1275 w 5409957"/>
              <a:gd name="connsiteY0" fmla="*/ 2723569 h 3556113"/>
              <a:gd name="connsiteX1" fmla="*/ 2753742 w 5409957"/>
              <a:gd name="connsiteY1" fmla="*/ 316 h 3556113"/>
              <a:gd name="connsiteX2" fmla="*/ 5409957 w 5409957"/>
              <a:gd name="connsiteY2" fmla="*/ 2146054 h 3556113"/>
              <a:gd name="connsiteX3" fmla="*/ 2745721 w 5409957"/>
              <a:gd name="connsiteY3" fmla="*/ 2102043 h 3556113"/>
              <a:gd name="connsiteX4" fmla="*/ 1275 w 5409957"/>
              <a:gd name="connsiteY4" fmla="*/ 2723569 h 3556113"/>
              <a:gd name="connsiteX0" fmla="*/ 48773 w 5457455"/>
              <a:gd name="connsiteY0" fmla="*/ 2723333 h 2813832"/>
              <a:gd name="connsiteX1" fmla="*/ 2801240 w 5457455"/>
              <a:gd name="connsiteY1" fmla="*/ 80 h 2813832"/>
              <a:gd name="connsiteX2" fmla="*/ 5457455 w 5457455"/>
              <a:gd name="connsiteY2" fmla="*/ 2145818 h 2813832"/>
              <a:gd name="connsiteX3" fmla="*/ 2793219 w 5457455"/>
              <a:gd name="connsiteY3" fmla="*/ 2101807 h 2813832"/>
              <a:gd name="connsiteX4" fmla="*/ 1168627 w 5457455"/>
              <a:gd name="connsiteY4" fmla="*/ 1849597 h 2813832"/>
              <a:gd name="connsiteX5" fmla="*/ 48773 w 5457455"/>
              <a:gd name="connsiteY5" fmla="*/ 2723333 h 2813832"/>
              <a:gd name="connsiteX0" fmla="*/ 58447 w 5467129"/>
              <a:gd name="connsiteY0" fmla="*/ 2737061 h 2827560"/>
              <a:gd name="connsiteX1" fmla="*/ 440364 w 5467129"/>
              <a:gd name="connsiteY1" fmla="*/ 1309872 h 2827560"/>
              <a:gd name="connsiteX2" fmla="*/ 2810914 w 5467129"/>
              <a:gd name="connsiteY2" fmla="*/ 13808 h 2827560"/>
              <a:gd name="connsiteX3" fmla="*/ 5467129 w 5467129"/>
              <a:gd name="connsiteY3" fmla="*/ 2159546 h 2827560"/>
              <a:gd name="connsiteX4" fmla="*/ 2802893 w 5467129"/>
              <a:gd name="connsiteY4" fmla="*/ 2115535 h 2827560"/>
              <a:gd name="connsiteX5" fmla="*/ 1178301 w 5467129"/>
              <a:gd name="connsiteY5" fmla="*/ 1863325 h 2827560"/>
              <a:gd name="connsiteX6" fmla="*/ 58447 w 5467129"/>
              <a:gd name="connsiteY6" fmla="*/ 2737061 h 2827560"/>
              <a:gd name="connsiteX0" fmla="*/ 58447 w 5467129"/>
              <a:gd name="connsiteY0" fmla="*/ 2739880 h 2830379"/>
              <a:gd name="connsiteX1" fmla="*/ 440364 w 5467129"/>
              <a:gd name="connsiteY1" fmla="*/ 1312691 h 2830379"/>
              <a:gd name="connsiteX2" fmla="*/ 2810914 w 5467129"/>
              <a:gd name="connsiteY2" fmla="*/ 16627 h 2830379"/>
              <a:gd name="connsiteX3" fmla="*/ 5467129 w 5467129"/>
              <a:gd name="connsiteY3" fmla="*/ 2162365 h 2830379"/>
              <a:gd name="connsiteX4" fmla="*/ 2802893 w 5467129"/>
              <a:gd name="connsiteY4" fmla="*/ 2118354 h 2830379"/>
              <a:gd name="connsiteX5" fmla="*/ 1178301 w 5467129"/>
              <a:gd name="connsiteY5" fmla="*/ 1866144 h 2830379"/>
              <a:gd name="connsiteX6" fmla="*/ 58447 w 5467129"/>
              <a:gd name="connsiteY6" fmla="*/ 2739880 h 2830379"/>
              <a:gd name="connsiteX0" fmla="*/ 30708 w 5439390"/>
              <a:gd name="connsiteY0" fmla="*/ 2739880 h 2830379"/>
              <a:gd name="connsiteX1" fmla="*/ 412625 w 5439390"/>
              <a:gd name="connsiteY1" fmla="*/ 1312691 h 2830379"/>
              <a:gd name="connsiteX2" fmla="*/ 2783175 w 5439390"/>
              <a:gd name="connsiteY2" fmla="*/ 16627 h 2830379"/>
              <a:gd name="connsiteX3" fmla="*/ 5439390 w 5439390"/>
              <a:gd name="connsiteY3" fmla="*/ 2162365 h 2830379"/>
              <a:gd name="connsiteX4" fmla="*/ 2775154 w 5439390"/>
              <a:gd name="connsiteY4" fmla="*/ 2118354 h 2830379"/>
              <a:gd name="connsiteX5" fmla="*/ 1150562 w 5439390"/>
              <a:gd name="connsiteY5" fmla="*/ 1866144 h 2830379"/>
              <a:gd name="connsiteX6" fmla="*/ 30708 w 5439390"/>
              <a:gd name="connsiteY6" fmla="*/ 2739880 h 2830379"/>
              <a:gd name="connsiteX0" fmla="*/ 12386 w 5421068"/>
              <a:gd name="connsiteY0" fmla="*/ 2739880 h 2830379"/>
              <a:gd name="connsiteX1" fmla="*/ 394303 w 5421068"/>
              <a:gd name="connsiteY1" fmla="*/ 1312691 h 2830379"/>
              <a:gd name="connsiteX2" fmla="*/ 2764853 w 5421068"/>
              <a:gd name="connsiteY2" fmla="*/ 16627 h 2830379"/>
              <a:gd name="connsiteX3" fmla="*/ 5421068 w 5421068"/>
              <a:gd name="connsiteY3" fmla="*/ 2162365 h 2830379"/>
              <a:gd name="connsiteX4" fmla="*/ 2756832 w 5421068"/>
              <a:gd name="connsiteY4" fmla="*/ 2118354 h 2830379"/>
              <a:gd name="connsiteX5" fmla="*/ 1132240 w 5421068"/>
              <a:gd name="connsiteY5" fmla="*/ 1866144 h 2830379"/>
              <a:gd name="connsiteX6" fmla="*/ 12386 w 5421068"/>
              <a:gd name="connsiteY6" fmla="*/ 2739880 h 2830379"/>
              <a:gd name="connsiteX0" fmla="*/ 6354 w 5415036"/>
              <a:gd name="connsiteY0" fmla="*/ 2739880 h 2830379"/>
              <a:gd name="connsiteX1" fmla="*/ 388271 w 5415036"/>
              <a:gd name="connsiteY1" fmla="*/ 1312691 h 2830379"/>
              <a:gd name="connsiteX2" fmla="*/ 2758821 w 5415036"/>
              <a:gd name="connsiteY2" fmla="*/ 16627 h 2830379"/>
              <a:gd name="connsiteX3" fmla="*/ 5415036 w 5415036"/>
              <a:gd name="connsiteY3" fmla="*/ 2162365 h 2830379"/>
              <a:gd name="connsiteX4" fmla="*/ 2750800 w 5415036"/>
              <a:gd name="connsiteY4" fmla="*/ 2118354 h 2830379"/>
              <a:gd name="connsiteX5" fmla="*/ 1126208 w 5415036"/>
              <a:gd name="connsiteY5" fmla="*/ 1866144 h 2830379"/>
              <a:gd name="connsiteX6" fmla="*/ 652965 w 5415036"/>
              <a:gd name="connsiteY6" fmla="*/ 2106776 h 2830379"/>
              <a:gd name="connsiteX7" fmla="*/ 6354 w 5415036"/>
              <a:gd name="connsiteY7" fmla="*/ 2739880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568316 w 5330387"/>
              <a:gd name="connsiteY6" fmla="*/ 2106776 h 2830379"/>
              <a:gd name="connsiteX7" fmla="*/ 9937 w 5330387"/>
              <a:gd name="connsiteY7" fmla="*/ 2098196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9937 w 5330387"/>
              <a:gd name="connsiteY6" fmla="*/ 2098196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31622 w 5320450"/>
              <a:gd name="connsiteY0" fmla="*/ 1866144 h 2830379"/>
              <a:gd name="connsiteX1" fmla="*/ 0 w 5320450"/>
              <a:gd name="connsiteY1" fmla="*/ 2098196 h 2830379"/>
              <a:gd name="connsiteX2" fmla="*/ 293685 w 5320450"/>
              <a:gd name="connsiteY2" fmla="*/ 1312691 h 2830379"/>
              <a:gd name="connsiteX3" fmla="*/ 2664235 w 5320450"/>
              <a:gd name="connsiteY3" fmla="*/ 16627 h 2830379"/>
              <a:gd name="connsiteX4" fmla="*/ 5320450 w 5320450"/>
              <a:gd name="connsiteY4" fmla="*/ 2162365 h 2830379"/>
              <a:gd name="connsiteX5" fmla="*/ 2656214 w 5320450"/>
              <a:gd name="connsiteY5" fmla="*/ 2118354 h 2830379"/>
              <a:gd name="connsiteX6" fmla="*/ 1123062 w 5320450"/>
              <a:gd name="connsiteY6" fmla="*/ 1957584 h 2830379"/>
              <a:gd name="connsiteX0" fmla="*/ 1052642 w 5341470"/>
              <a:gd name="connsiteY0" fmla="*/ 1866144 h 2830379"/>
              <a:gd name="connsiteX1" fmla="*/ 0 w 5341470"/>
              <a:gd name="connsiteY1" fmla="*/ 2050900 h 2830379"/>
              <a:gd name="connsiteX2" fmla="*/ 314705 w 5341470"/>
              <a:gd name="connsiteY2" fmla="*/ 1312691 h 2830379"/>
              <a:gd name="connsiteX3" fmla="*/ 2685255 w 5341470"/>
              <a:gd name="connsiteY3" fmla="*/ 16627 h 2830379"/>
              <a:gd name="connsiteX4" fmla="*/ 5341470 w 5341470"/>
              <a:gd name="connsiteY4" fmla="*/ 2162365 h 2830379"/>
              <a:gd name="connsiteX5" fmla="*/ 2677234 w 5341470"/>
              <a:gd name="connsiteY5" fmla="*/ 2118354 h 2830379"/>
              <a:gd name="connsiteX6" fmla="*/ 1144082 w 5341470"/>
              <a:gd name="connsiteY6" fmla="*/ 1957584 h 2830379"/>
              <a:gd name="connsiteX0" fmla="*/ 1052642 w 5341470"/>
              <a:gd name="connsiteY0" fmla="*/ 1895407 h 2859642"/>
              <a:gd name="connsiteX1" fmla="*/ 0 w 5341470"/>
              <a:gd name="connsiteY1" fmla="*/ 2080163 h 2859642"/>
              <a:gd name="connsiteX2" fmla="*/ 584289 w 5341470"/>
              <a:gd name="connsiteY2" fmla="*/ 981294 h 2859642"/>
              <a:gd name="connsiteX3" fmla="*/ 2685255 w 5341470"/>
              <a:gd name="connsiteY3" fmla="*/ 45890 h 2859642"/>
              <a:gd name="connsiteX4" fmla="*/ 5341470 w 5341470"/>
              <a:gd name="connsiteY4" fmla="*/ 2191628 h 2859642"/>
              <a:gd name="connsiteX5" fmla="*/ 2677234 w 5341470"/>
              <a:gd name="connsiteY5" fmla="*/ 2147617 h 2859642"/>
              <a:gd name="connsiteX6" fmla="*/ 1144082 w 5341470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84910 h 2849145"/>
              <a:gd name="connsiteX1" fmla="*/ 0 w 5323254"/>
              <a:gd name="connsiteY1" fmla="*/ 2066023 h 2849145"/>
              <a:gd name="connsiteX2" fmla="*/ 566073 w 5323254"/>
              <a:gd name="connsiteY2" fmla="*/ 970797 h 2849145"/>
              <a:gd name="connsiteX3" fmla="*/ 2667039 w 5323254"/>
              <a:gd name="connsiteY3" fmla="*/ 35393 h 2849145"/>
              <a:gd name="connsiteX4" fmla="*/ 5323254 w 5323254"/>
              <a:gd name="connsiteY4" fmla="*/ 2181131 h 2849145"/>
              <a:gd name="connsiteX5" fmla="*/ 2659018 w 5323254"/>
              <a:gd name="connsiteY5" fmla="*/ 2137120 h 2849145"/>
              <a:gd name="connsiteX6" fmla="*/ 1125866 w 5323254"/>
              <a:gd name="connsiteY6" fmla="*/ 1976350 h 2849145"/>
              <a:gd name="connsiteX0" fmla="*/ 1034426 w 5323254"/>
              <a:gd name="connsiteY0" fmla="*/ 1850327 h 2814562"/>
              <a:gd name="connsiteX1" fmla="*/ 0 w 5323254"/>
              <a:gd name="connsiteY1" fmla="*/ 2031440 h 2814562"/>
              <a:gd name="connsiteX2" fmla="*/ 566073 w 5323254"/>
              <a:gd name="connsiteY2" fmla="*/ 936214 h 2814562"/>
              <a:gd name="connsiteX3" fmla="*/ 2667039 w 5323254"/>
              <a:gd name="connsiteY3" fmla="*/ 810 h 2814562"/>
              <a:gd name="connsiteX4" fmla="*/ 5323254 w 5323254"/>
              <a:gd name="connsiteY4" fmla="*/ 2146548 h 2814562"/>
              <a:gd name="connsiteX5" fmla="*/ 2659018 w 5323254"/>
              <a:gd name="connsiteY5" fmla="*/ 2102537 h 2814562"/>
              <a:gd name="connsiteX6" fmla="*/ 1125866 w 5323254"/>
              <a:gd name="connsiteY6" fmla="*/ 1941767 h 2814562"/>
              <a:gd name="connsiteX0" fmla="*/ 1034426 w 5323254"/>
              <a:gd name="connsiteY0" fmla="*/ 1870005 h 2834240"/>
              <a:gd name="connsiteX1" fmla="*/ 0 w 5323254"/>
              <a:gd name="connsiteY1" fmla="*/ 2051118 h 2834240"/>
              <a:gd name="connsiteX2" fmla="*/ 566073 w 5323254"/>
              <a:gd name="connsiteY2" fmla="*/ 955892 h 2834240"/>
              <a:gd name="connsiteX3" fmla="*/ 2667039 w 5323254"/>
              <a:gd name="connsiteY3" fmla="*/ 781 h 2834240"/>
              <a:gd name="connsiteX4" fmla="*/ 5323254 w 5323254"/>
              <a:gd name="connsiteY4" fmla="*/ 2166226 h 2834240"/>
              <a:gd name="connsiteX5" fmla="*/ 2659018 w 5323254"/>
              <a:gd name="connsiteY5" fmla="*/ 2122215 h 2834240"/>
              <a:gd name="connsiteX6" fmla="*/ 1125866 w 5323254"/>
              <a:gd name="connsiteY6" fmla="*/ 1961445 h 2834240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378075"/>
              <a:gd name="connsiteX1" fmla="*/ 0 w 5323254"/>
              <a:gd name="connsiteY1" fmla="*/ 2050391 h 2378075"/>
              <a:gd name="connsiteX2" fmla="*/ 566073 w 5323254"/>
              <a:gd name="connsiteY2" fmla="*/ 955165 h 2378075"/>
              <a:gd name="connsiteX3" fmla="*/ 2667039 w 5323254"/>
              <a:gd name="connsiteY3" fmla="*/ 54 h 2378075"/>
              <a:gd name="connsiteX4" fmla="*/ 5323254 w 5323254"/>
              <a:gd name="connsiteY4" fmla="*/ 2165499 h 2378075"/>
              <a:gd name="connsiteX5" fmla="*/ 2659018 w 5323254"/>
              <a:gd name="connsiteY5" fmla="*/ 2121488 h 2378075"/>
              <a:gd name="connsiteX6" fmla="*/ 1125866 w 5323254"/>
              <a:gd name="connsiteY6" fmla="*/ 1960718 h 2378075"/>
              <a:gd name="connsiteX0" fmla="*/ 1034426 w 5335078"/>
              <a:gd name="connsiteY0" fmla="*/ 1902587 h 2386535"/>
              <a:gd name="connsiteX1" fmla="*/ 0 w 5335078"/>
              <a:gd name="connsiteY1" fmla="*/ 2083700 h 2386535"/>
              <a:gd name="connsiteX2" fmla="*/ 566073 w 5335078"/>
              <a:gd name="connsiteY2" fmla="*/ 988474 h 2386535"/>
              <a:gd name="connsiteX3" fmla="*/ 2667039 w 5335078"/>
              <a:gd name="connsiteY3" fmla="*/ 33363 h 2386535"/>
              <a:gd name="connsiteX4" fmla="*/ 5335078 w 5335078"/>
              <a:gd name="connsiteY4" fmla="*/ 2171219 h 2386535"/>
              <a:gd name="connsiteX5" fmla="*/ 2659018 w 5335078"/>
              <a:gd name="connsiteY5" fmla="*/ 2154797 h 2386535"/>
              <a:gd name="connsiteX6" fmla="*/ 1125866 w 5335078"/>
              <a:gd name="connsiteY6" fmla="*/ 1994027 h 2386535"/>
              <a:gd name="connsiteX0" fmla="*/ 1034426 w 5335078"/>
              <a:gd name="connsiteY0" fmla="*/ 1902587 h 2430925"/>
              <a:gd name="connsiteX1" fmla="*/ 0 w 5335078"/>
              <a:gd name="connsiteY1" fmla="*/ 2083700 h 2430925"/>
              <a:gd name="connsiteX2" fmla="*/ 566073 w 5335078"/>
              <a:gd name="connsiteY2" fmla="*/ 988474 h 2430925"/>
              <a:gd name="connsiteX3" fmla="*/ 2667039 w 5335078"/>
              <a:gd name="connsiteY3" fmla="*/ 33363 h 2430925"/>
              <a:gd name="connsiteX4" fmla="*/ 5335078 w 5335078"/>
              <a:gd name="connsiteY4" fmla="*/ 2171219 h 2430925"/>
              <a:gd name="connsiteX5" fmla="*/ 2659018 w 5335078"/>
              <a:gd name="connsiteY5" fmla="*/ 2154797 h 2430925"/>
              <a:gd name="connsiteX6" fmla="*/ 1125866 w 5335078"/>
              <a:gd name="connsiteY6" fmla="*/ 1994027 h 2430925"/>
              <a:gd name="connsiteX0" fmla="*/ 1034426 w 5335078"/>
              <a:gd name="connsiteY0" fmla="*/ 1902587 h 2424228"/>
              <a:gd name="connsiteX1" fmla="*/ 0 w 5335078"/>
              <a:gd name="connsiteY1" fmla="*/ 2083700 h 2424228"/>
              <a:gd name="connsiteX2" fmla="*/ 566073 w 5335078"/>
              <a:gd name="connsiteY2" fmla="*/ 988474 h 2424228"/>
              <a:gd name="connsiteX3" fmla="*/ 2667039 w 5335078"/>
              <a:gd name="connsiteY3" fmla="*/ 33363 h 2424228"/>
              <a:gd name="connsiteX4" fmla="*/ 5335078 w 5335078"/>
              <a:gd name="connsiteY4" fmla="*/ 2171219 h 2424228"/>
              <a:gd name="connsiteX5" fmla="*/ 2659018 w 5335078"/>
              <a:gd name="connsiteY5" fmla="*/ 2154797 h 2424228"/>
              <a:gd name="connsiteX6" fmla="*/ 1125866 w 5335078"/>
              <a:gd name="connsiteY6" fmla="*/ 1994027 h 2424228"/>
              <a:gd name="connsiteX0" fmla="*/ 1034426 w 5335078"/>
              <a:gd name="connsiteY0" fmla="*/ 1902587 h 2391766"/>
              <a:gd name="connsiteX1" fmla="*/ 0 w 5335078"/>
              <a:gd name="connsiteY1" fmla="*/ 2083700 h 2391766"/>
              <a:gd name="connsiteX2" fmla="*/ 566073 w 5335078"/>
              <a:gd name="connsiteY2" fmla="*/ 988474 h 2391766"/>
              <a:gd name="connsiteX3" fmla="*/ 2667039 w 5335078"/>
              <a:gd name="connsiteY3" fmla="*/ 33363 h 2391766"/>
              <a:gd name="connsiteX4" fmla="*/ 5335078 w 5335078"/>
              <a:gd name="connsiteY4" fmla="*/ 2171219 h 2391766"/>
              <a:gd name="connsiteX5" fmla="*/ 2659018 w 5335078"/>
              <a:gd name="connsiteY5" fmla="*/ 2154797 h 2391766"/>
              <a:gd name="connsiteX6" fmla="*/ 1125866 w 5335078"/>
              <a:gd name="connsiteY6" fmla="*/ 1994027 h 2391766"/>
              <a:gd name="connsiteX0" fmla="*/ 1034426 w 5335078"/>
              <a:gd name="connsiteY0" fmla="*/ 1902587 h 2378193"/>
              <a:gd name="connsiteX1" fmla="*/ 0 w 5335078"/>
              <a:gd name="connsiteY1" fmla="*/ 2083700 h 2378193"/>
              <a:gd name="connsiteX2" fmla="*/ 566073 w 5335078"/>
              <a:gd name="connsiteY2" fmla="*/ 988474 h 2378193"/>
              <a:gd name="connsiteX3" fmla="*/ 2667039 w 5335078"/>
              <a:gd name="connsiteY3" fmla="*/ 33363 h 2378193"/>
              <a:gd name="connsiteX4" fmla="*/ 5335078 w 5335078"/>
              <a:gd name="connsiteY4" fmla="*/ 2171219 h 2378193"/>
              <a:gd name="connsiteX5" fmla="*/ 2659018 w 5335078"/>
              <a:gd name="connsiteY5" fmla="*/ 2154797 h 2378193"/>
              <a:gd name="connsiteX6" fmla="*/ 1125866 w 5335078"/>
              <a:gd name="connsiteY6" fmla="*/ 1994027 h 2378193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7" fmla="*/ 1034426 w 5335078"/>
              <a:gd name="connsiteY7" fmla="*/ 1902587 h 2377034"/>
              <a:gd name="connsiteX0" fmla="*/ 1125866 w 5335078"/>
              <a:gd name="connsiteY0" fmla="*/ 199402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92890"/>
              <a:gd name="connsiteX1" fmla="*/ 0 w 5335078"/>
              <a:gd name="connsiteY1" fmla="*/ 2083700 h 2392890"/>
              <a:gd name="connsiteX2" fmla="*/ 566073 w 5335078"/>
              <a:gd name="connsiteY2" fmla="*/ 988474 h 2392890"/>
              <a:gd name="connsiteX3" fmla="*/ 2667039 w 5335078"/>
              <a:gd name="connsiteY3" fmla="*/ 33363 h 2392890"/>
              <a:gd name="connsiteX4" fmla="*/ 5335078 w 5335078"/>
              <a:gd name="connsiteY4" fmla="*/ 2171219 h 2392890"/>
              <a:gd name="connsiteX5" fmla="*/ 2659018 w 5335078"/>
              <a:gd name="connsiteY5" fmla="*/ 2154797 h 2392890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21527 h 2364586"/>
              <a:gd name="connsiteX1" fmla="*/ 0 w 5335078"/>
              <a:gd name="connsiteY1" fmla="*/ 2050430 h 2364586"/>
              <a:gd name="connsiteX2" fmla="*/ 2667039 w 5335078"/>
              <a:gd name="connsiteY2" fmla="*/ 93 h 2364586"/>
              <a:gd name="connsiteX3" fmla="*/ 5335078 w 5335078"/>
              <a:gd name="connsiteY3" fmla="*/ 2137949 h 2364586"/>
              <a:gd name="connsiteX4" fmla="*/ 2659018 w 5335078"/>
              <a:gd name="connsiteY4" fmla="*/ 2121527 h 2364586"/>
              <a:gd name="connsiteX0" fmla="*/ 2659018 w 5335078"/>
              <a:gd name="connsiteY0" fmla="*/ 2126514 h 2369573"/>
              <a:gd name="connsiteX1" fmla="*/ 0 w 5335078"/>
              <a:gd name="connsiteY1" fmla="*/ 2055417 h 2369573"/>
              <a:gd name="connsiteX2" fmla="*/ 2667039 w 5335078"/>
              <a:gd name="connsiteY2" fmla="*/ 5080 h 2369573"/>
              <a:gd name="connsiteX3" fmla="*/ 5335078 w 5335078"/>
              <a:gd name="connsiteY3" fmla="*/ 2142936 h 2369573"/>
              <a:gd name="connsiteX4" fmla="*/ 2659018 w 5335078"/>
              <a:gd name="connsiteY4" fmla="*/ 2126514 h 2369573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1753 h 2364812"/>
              <a:gd name="connsiteX1" fmla="*/ 0 w 5335078"/>
              <a:gd name="connsiteY1" fmla="*/ 2050656 h 2364812"/>
              <a:gd name="connsiteX2" fmla="*/ 2667039 w 5335078"/>
              <a:gd name="connsiteY2" fmla="*/ 319 h 2364812"/>
              <a:gd name="connsiteX3" fmla="*/ 5335078 w 5335078"/>
              <a:gd name="connsiteY3" fmla="*/ 2138175 h 2364812"/>
              <a:gd name="connsiteX4" fmla="*/ 2659018 w 5335078"/>
              <a:gd name="connsiteY4" fmla="*/ 2121753 h 2364812"/>
              <a:gd name="connsiteX0" fmla="*/ 2659018 w 5335078"/>
              <a:gd name="connsiteY0" fmla="*/ 2121721 h 2364780"/>
              <a:gd name="connsiteX1" fmla="*/ 0 w 5335078"/>
              <a:gd name="connsiteY1" fmla="*/ 2050624 h 2364780"/>
              <a:gd name="connsiteX2" fmla="*/ 2667039 w 5335078"/>
              <a:gd name="connsiteY2" fmla="*/ 287 h 2364780"/>
              <a:gd name="connsiteX3" fmla="*/ 5335078 w 5335078"/>
              <a:gd name="connsiteY3" fmla="*/ 2138143 h 2364780"/>
              <a:gd name="connsiteX4" fmla="*/ 2659018 w 5335078"/>
              <a:gd name="connsiteY4" fmla="*/ 2121721 h 2364780"/>
              <a:gd name="connsiteX0" fmla="*/ 2659018 w 5335078"/>
              <a:gd name="connsiteY0" fmla="*/ 2121435 h 2364494"/>
              <a:gd name="connsiteX1" fmla="*/ 0 w 5335078"/>
              <a:gd name="connsiteY1" fmla="*/ 2050338 h 2364494"/>
              <a:gd name="connsiteX2" fmla="*/ 2667039 w 5335078"/>
              <a:gd name="connsiteY2" fmla="*/ 1 h 2364494"/>
              <a:gd name="connsiteX3" fmla="*/ 5335078 w 5335078"/>
              <a:gd name="connsiteY3" fmla="*/ 2137857 h 2364494"/>
              <a:gd name="connsiteX4" fmla="*/ 2659018 w 5335078"/>
              <a:gd name="connsiteY4" fmla="*/ 2121435 h 2364494"/>
              <a:gd name="connsiteX0" fmla="*/ 2659018 w 5335078"/>
              <a:gd name="connsiteY0" fmla="*/ 2127784 h 2370843"/>
              <a:gd name="connsiteX1" fmla="*/ 0 w 5335078"/>
              <a:gd name="connsiteY1" fmla="*/ 2056687 h 2370843"/>
              <a:gd name="connsiteX2" fmla="*/ 2660689 w 5335078"/>
              <a:gd name="connsiteY2" fmla="*/ 0 h 2370843"/>
              <a:gd name="connsiteX3" fmla="*/ 5335078 w 5335078"/>
              <a:gd name="connsiteY3" fmla="*/ 2144206 h 2370843"/>
              <a:gd name="connsiteX4" fmla="*/ 2659018 w 5335078"/>
              <a:gd name="connsiteY4" fmla="*/ 2127784 h 2370843"/>
              <a:gd name="connsiteX0" fmla="*/ 2659018 w 5335078"/>
              <a:gd name="connsiteY0" fmla="*/ 2108534 h 2351593"/>
              <a:gd name="connsiteX1" fmla="*/ 0 w 5335078"/>
              <a:gd name="connsiteY1" fmla="*/ 2037437 h 2351593"/>
              <a:gd name="connsiteX2" fmla="*/ 2660689 w 5335078"/>
              <a:gd name="connsiteY2" fmla="*/ 1 h 2351593"/>
              <a:gd name="connsiteX3" fmla="*/ 5335078 w 5335078"/>
              <a:gd name="connsiteY3" fmla="*/ 2124956 h 2351593"/>
              <a:gd name="connsiteX4" fmla="*/ 2659018 w 5335078"/>
              <a:gd name="connsiteY4" fmla="*/ 2108534 h 2351593"/>
              <a:gd name="connsiteX0" fmla="*/ 2659018 w 5335078"/>
              <a:gd name="connsiteY0" fmla="*/ 2111741 h 2354800"/>
              <a:gd name="connsiteX1" fmla="*/ 0 w 5335078"/>
              <a:gd name="connsiteY1" fmla="*/ 2040644 h 2354800"/>
              <a:gd name="connsiteX2" fmla="*/ 2660689 w 5335078"/>
              <a:gd name="connsiteY2" fmla="*/ 0 h 2354800"/>
              <a:gd name="connsiteX3" fmla="*/ 5335078 w 5335078"/>
              <a:gd name="connsiteY3" fmla="*/ 2128163 h 2354800"/>
              <a:gd name="connsiteX4" fmla="*/ 2659018 w 5335078"/>
              <a:gd name="connsiteY4" fmla="*/ 2111741 h 2354800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5078" h="2354807">
                <a:moveTo>
                  <a:pt x="2659018" y="2111748"/>
                </a:moveTo>
                <a:cubicBezTo>
                  <a:pt x="1643714" y="1699082"/>
                  <a:pt x="419769" y="1884255"/>
                  <a:pt x="0" y="2040651"/>
                </a:cubicBezTo>
                <a:cubicBezTo>
                  <a:pt x="95392" y="1506223"/>
                  <a:pt x="860721" y="-3578"/>
                  <a:pt x="2660689" y="7"/>
                </a:cubicBezTo>
                <a:cubicBezTo>
                  <a:pt x="4460657" y="3592"/>
                  <a:pt x="5211709" y="1510238"/>
                  <a:pt x="5335078" y="2128170"/>
                </a:cubicBezTo>
                <a:cubicBezTo>
                  <a:pt x="4302438" y="2512830"/>
                  <a:pt x="3315656" y="2339170"/>
                  <a:pt x="2659018" y="2111748"/>
                </a:cubicBezTo>
                <a:close/>
              </a:path>
            </a:pathLst>
          </a:cu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6953581-152C-6D9E-013F-624D6BED6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8645" y="6387881"/>
            <a:ext cx="41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ABB4B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678D961-DE29-A9D4-7AC1-695606C3CD6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2539444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rounded corner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9550" y="212602"/>
            <a:ext cx="11772900" cy="6432673"/>
          </a:xfrm>
          <a:prstGeom prst="roundRect">
            <a:avLst>
              <a:gd name="adj" fmla="val 2092"/>
            </a:avLst>
          </a:prstGeo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668447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87548-065A-2FD2-84C8-203BB1A6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BEA7441-A828-B046-2CD2-CF607127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2C426D2-7C57-9C3B-F590-3A3BA1F9749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78242752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6657-0D83-5855-DF19-95C81EA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37529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5E69F-50C0-1AAE-0AC4-C5D895EF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52558"/>
            <a:ext cx="10515600" cy="7821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CF9A-2D5A-BA6D-71A9-DDEBF05C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02ABFB-6F3B-6110-5720-080212808FD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8585F5B5-E53F-66CC-5BA2-B03414A946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4659493"/>
            <a:ext cx="4327233" cy="223837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600"/>
            </a:lvl1pPr>
          </a:lstStyle>
          <a:p>
            <a:r>
              <a:rPr lang="en-GB"/>
              <a:t>Name Surname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3772A83B-F776-ADB8-EA5E-158FAE3EC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40766" y="4659493"/>
            <a:ext cx="4327233" cy="22383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21919892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Circ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A039A5-CD3C-96B7-5B42-7CECE48C3501}"/>
              </a:ext>
            </a:extLst>
          </p:cNvPr>
          <p:cNvSpPr/>
          <p:nvPr userDrawn="1"/>
        </p:nvSpPr>
        <p:spPr>
          <a:xfrm>
            <a:off x="6069105" y="0"/>
            <a:ext cx="61228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6924730" y="1393003"/>
            <a:ext cx="4429573" cy="4429573"/>
          </a:xfrm>
          <a:prstGeom prst="ellipse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D521898-D0B7-765A-5899-C6C171981F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00725" y="1392995"/>
            <a:ext cx="4301755" cy="1898717"/>
          </a:xfrm>
          <a:custGeom>
            <a:avLst/>
            <a:gdLst>
              <a:gd name="connsiteX0" fmla="*/ 0 w 5504933"/>
              <a:gd name="connsiteY0" fmla="*/ 2723253 h 5446506"/>
              <a:gd name="connsiteX1" fmla="*/ 2752467 w 5504933"/>
              <a:gd name="connsiteY1" fmla="*/ 0 h 5446506"/>
              <a:gd name="connsiteX2" fmla="*/ 5504934 w 5504933"/>
              <a:gd name="connsiteY2" fmla="*/ 2723253 h 5446506"/>
              <a:gd name="connsiteX3" fmla="*/ 2752467 w 5504933"/>
              <a:gd name="connsiteY3" fmla="*/ 5446506 h 5446506"/>
              <a:gd name="connsiteX4" fmla="*/ 0 w 5504933"/>
              <a:gd name="connsiteY4" fmla="*/ 2723253 h 5446506"/>
              <a:gd name="connsiteX0" fmla="*/ 1 w 5504935"/>
              <a:gd name="connsiteY0" fmla="*/ 2723253 h 3261472"/>
              <a:gd name="connsiteX1" fmla="*/ 2752468 w 5504935"/>
              <a:gd name="connsiteY1" fmla="*/ 0 h 3261472"/>
              <a:gd name="connsiteX2" fmla="*/ 5504935 w 5504935"/>
              <a:gd name="connsiteY2" fmla="*/ 2723253 h 3261472"/>
              <a:gd name="connsiteX3" fmla="*/ 2744447 w 5504935"/>
              <a:gd name="connsiteY3" fmla="*/ 2101727 h 3261472"/>
              <a:gd name="connsiteX4" fmla="*/ 1 w 5504935"/>
              <a:gd name="connsiteY4" fmla="*/ 2723253 h 3261472"/>
              <a:gd name="connsiteX0" fmla="*/ 1 w 5504935"/>
              <a:gd name="connsiteY0" fmla="*/ 2723253 h 3394950"/>
              <a:gd name="connsiteX1" fmla="*/ 2752468 w 5504935"/>
              <a:gd name="connsiteY1" fmla="*/ 0 h 3394950"/>
              <a:gd name="connsiteX2" fmla="*/ 5504935 w 5504935"/>
              <a:gd name="connsiteY2" fmla="*/ 2723253 h 3394950"/>
              <a:gd name="connsiteX3" fmla="*/ 2744447 w 5504935"/>
              <a:gd name="connsiteY3" fmla="*/ 2101727 h 3394950"/>
              <a:gd name="connsiteX4" fmla="*/ 1 w 5504935"/>
              <a:gd name="connsiteY4" fmla="*/ 2723253 h 3394950"/>
              <a:gd name="connsiteX0" fmla="*/ 1 w 5408683"/>
              <a:gd name="connsiteY0" fmla="*/ 2731595 h 2813873"/>
              <a:gd name="connsiteX1" fmla="*/ 2752468 w 5408683"/>
              <a:gd name="connsiteY1" fmla="*/ 8342 h 2813873"/>
              <a:gd name="connsiteX2" fmla="*/ 5408683 w 5408683"/>
              <a:gd name="connsiteY2" fmla="*/ 2154080 h 2813873"/>
              <a:gd name="connsiteX3" fmla="*/ 2744447 w 5408683"/>
              <a:gd name="connsiteY3" fmla="*/ 2110069 h 2813873"/>
              <a:gd name="connsiteX4" fmla="*/ 1 w 5408683"/>
              <a:gd name="connsiteY4" fmla="*/ 2731595 h 2813873"/>
              <a:gd name="connsiteX0" fmla="*/ 1 w 5408683"/>
              <a:gd name="connsiteY0" fmla="*/ 2731232 h 2813510"/>
              <a:gd name="connsiteX1" fmla="*/ 2752468 w 5408683"/>
              <a:gd name="connsiteY1" fmla="*/ 7979 h 2813510"/>
              <a:gd name="connsiteX2" fmla="*/ 5408683 w 5408683"/>
              <a:gd name="connsiteY2" fmla="*/ 2153717 h 2813510"/>
              <a:gd name="connsiteX3" fmla="*/ 2744447 w 5408683"/>
              <a:gd name="connsiteY3" fmla="*/ 2109706 h 2813510"/>
              <a:gd name="connsiteX4" fmla="*/ 1 w 5408683"/>
              <a:gd name="connsiteY4" fmla="*/ 2731232 h 2813510"/>
              <a:gd name="connsiteX0" fmla="*/ 1275 w 5409957"/>
              <a:gd name="connsiteY0" fmla="*/ 2731232 h 3563776"/>
              <a:gd name="connsiteX1" fmla="*/ 2753742 w 5409957"/>
              <a:gd name="connsiteY1" fmla="*/ 7979 h 3563776"/>
              <a:gd name="connsiteX2" fmla="*/ 5409957 w 5409957"/>
              <a:gd name="connsiteY2" fmla="*/ 2153717 h 3563776"/>
              <a:gd name="connsiteX3" fmla="*/ 2745721 w 5409957"/>
              <a:gd name="connsiteY3" fmla="*/ 2109706 h 3563776"/>
              <a:gd name="connsiteX4" fmla="*/ 1275 w 5409957"/>
              <a:gd name="connsiteY4" fmla="*/ 2731232 h 3563776"/>
              <a:gd name="connsiteX0" fmla="*/ 1275 w 5409957"/>
              <a:gd name="connsiteY0" fmla="*/ 2723569 h 3556113"/>
              <a:gd name="connsiteX1" fmla="*/ 2753742 w 5409957"/>
              <a:gd name="connsiteY1" fmla="*/ 316 h 3556113"/>
              <a:gd name="connsiteX2" fmla="*/ 5409957 w 5409957"/>
              <a:gd name="connsiteY2" fmla="*/ 2146054 h 3556113"/>
              <a:gd name="connsiteX3" fmla="*/ 2745721 w 5409957"/>
              <a:gd name="connsiteY3" fmla="*/ 2102043 h 3556113"/>
              <a:gd name="connsiteX4" fmla="*/ 1275 w 5409957"/>
              <a:gd name="connsiteY4" fmla="*/ 2723569 h 3556113"/>
              <a:gd name="connsiteX0" fmla="*/ 48773 w 5457455"/>
              <a:gd name="connsiteY0" fmla="*/ 2723333 h 2813832"/>
              <a:gd name="connsiteX1" fmla="*/ 2801240 w 5457455"/>
              <a:gd name="connsiteY1" fmla="*/ 80 h 2813832"/>
              <a:gd name="connsiteX2" fmla="*/ 5457455 w 5457455"/>
              <a:gd name="connsiteY2" fmla="*/ 2145818 h 2813832"/>
              <a:gd name="connsiteX3" fmla="*/ 2793219 w 5457455"/>
              <a:gd name="connsiteY3" fmla="*/ 2101807 h 2813832"/>
              <a:gd name="connsiteX4" fmla="*/ 1168627 w 5457455"/>
              <a:gd name="connsiteY4" fmla="*/ 1849597 h 2813832"/>
              <a:gd name="connsiteX5" fmla="*/ 48773 w 5457455"/>
              <a:gd name="connsiteY5" fmla="*/ 2723333 h 2813832"/>
              <a:gd name="connsiteX0" fmla="*/ 58447 w 5467129"/>
              <a:gd name="connsiteY0" fmla="*/ 2737061 h 2827560"/>
              <a:gd name="connsiteX1" fmla="*/ 440364 w 5467129"/>
              <a:gd name="connsiteY1" fmla="*/ 1309872 h 2827560"/>
              <a:gd name="connsiteX2" fmla="*/ 2810914 w 5467129"/>
              <a:gd name="connsiteY2" fmla="*/ 13808 h 2827560"/>
              <a:gd name="connsiteX3" fmla="*/ 5467129 w 5467129"/>
              <a:gd name="connsiteY3" fmla="*/ 2159546 h 2827560"/>
              <a:gd name="connsiteX4" fmla="*/ 2802893 w 5467129"/>
              <a:gd name="connsiteY4" fmla="*/ 2115535 h 2827560"/>
              <a:gd name="connsiteX5" fmla="*/ 1178301 w 5467129"/>
              <a:gd name="connsiteY5" fmla="*/ 1863325 h 2827560"/>
              <a:gd name="connsiteX6" fmla="*/ 58447 w 5467129"/>
              <a:gd name="connsiteY6" fmla="*/ 2737061 h 2827560"/>
              <a:gd name="connsiteX0" fmla="*/ 58447 w 5467129"/>
              <a:gd name="connsiteY0" fmla="*/ 2739880 h 2830379"/>
              <a:gd name="connsiteX1" fmla="*/ 440364 w 5467129"/>
              <a:gd name="connsiteY1" fmla="*/ 1312691 h 2830379"/>
              <a:gd name="connsiteX2" fmla="*/ 2810914 w 5467129"/>
              <a:gd name="connsiteY2" fmla="*/ 16627 h 2830379"/>
              <a:gd name="connsiteX3" fmla="*/ 5467129 w 5467129"/>
              <a:gd name="connsiteY3" fmla="*/ 2162365 h 2830379"/>
              <a:gd name="connsiteX4" fmla="*/ 2802893 w 5467129"/>
              <a:gd name="connsiteY4" fmla="*/ 2118354 h 2830379"/>
              <a:gd name="connsiteX5" fmla="*/ 1178301 w 5467129"/>
              <a:gd name="connsiteY5" fmla="*/ 1866144 h 2830379"/>
              <a:gd name="connsiteX6" fmla="*/ 58447 w 5467129"/>
              <a:gd name="connsiteY6" fmla="*/ 2739880 h 2830379"/>
              <a:gd name="connsiteX0" fmla="*/ 30708 w 5439390"/>
              <a:gd name="connsiteY0" fmla="*/ 2739880 h 2830379"/>
              <a:gd name="connsiteX1" fmla="*/ 412625 w 5439390"/>
              <a:gd name="connsiteY1" fmla="*/ 1312691 h 2830379"/>
              <a:gd name="connsiteX2" fmla="*/ 2783175 w 5439390"/>
              <a:gd name="connsiteY2" fmla="*/ 16627 h 2830379"/>
              <a:gd name="connsiteX3" fmla="*/ 5439390 w 5439390"/>
              <a:gd name="connsiteY3" fmla="*/ 2162365 h 2830379"/>
              <a:gd name="connsiteX4" fmla="*/ 2775154 w 5439390"/>
              <a:gd name="connsiteY4" fmla="*/ 2118354 h 2830379"/>
              <a:gd name="connsiteX5" fmla="*/ 1150562 w 5439390"/>
              <a:gd name="connsiteY5" fmla="*/ 1866144 h 2830379"/>
              <a:gd name="connsiteX6" fmla="*/ 30708 w 5439390"/>
              <a:gd name="connsiteY6" fmla="*/ 2739880 h 2830379"/>
              <a:gd name="connsiteX0" fmla="*/ 12386 w 5421068"/>
              <a:gd name="connsiteY0" fmla="*/ 2739880 h 2830379"/>
              <a:gd name="connsiteX1" fmla="*/ 394303 w 5421068"/>
              <a:gd name="connsiteY1" fmla="*/ 1312691 h 2830379"/>
              <a:gd name="connsiteX2" fmla="*/ 2764853 w 5421068"/>
              <a:gd name="connsiteY2" fmla="*/ 16627 h 2830379"/>
              <a:gd name="connsiteX3" fmla="*/ 5421068 w 5421068"/>
              <a:gd name="connsiteY3" fmla="*/ 2162365 h 2830379"/>
              <a:gd name="connsiteX4" fmla="*/ 2756832 w 5421068"/>
              <a:gd name="connsiteY4" fmla="*/ 2118354 h 2830379"/>
              <a:gd name="connsiteX5" fmla="*/ 1132240 w 5421068"/>
              <a:gd name="connsiteY5" fmla="*/ 1866144 h 2830379"/>
              <a:gd name="connsiteX6" fmla="*/ 12386 w 5421068"/>
              <a:gd name="connsiteY6" fmla="*/ 2739880 h 2830379"/>
              <a:gd name="connsiteX0" fmla="*/ 6354 w 5415036"/>
              <a:gd name="connsiteY0" fmla="*/ 2739880 h 2830379"/>
              <a:gd name="connsiteX1" fmla="*/ 388271 w 5415036"/>
              <a:gd name="connsiteY1" fmla="*/ 1312691 h 2830379"/>
              <a:gd name="connsiteX2" fmla="*/ 2758821 w 5415036"/>
              <a:gd name="connsiteY2" fmla="*/ 16627 h 2830379"/>
              <a:gd name="connsiteX3" fmla="*/ 5415036 w 5415036"/>
              <a:gd name="connsiteY3" fmla="*/ 2162365 h 2830379"/>
              <a:gd name="connsiteX4" fmla="*/ 2750800 w 5415036"/>
              <a:gd name="connsiteY4" fmla="*/ 2118354 h 2830379"/>
              <a:gd name="connsiteX5" fmla="*/ 1126208 w 5415036"/>
              <a:gd name="connsiteY5" fmla="*/ 1866144 h 2830379"/>
              <a:gd name="connsiteX6" fmla="*/ 652965 w 5415036"/>
              <a:gd name="connsiteY6" fmla="*/ 2106776 h 2830379"/>
              <a:gd name="connsiteX7" fmla="*/ 6354 w 5415036"/>
              <a:gd name="connsiteY7" fmla="*/ 2739880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568316 w 5330387"/>
              <a:gd name="connsiteY6" fmla="*/ 2106776 h 2830379"/>
              <a:gd name="connsiteX7" fmla="*/ 9937 w 5330387"/>
              <a:gd name="connsiteY7" fmla="*/ 2098196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9937 w 5330387"/>
              <a:gd name="connsiteY6" fmla="*/ 2098196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31622 w 5320450"/>
              <a:gd name="connsiteY0" fmla="*/ 1866144 h 2830379"/>
              <a:gd name="connsiteX1" fmla="*/ 0 w 5320450"/>
              <a:gd name="connsiteY1" fmla="*/ 2098196 h 2830379"/>
              <a:gd name="connsiteX2" fmla="*/ 293685 w 5320450"/>
              <a:gd name="connsiteY2" fmla="*/ 1312691 h 2830379"/>
              <a:gd name="connsiteX3" fmla="*/ 2664235 w 5320450"/>
              <a:gd name="connsiteY3" fmla="*/ 16627 h 2830379"/>
              <a:gd name="connsiteX4" fmla="*/ 5320450 w 5320450"/>
              <a:gd name="connsiteY4" fmla="*/ 2162365 h 2830379"/>
              <a:gd name="connsiteX5" fmla="*/ 2656214 w 5320450"/>
              <a:gd name="connsiteY5" fmla="*/ 2118354 h 2830379"/>
              <a:gd name="connsiteX6" fmla="*/ 1123062 w 5320450"/>
              <a:gd name="connsiteY6" fmla="*/ 1957584 h 2830379"/>
              <a:gd name="connsiteX0" fmla="*/ 1052642 w 5341470"/>
              <a:gd name="connsiteY0" fmla="*/ 1866144 h 2830379"/>
              <a:gd name="connsiteX1" fmla="*/ 0 w 5341470"/>
              <a:gd name="connsiteY1" fmla="*/ 2050900 h 2830379"/>
              <a:gd name="connsiteX2" fmla="*/ 314705 w 5341470"/>
              <a:gd name="connsiteY2" fmla="*/ 1312691 h 2830379"/>
              <a:gd name="connsiteX3" fmla="*/ 2685255 w 5341470"/>
              <a:gd name="connsiteY3" fmla="*/ 16627 h 2830379"/>
              <a:gd name="connsiteX4" fmla="*/ 5341470 w 5341470"/>
              <a:gd name="connsiteY4" fmla="*/ 2162365 h 2830379"/>
              <a:gd name="connsiteX5" fmla="*/ 2677234 w 5341470"/>
              <a:gd name="connsiteY5" fmla="*/ 2118354 h 2830379"/>
              <a:gd name="connsiteX6" fmla="*/ 1144082 w 5341470"/>
              <a:gd name="connsiteY6" fmla="*/ 1957584 h 2830379"/>
              <a:gd name="connsiteX0" fmla="*/ 1052642 w 5341470"/>
              <a:gd name="connsiteY0" fmla="*/ 1895407 h 2859642"/>
              <a:gd name="connsiteX1" fmla="*/ 0 w 5341470"/>
              <a:gd name="connsiteY1" fmla="*/ 2080163 h 2859642"/>
              <a:gd name="connsiteX2" fmla="*/ 584289 w 5341470"/>
              <a:gd name="connsiteY2" fmla="*/ 981294 h 2859642"/>
              <a:gd name="connsiteX3" fmla="*/ 2685255 w 5341470"/>
              <a:gd name="connsiteY3" fmla="*/ 45890 h 2859642"/>
              <a:gd name="connsiteX4" fmla="*/ 5341470 w 5341470"/>
              <a:gd name="connsiteY4" fmla="*/ 2191628 h 2859642"/>
              <a:gd name="connsiteX5" fmla="*/ 2677234 w 5341470"/>
              <a:gd name="connsiteY5" fmla="*/ 2147617 h 2859642"/>
              <a:gd name="connsiteX6" fmla="*/ 1144082 w 5341470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84910 h 2849145"/>
              <a:gd name="connsiteX1" fmla="*/ 0 w 5323254"/>
              <a:gd name="connsiteY1" fmla="*/ 2066023 h 2849145"/>
              <a:gd name="connsiteX2" fmla="*/ 566073 w 5323254"/>
              <a:gd name="connsiteY2" fmla="*/ 970797 h 2849145"/>
              <a:gd name="connsiteX3" fmla="*/ 2667039 w 5323254"/>
              <a:gd name="connsiteY3" fmla="*/ 35393 h 2849145"/>
              <a:gd name="connsiteX4" fmla="*/ 5323254 w 5323254"/>
              <a:gd name="connsiteY4" fmla="*/ 2181131 h 2849145"/>
              <a:gd name="connsiteX5" fmla="*/ 2659018 w 5323254"/>
              <a:gd name="connsiteY5" fmla="*/ 2137120 h 2849145"/>
              <a:gd name="connsiteX6" fmla="*/ 1125866 w 5323254"/>
              <a:gd name="connsiteY6" fmla="*/ 1976350 h 2849145"/>
              <a:gd name="connsiteX0" fmla="*/ 1034426 w 5323254"/>
              <a:gd name="connsiteY0" fmla="*/ 1850327 h 2814562"/>
              <a:gd name="connsiteX1" fmla="*/ 0 w 5323254"/>
              <a:gd name="connsiteY1" fmla="*/ 2031440 h 2814562"/>
              <a:gd name="connsiteX2" fmla="*/ 566073 w 5323254"/>
              <a:gd name="connsiteY2" fmla="*/ 936214 h 2814562"/>
              <a:gd name="connsiteX3" fmla="*/ 2667039 w 5323254"/>
              <a:gd name="connsiteY3" fmla="*/ 810 h 2814562"/>
              <a:gd name="connsiteX4" fmla="*/ 5323254 w 5323254"/>
              <a:gd name="connsiteY4" fmla="*/ 2146548 h 2814562"/>
              <a:gd name="connsiteX5" fmla="*/ 2659018 w 5323254"/>
              <a:gd name="connsiteY5" fmla="*/ 2102537 h 2814562"/>
              <a:gd name="connsiteX6" fmla="*/ 1125866 w 5323254"/>
              <a:gd name="connsiteY6" fmla="*/ 1941767 h 2814562"/>
              <a:gd name="connsiteX0" fmla="*/ 1034426 w 5323254"/>
              <a:gd name="connsiteY0" fmla="*/ 1870005 h 2834240"/>
              <a:gd name="connsiteX1" fmla="*/ 0 w 5323254"/>
              <a:gd name="connsiteY1" fmla="*/ 2051118 h 2834240"/>
              <a:gd name="connsiteX2" fmla="*/ 566073 w 5323254"/>
              <a:gd name="connsiteY2" fmla="*/ 955892 h 2834240"/>
              <a:gd name="connsiteX3" fmla="*/ 2667039 w 5323254"/>
              <a:gd name="connsiteY3" fmla="*/ 781 h 2834240"/>
              <a:gd name="connsiteX4" fmla="*/ 5323254 w 5323254"/>
              <a:gd name="connsiteY4" fmla="*/ 2166226 h 2834240"/>
              <a:gd name="connsiteX5" fmla="*/ 2659018 w 5323254"/>
              <a:gd name="connsiteY5" fmla="*/ 2122215 h 2834240"/>
              <a:gd name="connsiteX6" fmla="*/ 1125866 w 5323254"/>
              <a:gd name="connsiteY6" fmla="*/ 1961445 h 2834240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378075"/>
              <a:gd name="connsiteX1" fmla="*/ 0 w 5323254"/>
              <a:gd name="connsiteY1" fmla="*/ 2050391 h 2378075"/>
              <a:gd name="connsiteX2" fmla="*/ 566073 w 5323254"/>
              <a:gd name="connsiteY2" fmla="*/ 955165 h 2378075"/>
              <a:gd name="connsiteX3" fmla="*/ 2667039 w 5323254"/>
              <a:gd name="connsiteY3" fmla="*/ 54 h 2378075"/>
              <a:gd name="connsiteX4" fmla="*/ 5323254 w 5323254"/>
              <a:gd name="connsiteY4" fmla="*/ 2165499 h 2378075"/>
              <a:gd name="connsiteX5" fmla="*/ 2659018 w 5323254"/>
              <a:gd name="connsiteY5" fmla="*/ 2121488 h 2378075"/>
              <a:gd name="connsiteX6" fmla="*/ 1125866 w 5323254"/>
              <a:gd name="connsiteY6" fmla="*/ 1960718 h 2378075"/>
              <a:gd name="connsiteX0" fmla="*/ 1034426 w 5335078"/>
              <a:gd name="connsiteY0" fmla="*/ 1902587 h 2386535"/>
              <a:gd name="connsiteX1" fmla="*/ 0 w 5335078"/>
              <a:gd name="connsiteY1" fmla="*/ 2083700 h 2386535"/>
              <a:gd name="connsiteX2" fmla="*/ 566073 w 5335078"/>
              <a:gd name="connsiteY2" fmla="*/ 988474 h 2386535"/>
              <a:gd name="connsiteX3" fmla="*/ 2667039 w 5335078"/>
              <a:gd name="connsiteY3" fmla="*/ 33363 h 2386535"/>
              <a:gd name="connsiteX4" fmla="*/ 5335078 w 5335078"/>
              <a:gd name="connsiteY4" fmla="*/ 2171219 h 2386535"/>
              <a:gd name="connsiteX5" fmla="*/ 2659018 w 5335078"/>
              <a:gd name="connsiteY5" fmla="*/ 2154797 h 2386535"/>
              <a:gd name="connsiteX6" fmla="*/ 1125866 w 5335078"/>
              <a:gd name="connsiteY6" fmla="*/ 1994027 h 2386535"/>
              <a:gd name="connsiteX0" fmla="*/ 1034426 w 5335078"/>
              <a:gd name="connsiteY0" fmla="*/ 1902587 h 2430925"/>
              <a:gd name="connsiteX1" fmla="*/ 0 w 5335078"/>
              <a:gd name="connsiteY1" fmla="*/ 2083700 h 2430925"/>
              <a:gd name="connsiteX2" fmla="*/ 566073 w 5335078"/>
              <a:gd name="connsiteY2" fmla="*/ 988474 h 2430925"/>
              <a:gd name="connsiteX3" fmla="*/ 2667039 w 5335078"/>
              <a:gd name="connsiteY3" fmla="*/ 33363 h 2430925"/>
              <a:gd name="connsiteX4" fmla="*/ 5335078 w 5335078"/>
              <a:gd name="connsiteY4" fmla="*/ 2171219 h 2430925"/>
              <a:gd name="connsiteX5" fmla="*/ 2659018 w 5335078"/>
              <a:gd name="connsiteY5" fmla="*/ 2154797 h 2430925"/>
              <a:gd name="connsiteX6" fmla="*/ 1125866 w 5335078"/>
              <a:gd name="connsiteY6" fmla="*/ 1994027 h 2430925"/>
              <a:gd name="connsiteX0" fmla="*/ 1034426 w 5335078"/>
              <a:gd name="connsiteY0" fmla="*/ 1902587 h 2424228"/>
              <a:gd name="connsiteX1" fmla="*/ 0 w 5335078"/>
              <a:gd name="connsiteY1" fmla="*/ 2083700 h 2424228"/>
              <a:gd name="connsiteX2" fmla="*/ 566073 w 5335078"/>
              <a:gd name="connsiteY2" fmla="*/ 988474 h 2424228"/>
              <a:gd name="connsiteX3" fmla="*/ 2667039 w 5335078"/>
              <a:gd name="connsiteY3" fmla="*/ 33363 h 2424228"/>
              <a:gd name="connsiteX4" fmla="*/ 5335078 w 5335078"/>
              <a:gd name="connsiteY4" fmla="*/ 2171219 h 2424228"/>
              <a:gd name="connsiteX5" fmla="*/ 2659018 w 5335078"/>
              <a:gd name="connsiteY5" fmla="*/ 2154797 h 2424228"/>
              <a:gd name="connsiteX6" fmla="*/ 1125866 w 5335078"/>
              <a:gd name="connsiteY6" fmla="*/ 1994027 h 2424228"/>
              <a:gd name="connsiteX0" fmla="*/ 1034426 w 5335078"/>
              <a:gd name="connsiteY0" fmla="*/ 1902587 h 2391766"/>
              <a:gd name="connsiteX1" fmla="*/ 0 w 5335078"/>
              <a:gd name="connsiteY1" fmla="*/ 2083700 h 2391766"/>
              <a:gd name="connsiteX2" fmla="*/ 566073 w 5335078"/>
              <a:gd name="connsiteY2" fmla="*/ 988474 h 2391766"/>
              <a:gd name="connsiteX3" fmla="*/ 2667039 w 5335078"/>
              <a:gd name="connsiteY3" fmla="*/ 33363 h 2391766"/>
              <a:gd name="connsiteX4" fmla="*/ 5335078 w 5335078"/>
              <a:gd name="connsiteY4" fmla="*/ 2171219 h 2391766"/>
              <a:gd name="connsiteX5" fmla="*/ 2659018 w 5335078"/>
              <a:gd name="connsiteY5" fmla="*/ 2154797 h 2391766"/>
              <a:gd name="connsiteX6" fmla="*/ 1125866 w 5335078"/>
              <a:gd name="connsiteY6" fmla="*/ 1994027 h 2391766"/>
              <a:gd name="connsiteX0" fmla="*/ 1034426 w 5335078"/>
              <a:gd name="connsiteY0" fmla="*/ 1902587 h 2378193"/>
              <a:gd name="connsiteX1" fmla="*/ 0 w 5335078"/>
              <a:gd name="connsiteY1" fmla="*/ 2083700 h 2378193"/>
              <a:gd name="connsiteX2" fmla="*/ 566073 w 5335078"/>
              <a:gd name="connsiteY2" fmla="*/ 988474 h 2378193"/>
              <a:gd name="connsiteX3" fmla="*/ 2667039 w 5335078"/>
              <a:gd name="connsiteY3" fmla="*/ 33363 h 2378193"/>
              <a:gd name="connsiteX4" fmla="*/ 5335078 w 5335078"/>
              <a:gd name="connsiteY4" fmla="*/ 2171219 h 2378193"/>
              <a:gd name="connsiteX5" fmla="*/ 2659018 w 5335078"/>
              <a:gd name="connsiteY5" fmla="*/ 2154797 h 2378193"/>
              <a:gd name="connsiteX6" fmla="*/ 1125866 w 5335078"/>
              <a:gd name="connsiteY6" fmla="*/ 1994027 h 2378193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7" fmla="*/ 1034426 w 5335078"/>
              <a:gd name="connsiteY7" fmla="*/ 1902587 h 2377034"/>
              <a:gd name="connsiteX0" fmla="*/ 1125866 w 5335078"/>
              <a:gd name="connsiteY0" fmla="*/ 199402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92890"/>
              <a:gd name="connsiteX1" fmla="*/ 0 w 5335078"/>
              <a:gd name="connsiteY1" fmla="*/ 2083700 h 2392890"/>
              <a:gd name="connsiteX2" fmla="*/ 566073 w 5335078"/>
              <a:gd name="connsiteY2" fmla="*/ 988474 h 2392890"/>
              <a:gd name="connsiteX3" fmla="*/ 2667039 w 5335078"/>
              <a:gd name="connsiteY3" fmla="*/ 33363 h 2392890"/>
              <a:gd name="connsiteX4" fmla="*/ 5335078 w 5335078"/>
              <a:gd name="connsiteY4" fmla="*/ 2171219 h 2392890"/>
              <a:gd name="connsiteX5" fmla="*/ 2659018 w 5335078"/>
              <a:gd name="connsiteY5" fmla="*/ 2154797 h 2392890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21527 h 2364586"/>
              <a:gd name="connsiteX1" fmla="*/ 0 w 5335078"/>
              <a:gd name="connsiteY1" fmla="*/ 2050430 h 2364586"/>
              <a:gd name="connsiteX2" fmla="*/ 2667039 w 5335078"/>
              <a:gd name="connsiteY2" fmla="*/ 93 h 2364586"/>
              <a:gd name="connsiteX3" fmla="*/ 5335078 w 5335078"/>
              <a:gd name="connsiteY3" fmla="*/ 2137949 h 2364586"/>
              <a:gd name="connsiteX4" fmla="*/ 2659018 w 5335078"/>
              <a:gd name="connsiteY4" fmla="*/ 2121527 h 2364586"/>
              <a:gd name="connsiteX0" fmla="*/ 2659018 w 5335078"/>
              <a:gd name="connsiteY0" fmla="*/ 2126514 h 2369573"/>
              <a:gd name="connsiteX1" fmla="*/ 0 w 5335078"/>
              <a:gd name="connsiteY1" fmla="*/ 2055417 h 2369573"/>
              <a:gd name="connsiteX2" fmla="*/ 2667039 w 5335078"/>
              <a:gd name="connsiteY2" fmla="*/ 5080 h 2369573"/>
              <a:gd name="connsiteX3" fmla="*/ 5335078 w 5335078"/>
              <a:gd name="connsiteY3" fmla="*/ 2142936 h 2369573"/>
              <a:gd name="connsiteX4" fmla="*/ 2659018 w 5335078"/>
              <a:gd name="connsiteY4" fmla="*/ 2126514 h 2369573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1753 h 2364812"/>
              <a:gd name="connsiteX1" fmla="*/ 0 w 5335078"/>
              <a:gd name="connsiteY1" fmla="*/ 2050656 h 2364812"/>
              <a:gd name="connsiteX2" fmla="*/ 2667039 w 5335078"/>
              <a:gd name="connsiteY2" fmla="*/ 319 h 2364812"/>
              <a:gd name="connsiteX3" fmla="*/ 5335078 w 5335078"/>
              <a:gd name="connsiteY3" fmla="*/ 2138175 h 2364812"/>
              <a:gd name="connsiteX4" fmla="*/ 2659018 w 5335078"/>
              <a:gd name="connsiteY4" fmla="*/ 2121753 h 2364812"/>
              <a:gd name="connsiteX0" fmla="*/ 2659018 w 5335078"/>
              <a:gd name="connsiteY0" fmla="*/ 2121721 h 2364780"/>
              <a:gd name="connsiteX1" fmla="*/ 0 w 5335078"/>
              <a:gd name="connsiteY1" fmla="*/ 2050624 h 2364780"/>
              <a:gd name="connsiteX2" fmla="*/ 2667039 w 5335078"/>
              <a:gd name="connsiteY2" fmla="*/ 287 h 2364780"/>
              <a:gd name="connsiteX3" fmla="*/ 5335078 w 5335078"/>
              <a:gd name="connsiteY3" fmla="*/ 2138143 h 2364780"/>
              <a:gd name="connsiteX4" fmla="*/ 2659018 w 5335078"/>
              <a:gd name="connsiteY4" fmla="*/ 2121721 h 2364780"/>
              <a:gd name="connsiteX0" fmla="*/ 2659018 w 5335078"/>
              <a:gd name="connsiteY0" fmla="*/ 2121435 h 2364494"/>
              <a:gd name="connsiteX1" fmla="*/ 0 w 5335078"/>
              <a:gd name="connsiteY1" fmla="*/ 2050338 h 2364494"/>
              <a:gd name="connsiteX2" fmla="*/ 2667039 w 5335078"/>
              <a:gd name="connsiteY2" fmla="*/ 1 h 2364494"/>
              <a:gd name="connsiteX3" fmla="*/ 5335078 w 5335078"/>
              <a:gd name="connsiteY3" fmla="*/ 2137857 h 2364494"/>
              <a:gd name="connsiteX4" fmla="*/ 2659018 w 5335078"/>
              <a:gd name="connsiteY4" fmla="*/ 2121435 h 2364494"/>
              <a:gd name="connsiteX0" fmla="*/ 2659018 w 5335078"/>
              <a:gd name="connsiteY0" fmla="*/ 2127784 h 2370843"/>
              <a:gd name="connsiteX1" fmla="*/ 0 w 5335078"/>
              <a:gd name="connsiteY1" fmla="*/ 2056687 h 2370843"/>
              <a:gd name="connsiteX2" fmla="*/ 2660689 w 5335078"/>
              <a:gd name="connsiteY2" fmla="*/ 0 h 2370843"/>
              <a:gd name="connsiteX3" fmla="*/ 5335078 w 5335078"/>
              <a:gd name="connsiteY3" fmla="*/ 2144206 h 2370843"/>
              <a:gd name="connsiteX4" fmla="*/ 2659018 w 5335078"/>
              <a:gd name="connsiteY4" fmla="*/ 2127784 h 2370843"/>
              <a:gd name="connsiteX0" fmla="*/ 2659018 w 5335078"/>
              <a:gd name="connsiteY0" fmla="*/ 2108534 h 2351593"/>
              <a:gd name="connsiteX1" fmla="*/ 0 w 5335078"/>
              <a:gd name="connsiteY1" fmla="*/ 2037437 h 2351593"/>
              <a:gd name="connsiteX2" fmla="*/ 2660689 w 5335078"/>
              <a:gd name="connsiteY2" fmla="*/ 1 h 2351593"/>
              <a:gd name="connsiteX3" fmla="*/ 5335078 w 5335078"/>
              <a:gd name="connsiteY3" fmla="*/ 2124956 h 2351593"/>
              <a:gd name="connsiteX4" fmla="*/ 2659018 w 5335078"/>
              <a:gd name="connsiteY4" fmla="*/ 2108534 h 2351593"/>
              <a:gd name="connsiteX0" fmla="*/ 2659018 w 5335078"/>
              <a:gd name="connsiteY0" fmla="*/ 2111741 h 2354800"/>
              <a:gd name="connsiteX1" fmla="*/ 0 w 5335078"/>
              <a:gd name="connsiteY1" fmla="*/ 2040644 h 2354800"/>
              <a:gd name="connsiteX2" fmla="*/ 2660689 w 5335078"/>
              <a:gd name="connsiteY2" fmla="*/ 0 h 2354800"/>
              <a:gd name="connsiteX3" fmla="*/ 5335078 w 5335078"/>
              <a:gd name="connsiteY3" fmla="*/ 2128163 h 2354800"/>
              <a:gd name="connsiteX4" fmla="*/ 2659018 w 5335078"/>
              <a:gd name="connsiteY4" fmla="*/ 2111741 h 2354800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5078" h="2354807">
                <a:moveTo>
                  <a:pt x="2659018" y="2111748"/>
                </a:moveTo>
                <a:cubicBezTo>
                  <a:pt x="1643714" y="1699082"/>
                  <a:pt x="419769" y="1884255"/>
                  <a:pt x="0" y="2040651"/>
                </a:cubicBezTo>
                <a:cubicBezTo>
                  <a:pt x="95392" y="1506223"/>
                  <a:pt x="860721" y="-3578"/>
                  <a:pt x="2660689" y="7"/>
                </a:cubicBezTo>
                <a:cubicBezTo>
                  <a:pt x="4460657" y="3592"/>
                  <a:pt x="5211709" y="1510238"/>
                  <a:pt x="5335078" y="2128170"/>
                </a:cubicBezTo>
                <a:cubicBezTo>
                  <a:pt x="4302438" y="2512830"/>
                  <a:pt x="3315656" y="2339170"/>
                  <a:pt x="2659018" y="2111748"/>
                </a:cubicBez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Add image or colour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ECB0A80-1B0E-170D-E80A-84919FB912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3D167C-9875-FA01-F0EE-48A389E8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>
                <a:solidFill>
                  <a:schemeClr val="accent1"/>
                </a:solidFill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4736FBD-C735-A3EB-79E8-81370B63D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093" y="2002420"/>
            <a:ext cx="3888973" cy="15857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0213EADD-CAB9-DEAA-F13C-E0B9559E8F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1094" y="4450181"/>
            <a:ext cx="3888973" cy="1937700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18052ED-4900-6F39-B939-C2128A1BC8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094" y="1617994"/>
            <a:ext cx="3888972" cy="295275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050" spc="18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E5241F3-02DA-7DC4-A3FE-66BFE75A92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55D7E-B700-5553-B21F-746436B41A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0629" y="2002420"/>
            <a:ext cx="2805403" cy="83408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3194930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2666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E50A-0518-EBB3-A9FE-262EC2557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82341"/>
            <a:ext cx="9144000" cy="1062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subtitle. Add / change background image: right click on the background -&gt; ‘format background’.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424C0-A569-559C-08FC-98607824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76E0DA4-BE98-F253-CE15-3E8CEBF955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5719763"/>
            <a:ext cx="4327233" cy="223837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Name Surname 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7FF9569-251D-28D9-04A1-30874C376F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40766" y="5719763"/>
            <a:ext cx="4327233" cy="223837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5 May 2023 13:30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0D863FC-F0C7-62AE-69C0-C523970917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3297" y="5811410"/>
            <a:ext cx="285407" cy="63897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2780F77-8A04-C3F6-58E2-4E56BC3474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4361524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77408"/>
            <a:ext cx="9144000" cy="62059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E50A-0518-EBB3-A9FE-262EC2557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242800"/>
            <a:ext cx="9144000" cy="10625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</a:t>
            </a:r>
            <a:r>
              <a:rPr lang="en-GB" err="1"/>
              <a:t>alinea</a:t>
            </a:r>
            <a:r>
              <a:rPr lang="en-GB"/>
              <a:t>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424C0-A569-559C-08FC-98607824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26373E-4377-A781-3D49-41F45D010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64152" y="4450181"/>
            <a:ext cx="3888973" cy="19377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F7D046-E958-9025-BEA4-08281F97C5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4281" y="4450181"/>
            <a:ext cx="3883567" cy="19377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E4A5C0-8650-7820-0CC2-235C38435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24000" y="2074483"/>
            <a:ext cx="9144000" cy="29527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50" spc="180" baseline="0"/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A48611BC-1417-DAEB-753E-502273FBC1B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3225216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0D407A-E5FF-CFF0-6724-857811503D1C}"/>
              </a:ext>
            </a:extLst>
          </p:cNvPr>
          <p:cNvSpPr/>
          <p:nvPr userDrawn="1"/>
        </p:nvSpPr>
        <p:spPr>
          <a:xfrm>
            <a:off x="0" y="0"/>
            <a:ext cx="6244281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093" y="2002420"/>
            <a:ext cx="3888973" cy="15857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26373E-4377-A781-3D49-41F45D010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1094" y="4297781"/>
            <a:ext cx="3888973" cy="1937700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E4A5C0-8650-7820-0CC2-235C38435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094" y="1617994"/>
            <a:ext cx="3888972" cy="295275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050" spc="180" baseline="0"/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B86830-2793-955C-ABE4-4569F259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864F0E-21B6-DE0C-2B2F-F2AF808DC6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96A74EA-6452-D0A3-7869-186AE90BDE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30779" y="1627107"/>
            <a:ext cx="3888972" cy="29527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50" spc="18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98A49E1-CB1A-202E-647B-12A8DD7EF9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14573" y="5675023"/>
            <a:ext cx="3888973" cy="560457"/>
          </a:xfrm>
        </p:spPr>
        <p:txBody>
          <a:bodyPr anchor="t">
            <a:norm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AC6F1BD-C235-33E8-17B0-58621362ED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8829993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0D407A-E5FF-CFF0-6724-857811503D1C}"/>
              </a:ext>
            </a:extLst>
          </p:cNvPr>
          <p:cNvSpPr/>
          <p:nvPr userDrawn="1"/>
        </p:nvSpPr>
        <p:spPr>
          <a:xfrm>
            <a:off x="0" y="0"/>
            <a:ext cx="6244281" cy="6858000"/>
          </a:xfrm>
          <a:prstGeom prst="rect">
            <a:avLst/>
          </a:prstGeom>
          <a:solidFill>
            <a:srgbClr val="F2D8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093" y="2002420"/>
            <a:ext cx="3888973" cy="15857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26373E-4377-A781-3D49-41F45D010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1094" y="4297781"/>
            <a:ext cx="3888973" cy="1937700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E4A5C0-8650-7820-0CC2-235C38435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094" y="1617994"/>
            <a:ext cx="3888972" cy="295275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050" spc="180" baseline="0"/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B86830-2793-955C-ABE4-4569F259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864F0E-21B6-DE0C-2B2F-F2AF808DC6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96A74EA-6452-D0A3-7869-186AE90BDE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30779" y="1627107"/>
            <a:ext cx="3888972" cy="29527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50" spc="18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98A49E1-CB1A-202E-647B-12A8DD7EF9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14573" y="5675023"/>
            <a:ext cx="3888973" cy="560457"/>
          </a:xfrm>
        </p:spPr>
        <p:txBody>
          <a:bodyPr anchor="t">
            <a:norm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AC6F1BD-C235-33E8-17B0-58621362ED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3992753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9B503-272A-F6B4-D58E-93E554E7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9EF91B0-2678-3E29-585E-8371E3C9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E8D6E-739C-2F82-AF35-0575C20D81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22340"/>
            <a:ext cx="10515600" cy="4333617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F4A3FE5-9A76-CAD0-3DEC-B1E82E2946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2229676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9EF91B0-2678-3E29-585E-8371E3C9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D4168B-B615-3C26-6250-6FA7A8F80E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604963"/>
            <a:ext cx="10515600" cy="854075"/>
          </a:xfrm>
        </p:spPr>
        <p:txBody>
          <a:bodyPr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916EB5-1DE8-E77A-E383-0BA7ACF6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3FCD97A-D507-438F-9DFD-AAF7AAB58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4944B03-692B-6EBC-6279-86EA05C9E8E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8074220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F522-9F8F-7C44-DA04-4B60F506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186"/>
            <a:ext cx="10515600" cy="66909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7706E-75BD-45EF-5459-667619F79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1967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/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1400"/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B7DF9-77AE-AFF8-D8E0-6C13FB34D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1967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/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1400"/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05D95-029F-5354-14C7-6A01D162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732417-93E9-1EBE-7994-83DD1D786F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34331348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6657-0D83-5855-DF19-95C81EA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37529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5E69F-50C0-1AAE-0AC4-C5D895EF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2341"/>
            <a:ext cx="105156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CF9A-2D5A-BA6D-71A9-DDEBF05C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748C071-72AF-2149-93E0-18B01285BB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22450219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3387902" y="707203"/>
            <a:ext cx="5493600" cy="5493600"/>
          </a:xfrm>
          <a:prstGeom prst="ellipse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D521898-D0B7-765A-5899-C6C171981F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81429" y="707195"/>
            <a:ext cx="5335078" cy="2354807"/>
          </a:xfrm>
          <a:custGeom>
            <a:avLst/>
            <a:gdLst>
              <a:gd name="connsiteX0" fmla="*/ 0 w 5504933"/>
              <a:gd name="connsiteY0" fmla="*/ 2723253 h 5446506"/>
              <a:gd name="connsiteX1" fmla="*/ 2752467 w 5504933"/>
              <a:gd name="connsiteY1" fmla="*/ 0 h 5446506"/>
              <a:gd name="connsiteX2" fmla="*/ 5504934 w 5504933"/>
              <a:gd name="connsiteY2" fmla="*/ 2723253 h 5446506"/>
              <a:gd name="connsiteX3" fmla="*/ 2752467 w 5504933"/>
              <a:gd name="connsiteY3" fmla="*/ 5446506 h 5446506"/>
              <a:gd name="connsiteX4" fmla="*/ 0 w 5504933"/>
              <a:gd name="connsiteY4" fmla="*/ 2723253 h 5446506"/>
              <a:gd name="connsiteX0" fmla="*/ 1 w 5504935"/>
              <a:gd name="connsiteY0" fmla="*/ 2723253 h 3261472"/>
              <a:gd name="connsiteX1" fmla="*/ 2752468 w 5504935"/>
              <a:gd name="connsiteY1" fmla="*/ 0 h 3261472"/>
              <a:gd name="connsiteX2" fmla="*/ 5504935 w 5504935"/>
              <a:gd name="connsiteY2" fmla="*/ 2723253 h 3261472"/>
              <a:gd name="connsiteX3" fmla="*/ 2744447 w 5504935"/>
              <a:gd name="connsiteY3" fmla="*/ 2101727 h 3261472"/>
              <a:gd name="connsiteX4" fmla="*/ 1 w 5504935"/>
              <a:gd name="connsiteY4" fmla="*/ 2723253 h 3261472"/>
              <a:gd name="connsiteX0" fmla="*/ 1 w 5504935"/>
              <a:gd name="connsiteY0" fmla="*/ 2723253 h 3394950"/>
              <a:gd name="connsiteX1" fmla="*/ 2752468 w 5504935"/>
              <a:gd name="connsiteY1" fmla="*/ 0 h 3394950"/>
              <a:gd name="connsiteX2" fmla="*/ 5504935 w 5504935"/>
              <a:gd name="connsiteY2" fmla="*/ 2723253 h 3394950"/>
              <a:gd name="connsiteX3" fmla="*/ 2744447 w 5504935"/>
              <a:gd name="connsiteY3" fmla="*/ 2101727 h 3394950"/>
              <a:gd name="connsiteX4" fmla="*/ 1 w 5504935"/>
              <a:gd name="connsiteY4" fmla="*/ 2723253 h 3394950"/>
              <a:gd name="connsiteX0" fmla="*/ 1 w 5408683"/>
              <a:gd name="connsiteY0" fmla="*/ 2731595 h 2813873"/>
              <a:gd name="connsiteX1" fmla="*/ 2752468 w 5408683"/>
              <a:gd name="connsiteY1" fmla="*/ 8342 h 2813873"/>
              <a:gd name="connsiteX2" fmla="*/ 5408683 w 5408683"/>
              <a:gd name="connsiteY2" fmla="*/ 2154080 h 2813873"/>
              <a:gd name="connsiteX3" fmla="*/ 2744447 w 5408683"/>
              <a:gd name="connsiteY3" fmla="*/ 2110069 h 2813873"/>
              <a:gd name="connsiteX4" fmla="*/ 1 w 5408683"/>
              <a:gd name="connsiteY4" fmla="*/ 2731595 h 2813873"/>
              <a:gd name="connsiteX0" fmla="*/ 1 w 5408683"/>
              <a:gd name="connsiteY0" fmla="*/ 2731232 h 2813510"/>
              <a:gd name="connsiteX1" fmla="*/ 2752468 w 5408683"/>
              <a:gd name="connsiteY1" fmla="*/ 7979 h 2813510"/>
              <a:gd name="connsiteX2" fmla="*/ 5408683 w 5408683"/>
              <a:gd name="connsiteY2" fmla="*/ 2153717 h 2813510"/>
              <a:gd name="connsiteX3" fmla="*/ 2744447 w 5408683"/>
              <a:gd name="connsiteY3" fmla="*/ 2109706 h 2813510"/>
              <a:gd name="connsiteX4" fmla="*/ 1 w 5408683"/>
              <a:gd name="connsiteY4" fmla="*/ 2731232 h 2813510"/>
              <a:gd name="connsiteX0" fmla="*/ 1275 w 5409957"/>
              <a:gd name="connsiteY0" fmla="*/ 2731232 h 3563776"/>
              <a:gd name="connsiteX1" fmla="*/ 2753742 w 5409957"/>
              <a:gd name="connsiteY1" fmla="*/ 7979 h 3563776"/>
              <a:gd name="connsiteX2" fmla="*/ 5409957 w 5409957"/>
              <a:gd name="connsiteY2" fmla="*/ 2153717 h 3563776"/>
              <a:gd name="connsiteX3" fmla="*/ 2745721 w 5409957"/>
              <a:gd name="connsiteY3" fmla="*/ 2109706 h 3563776"/>
              <a:gd name="connsiteX4" fmla="*/ 1275 w 5409957"/>
              <a:gd name="connsiteY4" fmla="*/ 2731232 h 3563776"/>
              <a:gd name="connsiteX0" fmla="*/ 1275 w 5409957"/>
              <a:gd name="connsiteY0" fmla="*/ 2723569 h 3556113"/>
              <a:gd name="connsiteX1" fmla="*/ 2753742 w 5409957"/>
              <a:gd name="connsiteY1" fmla="*/ 316 h 3556113"/>
              <a:gd name="connsiteX2" fmla="*/ 5409957 w 5409957"/>
              <a:gd name="connsiteY2" fmla="*/ 2146054 h 3556113"/>
              <a:gd name="connsiteX3" fmla="*/ 2745721 w 5409957"/>
              <a:gd name="connsiteY3" fmla="*/ 2102043 h 3556113"/>
              <a:gd name="connsiteX4" fmla="*/ 1275 w 5409957"/>
              <a:gd name="connsiteY4" fmla="*/ 2723569 h 3556113"/>
              <a:gd name="connsiteX0" fmla="*/ 48773 w 5457455"/>
              <a:gd name="connsiteY0" fmla="*/ 2723333 h 2813832"/>
              <a:gd name="connsiteX1" fmla="*/ 2801240 w 5457455"/>
              <a:gd name="connsiteY1" fmla="*/ 80 h 2813832"/>
              <a:gd name="connsiteX2" fmla="*/ 5457455 w 5457455"/>
              <a:gd name="connsiteY2" fmla="*/ 2145818 h 2813832"/>
              <a:gd name="connsiteX3" fmla="*/ 2793219 w 5457455"/>
              <a:gd name="connsiteY3" fmla="*/ 2101807 h 2813832"/>
              <a:gd name="connsiteX4" fmla="*/ 1168627 w 5457455"/>
              <a:gd name="connsiteY4" fmla="*/ 1849597 h 2813832"/>
              <a:gd name="connsiteX5" fmla="*/ 48773 w 5457455"/>
              <a:gd name="connsiteY5" fmla="*/ 2723333 h 2813832"/>
              <a:gd name="connsiteX0" fmla="*/ 58447 w 5467129"/>
              <a:gd name="connsiteY0" fmla="*/ 2737061 h 2827560"/>
              <a:gd name="connsiteX1" fmla="*/ 440364 w 5467129"/>
              <a:gd name="connsiteY1" fmla="*/ 1309872 h 2827560"/>
              <a:gd name="connsiteX2" fmla="*/ 2810914 w 5467129"/>
              <a:gd name="connsiteY2" fmla="*/ 13808 h 2827560"/>
              <a:gd name="connsiteX3" fmla="*/ 5467129 w 5467129"/>
              <a:gd name="connsiteY3" fmla="*/ 2159546 h 2827560"/>
              <a:gd name="connsiteX4" fmla="*/ 2802893 w 5467129"/>
              <a:gd name="connsiteY4" fmla="*/ 2115535 h 2827560"/>
              <a:gd name="connsiteX5" fmla="*/ 1178301 w 5467129"/>
              <a:gd name="connsiteY5" fmla="*/ 1863325 h 2827560"/>
              <a:gd name="connsiteX6" fmla="*/ 58447 w 5467129"/>
              <a:gd name="connsiteY6" fmla="*/ 2737061 h 2827560"/>
              <a:gd name="connsiteX0" fmla="*/ 58447 w 5467129"/>
              <a:gd name="connsiteY0" fmla="*/ 2739880 h 2830379"/>
              <a:gd name="connsiteX1" fmla="*/ 440364 w 5467129"/>
              <a:gd name="connsiteY1" fmla="*/ 1312691 h 2830379"/>
              <a:gd name="connsiteX2" fmla="*/ 2810914 w 5467129"/>
              <a:gd name="connsiteY2" fmla="*/ 16627 h 2830379"/>
              <a:gd name="connsiteX3" fmla="*/ 5467129 w 5467129"/>
              <a:gd name="connsiteY3" fmla="*/ 2162365 h 2830379"/>
              <a:gd name="connsiteX4" fmla="*/ 2802893 w 5467129"/>
              <a:gd name="connsiteY4" fmla="*/ 2118354 h 2830379"/>
              <a:gd name="connsiteX5" fmla="*/ 1178301 w 5467129"/>
              <a:gd name="connsiteY5" fmla="*/ 1866144 h 2830379"/>
              <a:gd name="connsiteX6" fmla="*/ 58447 w 5467129"/>
              <a:gd name="connsiteY6" fmla="*/ 2739880 h 2830379"/>
              <a:gd name="connsiteX0" fmla="*/ 30708 w 5439390"/>
              <a:gd name="connsiteY0" fmla="*/ 2739880 h 2830379"/>
              <a:gd name="connsiteX1" fmla="*/ 412625 w 5439390"/>
              <a:gd name="connsiteY1" fmla="*/ 1312691 h 2830379"/>
              <a:gd name="connsiteX2" fmla="*/ 2783175 w 5439390"/>
              <a:gd name="connsiteY2" fmla="*/ 16627 h 2830379"/>
              <a:gd name="connsiteX3" fmla="*/ 5439390 w 5439390"/>
              <a:gd name="connsiteY3" fmla="*/ 2162365 h 2830379"/>
              <a:gd name="connsiteX4" fmla="*/ 2775154 w 5439390"/>
              <a:gd name="connsiteY4" fmla="*/ 2118354 h 2830379"/>
              <a:gd name="connsiteX5" fmla="*/ 1150562 w 5439390"/>
              <a:gd name="connsiteY5" fmla="*/ 1866144 h 2830379"/>
              <a:gd name="connsiteX6" fmla="*/ 30708 w 5439390"/>
              <a:gd name="connsiteY6" fmla="*/ 2739880 h 2830379"/>
              <a:gd name="connsiteX0" fmla="*/ 12386 w 5421068"/>
              <a:gd name="connsiteY0" fmla="*/ 2739880 h 2830379"/>
              <a:gd name="connsiteX1" fmla="*/ 394303 w 5421068"/>
              <a:gd name="connsiteY1" fmla="*/ 1312691 h 2830379"/>
              <a:gd name="connsiteX2" fmla="*/ 2764853 w 5421068"/>
              <a:gd name="connsiteY2" fmla="*/ 16627 h 2830379"/>
              <a:gd name="connsiteX3" fmla="*/ 5421068 w 5421068"/>
              <a:gd name="connsiteY3" fmla="*/ 2162365 h 2830379"/>
              <a:gd name="connsiteX4" fmla="*/ 2756832 w 5421068"/>
              <a:gd name="connsiteY4" fmla="*/ 2118354 h 2830379"/>
              <a:gd name="connsiteX5" fmla="*/ 1132240 w 5421068"/>
              <a:gd name="connsiteY5" fmla="*/ 1866144 h 2830379"/>
              <a:gd name="connsiteX6" fmla="*/ 12386 w 5421068"/>
              <a:gd name="connsiteY6" fmla="*/ 2739880 h 2830379"/>
              <a:gd name="connsiteX0" fmla="*/ 6354 w 5415036"/>
              <a:gd name="connsiteY0" fmla="*/ 2739880 h 2830379"/>
              <a:gd name="connsiteX1" fmla="*/ 388271 w 5415036"/>
              <a:gd name="connsiteY1" fmla="*/ 1312691 h 2830379"/>
              <a:gd name="connsiteX2" fmla="*/ 2758821 w 5415036"/>
              <a:gd name="connsiteY2" fmla="*/ 16627 h 2830379"/>
              <a:gd name="connsiteX3" fmla="*/ 5415036 w 5415036"/>
              <a:gd name="connsiteY3" fmla="*/ 2162365 h 2830379"/>
              <a:gd name="connsiteX4" fmla="*/ 2750800 w 5415036"/>
              <a:gd name="connsiteY4" fmla="*/ 2118354 h 2830379"/>
              <a:gd name="connsiteX5" fmla="*/ 1126208 w 5415036"/>
              <a:gd name="connsiteY5" fmla="*/ 1866144 h 2830379"/>
              <a:gd name="connsiteX6" fmla="*/ 652965 w 5415036"/>
              <a:gd name="connsiteY6" fmla="*/ 2106776 h 2830379"/>
              <a:gd name="connsiteX7" fmla="*/ 6354 w 5415036"/>
              <a:gd name="connsiteY7" fmla="*/ 2739880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568316 w 5330387"/>
              <a:gd name="connsiteY6" fmla="*/ 2106776 h 2830379"/>
              <a:gd name="connsiteX7" fmla="*/ 9937 w 5330387"/>
              <a:gd name="connsiteY7" fmla="*/ 2098196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9937 w 5330387"/>
              <a:gd name="connsiteY6" fmla="*/ 2098196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31622 w 5320450"/>
              <a:gd name="connsiteY0" fmla="*/ 1866144 h 2830379"/>
              <a:gd name="connsiteX1" fmla="*/ 0 w 5320450"/>
              <a:gd name="connsiteY1" fmla="*/ 2098196 h 2830379"/>
              <a:gd name="connsiteX2" fmla="*/ 293685 w 5320450"/>
              <a:gd name="connsiteY2" fmla="*/ 1312691 h 2830379"/>
              <a:gd name="connsiteX3" fmla="*/ 2664235 w 5320450"/>
              <a:gd name="connsiteY3" fmla="*/ 16627 h 2830379"/>
              <a:gd name="connsiteX4" fmla="*/ 5320450 w 5320450"/>
              <a:gd name="connsiteY4" fmla="*/ 2162365 h 2830379"/>
              <a:gd name="connsiteX5" fmla="*/ 2656214 w 5320450"/>
              <a:gd name="connsiteY5" fmla="*/ 2118354 h 2830379"/>
              <a:gd name="connsiteX6" fmla="*/ 1123062 w 5320450"/>
              <a:gd name="connsiteY6" fmla="*/ 1957584 h 2830379"/>
              <a:gd name="connsiteX0" fmla="*/ 1052642 w 5341470"/>
              <a:gd name="connsiteY0" fmla="*/ 1866144 h 2830379"/>
              <a:gd name="connsiteX1" fmla="*/ 0 w 5341470"/>
              <a:gd name="connsiteY1" fmla="*/ 2050900 h 2830379"/>
              <a:gd name="connsiteX2" fmla="*/ 314705 w 5341470"/>
              <a:gd name="connsiteY2" fmla="*/ 1312691 h 2830379"/>
              <a:gd name="connsiteX3" fmla="*/ 2685255 w 5341470"/>
              <a:gd name="connsiteY3" fmla="*/ 16627 h 2830379"/>
              <a:gd name="connsiteX4" fmla="*/ 5341470 w 5341470"/>
              <a:gd name="connsiteY4" fmla="*/ 2162365 h 2830379"/>
              <a:gd name="connsiteX5" fmla="*/ 2677234 w 5341470"/>
              <a:gd name="connsiteY5" fmla="*/ 2118354 h 2830379"/>
              <a:gd name="connsiteX6" fmla="*/ 1144082 w 5341470"/>
              <a:gd name="connsiteY6" fmla="*/ 1957584 h 2830379"/>
              <a:gd name="connsiteX0" fmla="*/ 1052642 w 5341470"/>
              <a:gd name="connsiteY0" fmla="*/ 1895407 h 2859642"/>
              <a:gd name="connsiteX1" fmla="*/ 0 w 5341470"/>
              <a:gd name="connsiteY1" fmla="*/ 2080163 h 2859642"/>
              <a:gd name="connsiteX2" fmla="*/ 584289 w 5341470"/>
              <a:gd name="connsiteY2" fmla="*/ 981294 h 2859642"/>
              <a:gd name="connsiteX3" fmla="*/ 2685255 w 5341470"/>
              <a:gd name="connsiteY3" fmla="*/ 45890 h 2859642"/>
              <a:gd name="connsiteX4" fmla="*/ 5341470 w 5341470"/>
              <a:gd name="connsiteY4" fmla="*/ 2191628 h 2859642"/>
              <a:gd name="connsiteX5" fmla="*/ 2677234 w 5341470"/>
              <a:gd name="connsiteY5" fmla="*/ 2147617 h 2859642"/>
              <a:gd name="connsiteX6" fmla="*/ 1144082 w 5341470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84910 h 2849145"/>
              <a:gd name="connsiteX1" fmla="*/ 0 w 5323254"/>
              <a:gd name="connsiteY1" fmla="*/ 2066023 h 2849145"/>
              <a:gd name="connsiteX2" fmla="*/ 566073 w 5323254"/>
              <a:gd name="connsiteY2" fmla="*/ 970797 h 2849145"/>
              <a:gd name="connsiteX3" fmla="*/ 2667039 w 5323254"/>
              <a:gd name="connsiteY3" fmla="*/ 35393 h 2849145"/>
              <a:gd name="connsiteX4" fmla="*/ 5323254 w 5323254"/>
              <a:gd name="connsiteY4" fmla="*/ 2181131 h 2849145"/>
              <a:gd name="connsiteX5" fmla="*/ 2659018 w 5323254"/>
              <a:gd name="connsiteY5" fmla="*/ 2137120 h 2849145"/>
              <a:gd name="connsiteX6" fmla="*/ 1125866 w 5323254"/>
              <a:gd name="connsiteY6" fmla="*/ 1976350 h 2849145"/>
              <a:gd name="connsiteX0" fmla="*/ 1034426 w 5323254"/>
              <a:gd name="connsiteY0" fmla="*/ 1850327 h 2814562"/>
              <a:gd name="connsiteX1" fmla="*/ 0 w 5323254"/>
              <a:gd name="connsiteY1" fmla="*/ 2031440 h 2814562"/>
              <a:gd name="connsiteX2" fmla="*/ 566073 w 5323254"/>
              <a:gd name="connsiteY2" fmla="*/ 936214 h 2814562"/>
              <a:gd name="connsiteX3" fmla="*/ 2667039 w 5323254"/>
              <a:gd name="connsiteY3" fmla="*/ 810 h 2814562"/>
              <a:gd name="connsiteX4" fmla="*/ 5323254 w 5323254"/>
              <a:gd name="connsiteY4" fmla="*/ 2146548 h 2814562"/>
              <a:gd name="connsiteX5" fmla="*/ 2659018 w 5323254"/>
              <a:gd name="connsiteY5" fmla="*/ 2102537 h 2814562"/>
              <a:gd name="connsiteX6" fmla="*/ 1125866 w 5323254"/>
              <a:gd name="connsiteY6" fmla="*/ 1941767 h 2814562"/>
              <a:gd name="connsiteX0" fmla="*/ 1034426 w 5323254"/>
              <a:gd name="connsiteY0" fmla="*/ 1870005 h 2834240"/>
              <a:gd name="connsiteX1" fmla="*/ 0 w 5323254"/>
              <a:gd name="connsiteY1" fmla="*/ 2051118 h 2834240"/>
              <a:gd name="connsiteX2" fmla="*/ 566073 w 5323254"/>
              <a:gd name="connsiteY2" fmla="*/ 955892 h 2834240"/>
              <a:gd name="connsiteX3" fmla="*/ 2667039 w 5323254"/>
              <a:gd name="connsiteY3" fmla="*/ 781 h 2834240"/>
              <a:gd name="connsiteX4" fmla="*/ 5323254 w 5323254"/>
              <a:gd name="connsiteY4" fmla="*/ 2166226 h 2834240"/>
              <a:gd name="connsiteX5" fmla="*/ 2659018 w 5323254"/>
              <a:gd name="connsiteY5" fmla="*/ 2122215 h 2834240"/>
              <a:gd name="connsiteX6" fmla="*/ 1125866 w 5323254"/>
              <a:gd name="connsiteY6" fmla="*/ 1961445 h 2834240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378075"/>
              <a:gd name="connsiteX1" fmla="*/ 0 w 5323254"/>
              <a:gd name="connsiteY1" fmla="*/ 2050391 h 2378075"/>
              <a:gd name="connsiteX2" fmla="*/ 566073 w 5323254"/>
              <a:gd name="connsiteY2" fmla="*/ 955165 h 2378075"/>
              <a:gd name="connsiteX3" fmla="*/ 2667039 w 5323254"/>
              <a:gd name="connsiteY3" fmla="*/ 54 h 2378075"/>
              <a:gd name="connsiteX4" fmla="*/ 5323254 w 5323254"/>
              <a:gd name="connsiteY4" fmla="*/ 2165499 h 2378075"/>
              <a:gd name="connsiteX5" fmla="*/ 2659018 w 5323254"/>
              <a:gd name="connsiteY5" fmla="*/ 2121488 h 2378075"/>
              <a:gd name="connsiteX6" fmla="*/ 1125866 w 5323254"/>
              <a:gd name="connsiteY6" fmla="*/ 1960718 h 2378075"/>
              <a:gd name="connsiteX0" fmla="*/ 1034426 w 5335078"/>
              <a:gd name="connsiteY0" fmla="*/ 1902587 h 2386535"/>
              <a:gd name="connsiteX1" fmla="*/ 0 w 5335078"/>
              <a:gd name="connsiteY1" fmla="*/ 2083700 h 2386535"/>
              <a:gd name="connsiteX2" fmla="*/ 566073 w 5335078"/>
              <a:gd name="connsiteY2" fmla="*/ 988474 h 2386535"/>
              <a:gd name="connsiteX3" fmla="*/ 2667039 w 5335078"/>
              <a:gd name="connsiteY3" fmla="*/ 33363 h 2386535"/>
              <a:gd name="connsiteX4" fmla="*/ 5335078 w 5335078"/>
              <a:gd name="connsiteY4" fmla="*/ 2171219 h 2386535"/>
              <a:gd name="connsiteX5" fmla="*/ 2659018 w 5335078"/>
              <a:gd name="connsiteY5" fmla="*/ 2154797 h 2386535"/>
              <a:gd name="connsiteX6" fmla="*/ 1125866 w 5335078"/>
              <a:gd name="connsiteY6" fmla="*/ 1994027 h 2386535"/>
              <a:gd name="connsiteX0" fmla="*/ 1034426 w 5335078"/>
              <a:gd name="connsiteY0" fmla="*/ 1902587 h 2430925"/>
              <a:gd name="connsiteX1" fmla="*/ 0 w 5335078"/>
              <a:gd name="connsiteY1" fmla="*/ 2083700 h 2430925"/>
              <a:gd name="connsiteX2" fmla="*/ 566073 w 5335078"/>
              <a:gd name="connsiteY2" fmla="*/ 988474 h 2430925"/>
              <a:gd name="connsiteX3" fmla="*/ 2667039 w 5335078"/>
              <a:gd name="connsiteY3" fmla="*/ 33363 h 2430925"/>
              <a:gd name="connsiteX4" fmla="*/ 5335078 w 5335078"/>
              <a:gd name="connsiteY4" fmla="*/ 2171219 h 2430925"/>
              <a:gd name="connsiteX5" fmla="*/ 2659018 w 5335078"/>
              <a:gd name="connsiteY5" fmla="*/ 2154797 h 2430925"/>
              <a:gd name="connsiteX6" fmla="*/ 1125866 w 5335078"/>
              <a:gd name="connsiteY6" fmla="*/ 1994027 h 2430925"/>
              <a:gd name="connsiteX0" fmla="*/ 1034426 w 5335078"/>
              <a:gd name="connsiteY0" fmla="*/ 1902587 h 2424228"/>
              <a:gd name="connsiteX1" fmla="*/ 0 w 5335078"/>
              <a:gd name="connsiteY1" fmla="*/ 2083700 h 2424228"/>
              <a:gd name="connsiteX2" fmla="*/ 566073 w 5335078"/>
              <a:gd name="connsiteY2" fmla="*/ 988474 h 2424228"/>
              <a:gd name="connsiteX3" fmla="*/ 2667039 w 5335078"/>
              <a:gd name="connsiteY3" fmla="*/ 33363 h 2424228"/>
              <a:gd name="connsiteX4" fmla="*/ 5335078 w 5335078"/>
              <a:gd name="connsiteY4" fmla="*/ 2171219 h 2424228"/>
              <a:gd name="connsiteX5" fmla="*/ 2659018 w 5335078"/>
              <a:gd name="connsiteY5" fmla="*/ 2154797 h 2424228"/>
              <a:gd name="connsiteX6" fmla="*/ 1125866 w 5335078"/>
              <a:gd name="connsiteY6" fmla="*/ 1994027 h 2424228"/>
              <a:gd name="connsiteX0" fmla="*/ 1034426 w 5335078"/>
              <a:gd name="connsiteY0" fmla="*/ 1902587 h 2391766"/>
              <a:gd name="connsiteX1" fmla="*/ 0 w 5335078"/>
              <a:gd name="connsiteY1" fmla="*/ 2083700 h 2391766"/>
              <a:gd name="connsiteX2" fmla="*/ 566073 w 5335078"/>
              <a:gd name="connsiteY2" fmla="*/ 988474 h 2391766"/>
              <a:gd name="connsiteX3" fmla="*/ 2667039 w 5335078"/>
              <a:gd name="connsiteY3" fmla="*/ 33363 h 2391766"/>
              <a:gd name="connsiteX4" fmla="*/ 5335078 w 5335078"/>
              <a:gd name="connsiteY4" fmla="*/ 2171219 h 2391766"/>
              <a:gd name="connsiteX5" fmla="*/ 2659018 w 5335078"/>
              <a:gd name="connsiteY5" fmla="*/ 2154797 h 2391766"/>
              <a:gd name="connsiteX6" fmla="*/ 1125866 w 5335078"/>
              <a:gd name="connsiteY6" fmla="*/ 1994027 h 2391766"/>
              <a:gd name="connsiteX0" fmla="*/ 1034426 w 5335078"/>
              <a:gd name="connsiteY0" fmla="*/ 1902587 h 2378193"/>
              <a:gd name="connsiteX1" fmla="*/ 0 w 5335078"/>
              <a:gd name="connsiteY1" fmla="*/ 2083700 h 2378193"/>
              <a:gd name="connsiteX2" fmla="*/ 566073 w 5335078"/>
              <a:gd name="connsiteY2" fmla="*/ 988474 h 2378193"/>
              <a:gd name="connsiteX3" fmla="*/ 2667039 w 5335078"/>
              <a:gd name="connsiteY3" fmla="*/ 33363 h 2378193"/>
              <a:gd name="connsiteX4" fmla="*/ 5335078 w 5335078"/>
              <a:gd name="connsiteY4" fmla="*/ 2171219 h 2378193"/>
              <a:gd name="connsiteX5" fmla="*/ 2659018 w 5335078"/>
              <a:gd name="connsiteY5" fmla="*/ 2154797 h 2378193"/>
              <a:gd name="connsiteX6" fmla="*/ 1125866 w 5335078"/>
              <a:gd name="connsiteY6" fmla="*/ 1994027 h 2378193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7" fmla="*/ 1034426 w 5335078"/>
              <a:gd name="connsiteY7" fmla="*/ 1902587 h 2377034"/>
              <a:gd name="connsiteX0" fmla="*/ 1125866 w 5335078"/>
              <a:gd name="connsiteY0" fmla="*/ 199402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92890"/>
              <a:gd name="connsiteX1" fmla="*/ 0 w 5335078"/>
              <a:gd name="connsiteY1" fmla="*/ 2083700 h 2392890"/>
              <a:gd name="connsiteX2" fmla="*/ 566073 w 5335078"/>
              <a:gd name="connsiteY2" fmla="*/ 988474 h 2392890"/>
              <a:gd name="connsiteX3" fmla="*/ 2667039 w 5335078"/>
              <a:gd name="connsiteY3" fmla="*/ 33363 h 2392890"/>
              <a:gd name="connsiteX4" fmla="*/ 5335078 w 5335078"/>
              <a:gd name="connsiteY4" fmla="*/ 2171219 h 2392890"/>
              <a:gd name="connsiteX5" fmla="*/ 2659018 w 5335078"/>
              <a:gd name="connsiteY5" fmla="*/ 2154797 h 2392890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21527 h 2364586"/>
              <a:gd name="connsiteX1" fmla="*/ 0 w 5335078"/>
              <a:gd name="connsiteY1" fmla="*/ 2050430 h 2364586"/>
              <a:gd name="connsiteX2" fmla="*/ 2667039 w 5335078"/>
              <a:gd name="connsiteY2" fmla="*/ 93 h 2364586"/>
              <a:gd name="connsiteX3" fmla="*/ 5335078 w 5335078"/>
              <a:gd name="connsiteY3" fmla="*/ 2137949 h 2364586"/>
              <a:gd name="connsiteX4" fmla="*/ 2659018 w 5335078"/>
              <a:gd name="connsiteY4" fmla="*/ 2121527 h 2364586"/>
              <a:gd name="connsiteX0" fmla="*/ 2659018 w 5335078"/>
              <a:gd name="connsiteY0" fmla="*/ 2126514 h 2369573"/>
              <a:gd name="connsiteX1" fmla="*/ 0 w 5335078"/>
              <a:gd name="connsiteY1" fmla="*/ 2055417 h 2369573"/>
              <a:gd name="connsiteX2" fmla="*/ 2667039 w 5335078"/>
              <a:gd name="connsiteY2" fmla="*/ 5080 h 2369573"/>
              <a:gd name="connsiteX3" fmla="*/ 5335078 w 5335078"/>
              <a:gd name="connsiteY3" fmla="*/ 2142936 h 2369573"/>
              <a:gd name="connsiteX4" fmla="*/ 2659018 w 5335078"/>
              <a:gd name="connsiteY4" fmla="*/ 2126514 h 2369573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1753 h 2364812"/>
              <a:gd name="connsiteX1" fmla="*/ 0 w 5335078"/>
              <a:gd name="connsiteY1" fmla="*/ 2050656 h 2364812"/>
              <a:gd name="connsiteX2" fmla="*/ 2667039 w 5335078"/>
              <a:gd name="connsiteY2" fmla="*/ 319 h 2364812"/>
              <a:gd name="connsiteX3" fmla="*/ 5335078 w 5335078"/>
              <a:gd name="connsiteY3" fmla="*/ 2138175 h 2364812"/>
              <a:gd name="connsiteX4" fmla="*/ 2659018 w 5335078"/>
              <a:gd name="connsiteY4" fmla="*/ 2121753 h 2364812"/>
              <a:gd name="connsiteX0" fmla="*/ 2659018 w 5335078"/>
              <a:gd name="connsiteY0" fmla="*/ 2121721 h 2364780"/>
              <a:gd name="connsiteX1" fmla="*/ 0 w 5335078"/>
              <a:gd name="connsiteY1" fmla="*/ 2050624 h 2364780"/>
              <a:gd name="connsiteX2" fmla="*/ 2667039 w 5335078"/>
              <a:gd name="connsiteY2" fmla="*/ 287 h 2364780"/>
              <a:gd name="connsiteX3" fmla="*/ 5335078 w 5335078"/>
              <a:gd name="connsiteY3" fmla="*/ 2138143 h 2364780"/>
              <a:gd name="connsiteX4" fmla="*/ 2659018 w 5335078"/>
              <a:gd name="connsiteY4" fmla="*/ 2121721 h 2364780"/>
              <a:gd name="connsiteX0" fmla="*/ 2659018 w 5335078"/>
              <a:gd name="connsiteY0" fmla="*/ 2121435 h 2364494"/>
              <a:gd name="connsiteX1" fmla="*/ 0 w 5335078"/>
              <a:gd name="connsiteY1" fmla="*/ 2050338 h 2364494"/>
              <a:gd name="connsiteX2" fmla="*/ 2667039 w 5335078"/>
              <a:gd name="connsiteY2" fmla="*/ 1 h 2364494"/>
              <a:gd name="connsiteX3" fmla="*/ 5335078 w 5335078"/>
              <a:gd name="connsiteY3" fmla="*/ 2137857 h 2364494"/>
              <a:gd name="connsiteX4" fmla="*/ 2659018 w 5335078"/>
              <a:gd name="connsiteY4" fmla="*/ 2121435 h 2364494"/>
              <a:gd name="connsiteX0" fmla="*/ 2659018 w 5335078"/>
              <a:gd name="connsiteY0" fmla="*/ 2127784 h 2370843"/>
              <a:gd name="connsiteX1" fmla="*/ 0 w 5335078"/>
              <a:gd name="connsiteY1" fmla="*/ 2056687 h 2370843"/>
              <a:gd name="connsiteX2" fmla="*/ 2660689 w 5335078"/>
              <a:gd name="connsiteY2" fmla="*/ 0 h 2370843"/>
              <a:gd name="connsiteX3" fmla="*/ 5335078 w 5335078"/>
              <a:gd name="connsiteY3" fmla="*/ 2144206 h 2370843"/>
              <a:gd name="connsiteX4" fmla="*/ 2659018 w 5335078"/>
              <a:gd name="connsiteY4" fmla="*/ 2127784 h 2370843"/>
              <a:gd name="connsiteX0" fmla="*/ 2659018 w 5335078"/>
              <a:gd name="connsiteY0" fmla="*/ 2108534 h 2351593"/>
              <a:gd name="connsiteX1" fmla="*/ 0 w 5335078"/>
              <a:gd name="connsiteY1" fmla="*/ 2037437 h 2351593"/>
              <a:gd name="connsiteX2" fmla="*/ 2660689 w 5335078"/>
              <a:gd name="connsiteY2" fmla="*/ 1 h 2351593"/>
              <a:gd name="connsiteX3" fmla="*/ 5335078 w 5335078"/>
              <a:gd name="connsiteY3" fmla="*/ 2124956 h 2351593"/>
              <a:gd name="connsiteX4" fmla="*/ 2659018 w 5335078"/>
              <a:gd name="connsiteY4" fmla="*/ 2108534 h 2351593"/>
              <a:gd name="connsiteX0" fmla="*/ 2659018 w 5335078"/>
              <a:gd name="connsiteY0" fmla="*/ 2111741 h 2354800"/>
              <a:gd name="connsiteX1" fmla="*/ 0 w 5335078"/>
              <a:gd name="connsiteY1" fmla="*/ 2040644 h 2354800"/>
              <a:gd name="connsiteX2" fmla="*/ 2660689 w 5335078"/>
              <a:gd name="connsiteY2" fmla="*/ 0 h 2354800"/>
              <a:gd name="connsiteX3" fmla="*/ 5335078 w 5335078"/>
              <a:gd name="connsiteY3" fmla="*/ 2128163 h 2354800"/>
              <a:gd name="connsiteX4" fmla="*/ 2659018 w 5335078"/>
              <a:gd name="connsiteY4" fmla="*/ 2111741 h 2354800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5078" h="2354807">
                <a:moveTo>
                  <a:pt x="2659018" y="2111748"/>
                </a:moveTo>
                <a:cubicBezTo>
                  <a:pt x="1643714" y="1699082"/>
                  <a:pt x="419769" y="1884255"/>
                  <a:pt x="0" y="2040651"/>
                </a:cubicBezTo>
                <a:cubicBezTo>
                  <a:pt x="95392" y="1506223"/>
                  <a:pt x="860721" y="-3578"/>
                  <a:pt x="2660689" y="7"/>
                </a:cubicBezTo>
                <a:cubicBezTo>
                  <a:pt x="4460657" y="3592"/>
                  <a:pt x="5211709" y="1510238"/>
                  <a:pt x="5335078" y="2128170"/>
                </a:cubicBezTo>
                <a:cubicBezTo>
                  <a:pt x="4302438" y="2512830"/>
                  <a:pt x="3315656" y="2339170"/>
                  <a:pt x="2659018" y="2111748"/>
                </a:cubicBezTo>
                <a:close/>
              </a:path>
            </a:pathLst>
          </a:cu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6953581-152C-6D9E-013F-624D6BED6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8645" y="6387881"/>
            <a:ext cx="41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678D961-DE29-A9D4-7AC1-695606C3CD6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61358119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irc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A039A5-CD3C-96B7-5B42-7CECE48C3501}"/>
              </a:ext>
            </a:extLst>
          </p:cNvPr>
          <p:cNvSpPr/>
          <p:nvPr userDrawn="1"/>
        </p:nvSpPr>
        <p:spPr>
          <a:xfrm>
            <a:off x="6069105" y="0"/>
            <a:ext cx="61228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6924730" y="1393003"/>
            <a:ext cx="4429573" cy="4429573"/>
          </a:xfrm>
          <a:prstGeom prst="ellipse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D521898-D0B7-765A-5899-C6C171981F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00725" y="1392995"/>
            <a:ext cx="4301755" cy="1898717"/>
          </a:xfrm>
          <a:custGeom>
            <a:avLst/>
            <a:gdLst>
              <a:gd name="connsiteX0" fmla="*/ 0 w 5504933"/>
              <a:gd name="connsiteY0" fmla="*/ 2723253 h 5446506"/>
              <a:gd name="connsiteX1" fmla="*/ 2752467 w 5504933"/>
              <a:gd name="connsiteY1" fmla="*/ 0 h 5446506"/>
              <a:gd name="connsiteX2" fmla="*/ 5504934 w 5504933"/>
              <a:gd name="connsiteY2" fmla="*/ 2723253 h 5446506"/>
              <a:gd name="connsiteX3" fmla="*/ 2752467 w 5504933"/>
              <a:gd name="connsiteY3" fmla="*/ 5446506 h 5446506"/>
              <a:gd name="connsiteX4" fmla="*/ 0 w 5504933"/>
              <a:gd name="connsiteY4" fmla="*/ 2723253 h 5446506"/>
              <a:gd name="connsiteX0" fmla="*/ 1 w 5504935"/>
              <a:gd name="connsiteY0" fmla="*/ 2723253 h 3261472"/>
              <a:gd name="connsiteX1" fmla="*/ 2752468 w 5504935"/>
              <a:gd name="connsiteY1" fmla="*/ 0 h 3261472"/>
              <a:gd name="connsiteX2" fmla="*/ 5504935 w 5504935"/>
              <a:gd name="connsiteY2" fmla="*/ 2723253 h 3261472"/>
              <a:gd name="connsiteX3" fmla="*/ 2744447 w 5504935"/>
              <a:gd name="connsiteY3" fmla="*/ 2101727 h 3261472"/>
              <a:gd name="connsiteX4" fmla="*/ 1 w 5504935"/>
              <a:gd name="connsiteY4" fmla="*/ 2723253 h 3261472"/>
              <a:gd name="connsiteX0" fmla="*/ 1 w 5504935"/>
              <a:gd name="connsiteY0" fmla="*/ 2723253 h 3394950"/>
              <a:gd name="connsiteX1" fmla="*/ 2752468 w 5504935"/>
              <a:gd name="connsiteY1" fmla="*/ 0 h 3394950"/>
              <a:gd name="connsiteX2" fmla="*/ 5504935 w 5504935"/>
              <a:gd name="connsiteY2" fmla="*/ 2723253 h 3394950"/>
              <a:gd name="connsiteX3" fmla="*/ 2744447 w 5504935"/>
              <a:gd name="connsiteY3" fmla="*/ 2101727 h 3394950"/>
              <a:gd name="connsiteX4" fmla="*/ 1 w 5504935"/>
              <a:gd name="connsiteY4" fmla="*/ 2723253 h 3394950"/>
              <a:gd name="connsiteX0" fmla="*/ 1 w 5408683"/>
              <a:gd name="connsiteY0" fmla="*/ 2731595 h 2813873"/>
              <a:gd name="connsiteX1" fmla="*/ 2752468 w 5408683"/>
              <a:gd name="connsiteY1" fmla="*/ 8342 h 2813873"/>
              <a:gd name="connsiteX2" fmla="*/ 5408683 w 5408683"/>
              <a:gd name="connsiteY2" fmla="*/ 2154080 h 2813873"/>
              <a:gd name="connsiteX3" fmla="*/ 2744447 w 5408683"/>
              <a:gd name="connsiteY3" fmla="*/ 2110069 h 2813873"/>
              <a:gd name="connsiteX4" fmla="*/ 1 w 5408683"/>
              <a:gd name="connsiteY4" fmla="*/ 2731595 h 2813873"/>
              <a:gd name="connsiteX0" fmla="*/ 1 w 5408683"/>
              <a:gd name="connsiteY0" fmla="*/ 2731232 h 2813510"/>
              <a:gd name="connsiteX1" fmla="*/ 2752468 w 5408683"/>
              <a:gd name="connsiteY1" fmla="*/ 7979 h 2813510"/>
              <a:gd name="connsiteX2" fmla="*/ 5408683 w 5408683"/>
              <a:gd name="connsiteY2" fmla="*/ 2153717 h 2813510"/>
              <a:gd name="connsiteX3" fmla="*/ 2744447 w 5408683"/>
              <a:gd name="connsiteY3" fmla="*/ 2109706 h 2813510"/>
              <a:gd name="connsiteX4" fmla="*/ 1 w 5408683"/>
              <a:gd name="connsiteY4" fmla="*/ 2731232 h 2813510"/>
              <a:gd name="connsiteX0" fmla="*/ 1275 w 5409957"/>
              <a:gd name="connsiteY0" fmla="*/ 2731232 h 3563776"/>
              <a:gd name="connsiteX1" fmla="*/ 2753742 w 5409957"/>
              <a:gd name="connsiteY1" fmla="*/ 7979 h 3563776"/>
              <a:gd name="connsiteX2" fmla="*/ 5409957 w 5409957"/>
              <a:gd name="connsiteY2" fmla="*/ 2153717 h 3563776"/>
              <a:gd name="connsiteX3" fmla="*/ 2745721 w 5409957"/>
              <a:gd name="connsiteY3" fmla="*/ 2109706 h 3563776"/>
              <a:gd name="connsiteX4" fmla="*/ 1275 w 5409957"/>
              <a:gd name="connsiteY4" fmla="*/ 2731232 h 3563776"/>
              <a:gd name="connsiteX0" fmla="*/ 1275 w 5409957"/>
              <a:gd name="connsiteY0" fmla="*/ 2723569 h 3556113"/>
              <a:gd name="connsiteX1" fmla="*/ 2753742 w 5409957"/>
              <a:gd name="connsiteY1" fmla="*/ 316 h 3556113"/>
              <a:gd name="connsiteX2" fmla="*/ 5409957 w 5409957"/>
              <a:gd name="connsiteY2" fmla="*/ 2146054 h 3556113"/>
              <a:gd name="connsiteX3" fmla="*/ 2745721 w 5409957"/>
              <a:gd name="connsiteY3" fmla="*/ 2102043 h 3556113"/>
              <a:gd name="connsiteX4" fmla="*/ 1275 w 5409957"/>
              <a:gd name="connsiteY4" fmla="*/ 2723569 h 3556113"/>
              <a:gd name="connsiteX0" fmla="*/ 48773 w 5457455"/>
              <a:gd name="connsiteY0" fmla="*/ 2723333 h 2813832"/>
              <a:gd name="connsiteX1" fmla="*/ 2801240 w 5457455"/>
              <a:gd name="connsiteY1" fmla="*/ 80 h 2813832"/>
              <a:gd name="connsiteX2" fmla="*/ 5457455 w 5457455"/>
              <a:gd name="connsiteY2" fmla="*/ 2145818 h 2813832"/>
              <a:gd name="connsiteX3" fmla="*/ 2793219 w 5457455"/>
              <a:gd name="connsiteY3" fmla="*/ 2101807 h 2813832"/>
              <a:gd name="connsiteX4" fmla="*/ 1168627 w 5457455"/>
              <a:gd name="connsiteY4" fmla="*/ 1849597 h 2813832"/>
              <a:gd name="connsiteX5" fmla="*/ 48773 w 5457455"/>
              <a:gd name="connsiteY5" fmla="*/ 2723333 h 2813832"/>
              <a:gd name="connsiteX0" fmla="*/ 58447 w 5467129"/>
              <a:gd name="connsiteY0" fmla="*/ 2737061 h 2827560"/>
              <a:gd name="connsiteX1" fmla="*/ 440364 w 5467129"/>
              <a:gd name="connsiteY1" fmla="*/ 1309872 h 2827560"/>
              <a:gd name="connsiteX2" fmla="*/ 2810914 w 5467129"/>
              <a:gd name="connsiteY2" fmla="*/ 13808 h 2827560"/>
              <a:gd name="connsiteX3" fmla="*/ 5467129 w 5467129"/>
              <a:gd name="connsiteY3" fmla="*/ 2159546 h 2827560"/>
              <a:gd name="connsiteX4" fmla="*/ 2802893 w 5467129"/>
              <a:gd name="connsiteY4" fmla="*/ 2115535 h 2827560"/>
              <a:gd name="connsiteX5" fmla="*/ 1178301 w 5467129"/>
              <a:gd name="connsiteY5" fmla="*/ 1863325 h 2827560"/>
              <a:gd name="connsiteX6" fmla="*/ 58447 w 5467129"/>
              <a:gd name="connsiteY6" fmla="*/ 2737061 h 2827560"/>
              <a:gd name="connsiteX0" fmla="*/ 58447 w 5467129"/>
              <a:gd name="connsiteY0" fmla="*/ 2739880 h 2830379"/>
              <a:gd name="connsiteX1" fmla="*/ 440364 w 5467129"/>
              <a:gd name="connsiteY1" fmla="*/ 1312691 h 2830379"/>
              <a:gd name="connsiteX2" fmla="*/ 2810914 w 5467129"/>
              <a:gd name="connsiteY2" fmla="*/ 16627 h 2830379"/>
              <a:gd name="connsiteX3" fmla="*/ 5467129 w 5467129"/>
              <a:gd name="connsiteY3" fmla="*/ 2162365 h 2830379"/>
              <a:gd name="connsiteX4" fmla="*/ 2802893 w 5467129"/>
              <a:gd name="connsiteY4" fmla="*/ 2118354 h 2830379"/>
              <a:gd name="connsiteX5" fmla="*/ 1178301 w 5467129"/>
              <a:gd name="connsiteY5" fmla="*/ 1866144 h 2830379"/>
              <a:gd name="connsiteX6" fmla="*/ 58447 w 5467129"/>
              <a:gd name="connsiteY6" fmla="*/ 2739880 h 2830379"/>
              <a:gd name="connsiteX0" fmla="*/ 30708 w 5439390"/>
              <a:gd name="connsiteY0" fmla="*/ 2739880 h 2830379"/>
              <a:gd name="connsiteX1" fmla="*/ 412625 w 5439390"/>
              <a:gd name="connsiteY1" fmla="*/ 1312691 h 2830379"/>
              <a:gd name="connsiteX2" fmla="*/ 2783175 w 5439390"/>
              <a:gd name="connsiteY2" fmla="*/ 16627 h 2830379"/>
              <a:gd name="connsiteX3" fmla="*/ 5439390 w 5439390"/>
              <a:gd name="connsiteY3" fmla="*/ 2162365 h 2830379"/>
              <a:gd name="connsiteX4" fmla="*/ 2775154 w 5439390"/>
              <a:gd name="connsiteY4" fmla="*/ 2118354 h 2830379"/>
              <a:gd name="connsiteX5" fmla="*/ 1150562 w 5439390"/>
              <a:gd name="connsiteY5" fmla="*/ 1866144 h 2830379"/>
              <a:gd name="connsiteX6" fmla="*/ 30708 w 5439390"/>
              <a:gd name="connsiteY6" fmla="*/ 2739880 h 2830379"/>
              <a:gd name="connsiteX0" fmla="*/ 12386 w 5421068"/>
              <a:gd name="connsiteY0" fmla="*/ 2739880 h 2830379"/>
              <a:gd name="connsiteX1" fmla="*/ 394303 w 5421068"/>
              <a:gd name="connsiteY1" fmla="*/ 1312691 h 2830379"/>
              <a:gd name="connsiteX2" fmla="*/ 2764853 w 5421068"/>
              <a:gd name="connsiteY2" fmla="*/ 16627 h 2830379"/>
              <a:gd name="connsiteX3" fmla="*/ 5421068 w 5421068"/>
              <a:gd name="connsiteY3" fmla="*/ 2162365 h 2830379"/>
              <a:gd name="connsiteX4" fmla="*/ 2756832 w 5421068"/>
              <a:gd name="connsiteY4" fmla="*/ 2118354 h 2830379"/>
              <a:gd name="connsiteX5" fmla="*/ 1132240 w 5421068"/>
              <a:gd name="connsiteY5" fmla="*/ 1866144 h 2830379"/>
              <a:gd name="connsiteX6" fmla="*/ 12386 w 5421068"/>
              <a:gd name="connsiteY6" fmla="*/ 2739880 h 2830379"/>
              <a:gd name="connsiteX0" fmla="*/ 6354 w 5415036"/>
              <a:gd name="connsiteY0" fmla="*/ 2739880 h 2830379"/>
              <a:gd name="connsiteX1" fmla="*/ 388271 w 5415036"/>
              <a:gd name="connsiteY1" fmla="*/ 1312691 h 2830379"/>
              <a:gd name="connsiteX2" fmla="*/ 2758821 w 5415036"/>
              <a:gd name="connsiteY2" fmla="*/ 16627 h 2830379"/>
              <a:gd name="connsiteX3" fmla="*/ 5415036 w 5415036"/>
              <a:gd name="connsiteY3" fmla="*/ 2162365 h 2830379"/>
              <a:gd name="connsiteX4" fmla="*/ 2750800 w 5415036"/>
              <a:gd name="connsiteY4" fmla="*/ 2118354 h 2830379"/>
              <a:gd name="connsiteX5" fmla="*/ 1126208 w 5415036"/>
              <a:gd name="connsiteY5" fmla="*/ 1866144 h 2830379"/>
              <a:gd name="connsiteX6" fmla="*/ 652965 w 5415036"/>
              <a:gd name="connsiteY6" fmla="*/ 2106776 h 2830379"/>
              <a:gd name="connsiteX7" fmla="*/ 6354 w 5415036"/>
              <a:gd name="connsiteY7" fmla="*/ 2739880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568316 w 5330387"/>
              <a:gd name="connsiteY6" fmla="*/ 2106776 h 2830379"/>
              <a:gd name="connsiteX7" fmla="*/ 9937 w 5330387"/>
              <a:gd name="connsiteY7" fmla="*/ 2098196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9937 w 5330387"/>
              <a:gd name="connsiteY6" fmla="*/ 2098196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31622 w 5320450"/>
              <a:gd name="connsiteY0" fmla="*/ 1866144 h 2830379"/>
              <a:gd name="connsiteX1" fmla="*/ 0 w 5320450"/>
              <a:gd name="connsiteY1" fmla="*/ 2098196 h 2830379"/>
              <a:gd name="connsiteX2" fmla="*/ 293685 w 5320450"/>
              <a:gd name="connsiteY2" fmla="*/ 1312691 h 2830379"/>
              <a:gd name="connsiteX3" fmla="*/ 2664235 w 5320450"/>
              <a:gd name="connsiteY3" fmla="*/ 16627 h 2830379"/>
              <a:gd name="connsiteX4" fmla="*/ 5320450 w 5320450"/>
              <a:gd name="connsiteY4" fmla="*/ 2162365 h 2830379"/>
              <a:gd name="connsiteX5" fmla="*/ 2656214 w 5320450"/>
              <a:gd name="connsiteY5" fmla="*/ 2118354 h 2830379"/>
              <a:gd name="connsiteX6" fmla="*/ 1123062 w 5320450"/>
              <a:gd name="connsiteY6" fmla="*/ 1957584 h 2830379"/>
              <a:gd name="connsiteX0" fmla="*/ 1052642 w 5341470"/>
              <a:gd name="connsiteY0" fmla="*/ 1866144 h 2830379"/>
              <a:gd name="connsiteX1" fmla="*/ 0 w 5341470"/>
              <a:gd name="connsiteY1" fmla="*/ 2050900 h 2830379"/>
              <a:gd name="connsiteX2" fmla="*/ 314705 w 5341470"/>
              <a:gd name="connsiteY2" fmla="*/ 1312691 h 2830379"/>
              <a:gd name="connsiteX3" fmla="*/ 2685255 w 5341470"/>
              <a:gd name="connsiteY3" fmla="*/ 16627 h 2830379"/>
              <a:gd name="connsiteX4" fmla="*/ 5341470 w 5341470"/>
              <a:gd name="connsiteY4" fmla="*/ 2162365 h 2830379"/>
              <a:gd name="connsiteX5" fmla="*/ 2677234 w 5341470"/>
              <a:gd name="connsiteY5" fmla="*/ 2118354 h 2830379"/>
              <a:gd name="connsiteX6" fmla="*/ 1144082 w 5341470"/>
              <a:gd name="connsiteY6" fmla="*/ 1957584 h 2830379"/>
              <a:gd name="connsiteX0" fmla="*/ 1052642 w 5341470"/>
              <a:gd name="connsiteY0" fmla="*/ 1895407 h 2859642"/>
              <a:gd name="connsiteX1" fmla="*/ 0 w 5341470"/>
              <a:gd name="connsiteY1" fmla="*/ 2080163 h 2859642"/>
              <a:gd name="connsiteX2" fmla="*/ 584289 w 5341470"/>
              <a:gd name="connsiteY2" fmla="*/ 981294 h 2859642"/>
              <a:gd name="connsiteX3" fmla="*/ 2685255 w 5341470"/>
              <a:gd name="connsiteY3" fmla="*/ 45890 h 2859642"/>
              <a:gd name="connsiteX4" fmla="*/ 5341470 w 5341470"/>
              <a:gd name="connsiteY4" fmla="*/ 2191628 h 2859642"/>
              <a:gd name="connsiteX5" fmla="*/ 2677234 w 5341470"/>
              <a:gd name="connsiteY5" fmla="*/ 2147617 h 2859642"/>
              <a:gd name="connsiteX6" fmla="*/ 1144082 w 5341470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84910 h 2849145"/>
              <a:gd name="connsiteX1" fmla="*/ 0 w 5323254"/>
              <a:gd name="connsiteY1" fmla="*/ 2066023 h 2849145"/>
              <a:gd name="connsiteX2" fmla="*/ 566073 w 5323254"/>
              <a:gd name="connsiteY2" fmla="*/ 970797 h 2849145"/>
              <a:gd name="connsiteX3" fmla="*/ 2667039 w 5323254"/>
              <a:gd name="connsiteY3" fmla="*/ 35393 h 2849145"/>
              <a:gd name="connsiteX4" fmla="*/ 5323254 w 5323254"/>
              <a:gd name="connsiteY4" fmla="*/ 2181131 h 2849145"/>
              <a:gd name="connsiteX5" fmla="*/ 2659018 w 5323254"/>
              <a:gd name="connsiteY5" fmla="*/ 2137120 h 2849145"/>
              <a:gd name="connsiteX6" fmla="*/ 1125866 w 5323254"/>
              <a:gd name="connsiteY6" fmla="*/ 1976350 h 2849145"/>
              <a:gd name="connsiteX0" fmla="*/ 1034426 w 5323254"/>
              <a:gd name="connsiteY0" fmla="*/ 1850327 h 2814562"/>
              <a:gd name="connsiteX1" fmla="*/ 0 w 5323254"/>
              <a:gd name="connsiteY1" fmla="*/ 2031440 h 2814562"/>
              <a:gd name="connsiteX2" fmla="*/ 566073 w 5323254"/>
              <a:gd name="connsiteY2" fmla="*/ 936214 h 2814562"/>
              <a:gd name="connsiteX3" fmla="*/ 2667039 w 5323254"/>
              <a:gd name="connsiteY3" fmla="*/ 810 h 2814562"/>
              <a:gd name="connsiteX4" fmla="*/ 5323254 w 5323254"/>
              <a:gd name="connsiteY4" fmla="*/ 2146548 h 2814562"/>
              <a:gd name="connsiteX5" fmla="*/ 2659018 w 5323254"/>
              <a:gd name="connsiteY5" fmla="*/ 2102537 h 2814562"/>
              <a:gd name="connsiteX6" fmla="*/ 1125866 w 5323254"/>
              <a:gd name="connsiteY6" fmla="*/ 1941767 h 2814562"/>
              <a:gd name="connsiteX0" fmla="*/ 1034426 w 5323254"/>
              <a:gd name="connsiteY0" fmla="*/ 1870005 h 2834240"/>
              <a:gd name="connsiteX1" fmla="*/ 0 w 5323254"/>
              <a:gd name="connsiteY1" fmla="*/ 2051118 h 2834240"/>
              <a:gd name="connsiteX2" fmla="*/ 566073 w 5323254"/>
              <a:gd name="connsiteY2" fmla="*/ 955892 h 2834240"/>
              <a:gd name="connsiteX3" fmla="*/ 2667039 w 5323254"/>
              <a:gd name="connsiteY3" fmla="*/ 781 h 2834240"/>
              <a:gd name="connsiteX4" fmla="*/ 5323254 w 5323254"/>
              <a:gd name="connsiteY4" fmla="*/ 2166226 h 2834240"/>
              <a:gd name="connsiteX5" fmla="*/ 2659018 w 5323254"/>
              <a:gd name="connsiteY5" fmla="*/ 2122215 h 2834240"/>
              <a:gd name="connsiteX6" fmla="*/ 1125866 w 5323254"/>
              <a:gd name="connsiteY6" fmla="*/ 1961445 h 2834240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378075"/>
              <a:gd name="connsiteX1" fmla="*/ 0 w 5323254"/>
              <a:gd name="connsiteY1" fmla="*/ 2050391 h 2378075"/>
              <a:gd name="connsiteX2" fmla="*/ 566073 w 5323254"/>
              <a:gd name="connsiteY2" fmla="*/ 955165 h 2378075"/>
              <a:gd name="connsiteX3" fmla="*/ 2667039 w 5323254"/>
              <a:gd name="connsiteY3" fmla="*/ 54 h 2378075"/>
              <a:gd name="connsiteX4" fmla="*/ 5323254 w 5323254"/>
              <a:gd name="connsiteY4" fmla="*/ 2165499 h 2378075"/>
              <a:gd name="connsiteX5" fmla="*/ 2659018 w 5323254"/>
              <a:gd name="connsiteY5" fmla="*/ 2121488 h 2378075"/>
              <a:gd name="connsiteX6" fmla="*/ 1125866 w 5323254"/>
              <a:gd name="connsiteY6" fmla="*/ 1960718 h 2378075"/>
              <a:gd name="connsiteX0" fmla="*/ 1034426 w 5335078"/>
              <a:gd name="connsiteY0" fmla="*/ 1902587 h 2386535"/>
              <a:gd name="connsiteX1" fmla="*/ 0 w 5335078"/>
              <a:gd name="connsiteY1" fmla="*/ 2083700 h 2386535"/>
              <a:gd name="connsiteX2" fmla="*/ 566073 w 5335078"/>
              <a:gd name="connsiteY2" fmla="*/ 988474 h 2386535"/>
              <a:gd name="connsiteX3" fmla="*/ 2667039 w 5335078"/>
              <a:gd name="connsiteY3" fmla="*/ 33363 h 2386535"/>
              <a:gd name="connsiteX4" fmla="*/ 5335078 w 5335078"/>
              <a:gd name="connsiteY4" fmla="*/ 2171219 h 2386535"/>
              <a:gd name="connsiteX5" fmla="*/ 2659018 w 5335078"/>
              <a:gd name="connsiteY5" fmla="*/ 2154797 h 2386535"/>
              <a:gd name="connsiteX6" fmla="*/ 1125866 w 5335078"/>
              <a:gd name="connsiteY6" fmla="*/ 1994027 h 2386535"/>
              <a:gd name="connsiteX0" fmla="*/ 1034426 w 5335078"/>
              <a:gd name="connsiteY0" fmla="*/ 1902587 h 2430925"/>
              <a:gd name="connsiteX1" fmla="*/ 0 w 5335078"/>
              <a:gd name="connsiteY1" fmla="*/ 2083700 h 2430925"/>
              <a:gd name="connsiteX2" fmla="*/ 566073 w 5335078"/>
              <a:gd name="connsiteY2" fmla="*/ 988474 h 2430925"/>
              <a:gd name="connsiteX3" fmla="*/ 2667039 w 5335078"/>
              <a:gd name="connsiteY3" fmla="*/ 33363 h 2430925"/>
              <a:gd name="connsiteX4" fmla="*/ 5335078 w 5335078"/>
              <a:gd name="connsiteY4" fmla="*/ 2171219 h 2430925"/>
              <a:gd name="connsiteX5" fmla="*/ 2659018 w 5335078"/>
              <a:gd name="connsiteY5" fmla="*/ 2154797 h 2430925"/>
              <a:gd name="connsiteX6" fmla="*/ 1125866 w 5335078"/>
              <a:gd name="connsiteY6" fmla="*/ 1994027 h 2430925"/>
              <a:gd name="connsiteX0" fmla="*/ 1034426 w 5335078"/>
              <a:gd name="connsiteY0" fmla="*/ 1902587 h 2424228"/>
              <a:gd name="connsiteX1" fmla="*/ 0 w 5335078"/>
              <a:gd name="connsiteY1" fmla="*/ 2083700 h 2424228"/>
              <a:gd name="connsiteX2" fmla="*/ 566073 w 5335078"/>
              <a:gd name="connsiteY2" fmla="*/ 988474 h 2424228"/>
              <a:gd name="connsiteX3" fmla="*/ 2667039 w 5335078"/>
              <a:gd name="connsiteY3" fmla="*/ 33363 h 2424228"/>
              <a:gd name="connsiteX4" fmla="*/ 5335078 w 5335078"/>
              <a:gd name="connsiteY4" fmla="*/ 2171219 h 2424228"/>
              <a:gd name="connsiteX5" fmla="*/ 2659018 w 5335078"/>
              <a:gd name="connsiteY5" fmla="*/ 2154797 h 2424228"/>
              <a:gd name="connsiteX6" fmla="*/ 1125866 w 5335078"/>
              <a:gd name="connsiteY6" fmla="*/ 1994027 h 2424228"/>
              <a:gd name="connsiteX0" fmla="*/ 1034426 w 5335078"/>
              <a:gd name="connsiteY0" fmla="*/ 1902587 h 2391766"/>
              <a:gd name="connsiteX1" fmla="*/ 0 w 5335078"/>
              <a:gd name="connsiteY1" fmla="*/ 2083700 h 2391766"/>
              <a:gd name="connsiteX2" fmla="*/ 566073 w 5335078"/>
              <a:gd name="connsiteY2" fmla="*/ 988474 h 2391766"/>
              <a:gd name="connsiteX3" fmla="*/ 2667039 w 5335078"/>
              <a:gd name="connsiteY3" fmla="*/ 33363 h 2391766"/>
              <a:gd name="connsiteX4" fmla="*/ 5335078 w 5335078"/>
              <a:gd name="connsiteY4" fmla="*/ 2171219 h 2391766"/>
              <a:gd name="connsiteX5" fmla="*/ 2659018 w 5335078"/>
              <a:gd name="connsiteY5" fmla="*/ 2154797 h 2391766"/>
              <a:gd name="connsiteX6" fmla="*/ 1125866 w 5335078"/>
              <a:gd name="connsiteY6" fmla="*/ 1994027 h 2391766"/>
              <a:gd name="connsiteX0" fmla="*/ 1034426 w 5335078"/>
              <a:gd name="connsiteY0" fmla="*/ 1902587 h 2378193"/>
              <a:gd name="connsiteX1" fmla="*/ 0 w 5335078"/>
              <a:gd name="connsiteY1" fmla="*/ 2083700 h 2378193"/>
              <a:gd name="connsiteX2" fmla="*/ 566073 w 5335078"/>
              <a:gd name="connsiteY2" fmla="*/ 988474 h 2378193"/>
              <a:gd name="connsiteX3" fmla="*/ 2667039 w 5335078"/>
              <a:gd name="connsiteY3" fmla="*/ 33363 h 2378193"/>
              <a:gd name="connsiteX4" fmla="*/ 5335078 w 5335078"/>
              <a:gd name="connsiteY4" fmla="*/ 2171219 h 2378193"/>
              <a:gd name="connsiteX5" fmla="*/ 2659018 w 5335078"/>
              <a:gd name="connsiteY5" fmla="*/ 2154797 h 2378193"/>
              <a:gd name="connsiteX6" fmla="*/ 1125866 w 5335078"/>
              <a:gd name="connsiteY6" fmla="*/ 1994027 h 2378193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7" fmla="*/ 1034426 w 5335078"/>
              <a:gd name="connsiteY7" fmla="*/ 1902587 h 2377034"/>
              <a:gd name="connsiteX0" fmla="*/ 1125866 w 5335078"/>
              <a:gd name="connsiteY0" fmla="*/ 199402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92890"/>
              <a:gd name="connsiteX1" fmla="*/ 0 w 5335078"/>
              <a:gd name="connsiteY1" fmla="*/ 2083700 h 2392890"/>
              <a:gd name="connsiteX2" fmla="*/ 566073 w 5335078"/>
              <a:gd name="connsiteY2" fmla="*/ 988474 h 2392890"/>
              <a:gd name="connsiteX3" fmla="*/ 2667039 w 5335078"/>
              <a:gd name="connsiteY3" fmla="*/ 33363 h 2392890"/>
              <a:gd name="connsiteX4" fmla="*/ 5335078 w 5335078"/>
              <a:gd name="connsiteY4" fmla="*/ 2171219 h 2392890"/>
              <a:gd name="connsiteX5" fmla="*/ 2659018 w 5335078"/>
              <a:gd name="connsiteY5" fmla="*/ 2154797 h 2392890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21527 h 2364586"/>
              <a:gd name="connsiteX1" fmla="*/ 0 w 5335078"/>
              <a:gd name="connsiteY1" fmla="*/ 2050430 h 2364586"/>
              <a:gd name="connsiteX2" fmla="*/ 2667039 w 5335078"/>
              <a:gd name="connsiteY2" fmla="*/ 93 h 2364586"/>
              <a:gd name="connsiteX3" fmla="*/ 5335078 w 5335078"/>
              <a:gd name="connsiteY3" fmla="*/ 2137949 h 2364586"/>
              <a:gd name="connsiteX4" fmla="*/ 2659018 w 5335078"/>
              <a:gd name="connsiteY4" fmla="*/ 2121527 h 2364586"/>
              <a:gd name="connsiteX0" fmla="*/ 2659018 w 5335078"/>
              <a:gd name="connsiteY0" fmla="*/ 2126514 h 2369573"/>
              <a:gd name="connsiteX1" fmla="*/ 0 w 5335078"/>
              <a:gd name="connsiteY1" fmla="*/ 2055417 h 2369573"/>
              <a:gd name="connsiteX2" fmla="*/ 2667039 w 5335078"/>
              <a:gd name="connsiteY2" fmla="*/ 5080 h 2369573"/>
              <a:gd name="connsiteX3" fmla="*/ 5335078 w 5335078"/>
              <a:gd name="connsiteY3" fmla="*/ 2142936 h 2369573"/>
              <a:gd name="connsiteX4" fmla="*/ 2659018 w 5335078"/>
              <a:gd name="connsiteY4" fmla="*/ 2126514 h 2369573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1753 h 2364812"/>
              <a:gd name="connsiteX1" fmla="*/ 0 w 5335078"/>
              <a:gd name="connsiteY1" fmla="*/ 2050656 h 2364812"/>
              <a:gd name="connsiteX2" fmla="*/ 2667039 w 5335078"/>
              <a:gd name="connsiteY2" fmla="*/ 319 h 2364812"/>
              <a:gd name="connsiteX3" fmla="*/ 5335078 w 5335078"/>
              <a:gd name="connsiteY3" fmla="*/ 2138175 h 2364812"/>
              <a:gd name="connsiteX4" fmla="*/ 2659018 w 5335078"/>
              <a:gd name="connsiteY4" fmla="*/ 2121753 h 2364812"/>
              <a:gd name="connsiteX0" fmla="*/ 2659018 w 5335078"/>
              <a:gd name="connsiteY0" fmla="*/ 2121721 h 2364780"/>
              <a:gd name="connsiteX1" fmla="*/ 0 w 5335078"/>
              <a:gd name="connsiteY1" fmla="*/ 2050624 h 2364780"/>
              <a:gd name="connsiteX2" fmla="*/ 2667039 w 5335078"/>
              <a:gd name="connsiteY2" fmla="*/ 287 h 2364780"/>
              <a:gd name="connsiteX3" fmla="*/ 5335078 w 5335078"/>
              <a:gd name="connsiteY3" fmla="*/ 2138143 h 2364780"/>
              <a:gd name="connsiteX4" fmla="*/ 2659018 w 5335078"/>
              <a:gd name="connsiteY4" fmla="*/ 2121721 h 2364780"/>
              <a:gd name="connsiteX0" fmla="*/ 2659018 w 5335078"/>
              <a:gd name="connsiteY0" fmla="*/ 2121435 h 2364494"/>
              <a:gd name="connsiteX1" fmla="*/ 0 w 5335078"/>
              <a:gd name="connsiteY1" fmla="*/ 2050338 h 2364494"/>
              <a:gd name="connsiteX2" fmla="*/ 2667039 w 5335078"/>
              <a:gd name="connsiteY2" fmla="*/ 1 h 2364494"/>
              <a:gd name="connsiteX3" fmla="*/ 5335078 w 5335078"/>
              <a:gd name="connsiteY3" fmla="*/ 2137857 h 2364494"/>
              <a:gd name="connsiteX4" fmla="*/ 2659018 w 5335078"/>
              <a:gd name="connsiteY4" fmla="*/ 2121435 h 2364494"/>
              <a:gd name="connsiteX0" fmla="*/ 2659018 w 5335078"/>
              <a:gd name="connsiteY0" fmla="*/ 2127784 h 2370843"/>
              <a:gd name="connsiteX1" fmla="*/ 0 w 5335078"/>
              <a:gd name="connsiteY1" fmla="*/ 2056687 h 2370843"/>
              <a:gd name="connsiteX2" fmla="*/ 2660689 w 5335078"/>
              <a:gd name="connsiteY2" fmla="*/ 0 h 2370843"/>
              <a:gd name="connsiteX3" fmla="*/ 5335078 w 5335078"/>
              <a:gd name="connsiteY3" fmla="*/ 2144206 h 2370843"/>
              <a:gd name="connsiteX4" fmla="*/ 2659018 w 5335078"/>
              <a:gd name="connsiteY4" fmla="*/ 2127784 h 2370843"/>
              <a:gd name="connsiteX0" fmla="*/ 2659018 w 5335078"/>
              <a:gd name="connsiteY0" fmla="*/ 2108534 h 2351593"/>
              <a:gd name="connsiteX1" fmla="*/ 0 w 5335078"/>
              <a:gd name="connsiteY1" fmla="*/ 2037437 h 2351593"/>
              <a:gd name="connsiteX2" fmla="*/ 2660689 w 5335078"/>
              <a:gd name="connsiteY2" fmla="*/ 1 h 2351593"/>
              <a:gd name="connsiteX3" fmla="*/ 5335078 w 5335078"/>
              <a:gd name="connsiteY3" fmla="*/ 2124956 h 2351593"/>
              <a:gd name="connsiteX4" fmla="*/ 2659018 w 5335078"/>
              <a:gd name="connsiteY4" fmla="*/ 2108534 h 2351593"/>
              <a:gd name="connsiteX0" fmla="*/ 2659018 w 5335078"/>
              <a:gd name="connsiteY0" fmla="*/ 2111741 h 2354800"/>
              <a:gd name="connsiteX1" fmla="*/ 0 w 5335078"/>
              <a:gd name="connsiteY1" fmla="*/ 2040644 h 2354800"/>
              <a:gd name="connsiteX2" fmla="*/ 2660689 w 5335078"/>
              <a:gd name="connsiteY2" fmla="*/ 0 h 2354800"/>
              <a:gd name="connsiteX3" fmla="*/ 5335078 w 5335078"/>
              <a:gd name="connsiteY3" fmla="*/ 2128163 h 2354800"/>
              <a:gd name="connsiteX4" fmla="*/ 2659018 w 5335078"/>
              <a:gd name="connsiteY4" fmla="*/ 2111741 h 2354800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5078" h="2354807">
                <a:moveTo>
                  <a:pt x="2659018" y="2111748"/>
                </a:moveTo>
                <a:cubicBezTo>
                  <a:pt x="1643714" y="1699082"/>
                  <a:pt x="419769" y="1884255"/>
                  <a:pt x="0" y="2040651"/>
                </a:cubicBezTo>
                <a:cubicBezTo>
                  <a:pt x="95392" y="1506223"/>
                  <a:pt x="860721" y="-3578"/>
                  <a:pt x="2660689" y="7"/>
                </a:cubicBezTo>
                <a:cubicBezTo>
                  <a:pt x="4460657" y="3592"/>
                  <a:pt x="5211709" y="1510238"/>
                  <a:pt x="5335078" y="2128170"/>
                </a:cubicBezTo>
                <a:cubicBezTo>
                  <a:pt x="4302438" y="2512830"/>
                  <a:pt x="3315656" y="2339170"/>
                  <a:pt x="2659018" y="2111748"/>
                </a:cubicBez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Add image or colour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ECB0A80-1B0E-170D-E80A-84919FB912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3D167C-9875-FA01-F0EE-48A389E8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>
                <a:solidFill>
                  <a:schemeClr val="accent1"/>
                </a:solidFill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4736FBD-C735-A3EB-79E8-81370B63D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093" y="2002420"/>
            <a:ext cx="3888973" cy="15857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0213EADD-CAB9-DEAA-F13C-E0B9559E8F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1094" y="4450181"/>
            <a:ext cx="3888973" cy="1937700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18052ED-4900-6F39-B939-C2128A1BC8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094" y="1617994"/>
            <a:ext cx="3888972" cy="295275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050" spc="18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E5241F3-02DA-7DC4-A3FE-66BFE75A92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55D7E-B700-5553-B21F-746436B41A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0629" y="2002420"/>
            <a:ext cx="2805403" cy="83408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33682482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07526-6A06-8A3B-DA89-579CB6B5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8D75A1-9FB9-35D5-68A4-1C18893BD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75915"/>
            <a:ext cx="7008812" cy="5197065"/>
          </a:xfrm>
          <a:custGeom>
            <a:avLst/>
            <a:gdLst>
              <a:gd name="connsiteX0" fmla="*/ 0 w 7008812"/>
              <a:gd name="connsiteY0" fmla="*/ 248264 h 5197065"/>
              <a:gd name="connsiteX1" fmla="*/ 248264 w 7008812"/>
              <a:gd name="connsiteY1" fmla="*/ 0 h 5197065"/>
              <a:gd name="connsiteX2" fmla="*/ 6760548 w 7008812"/>
              <a:gd name="connsiteY2" fmla="*/ 0 h 5197065"/>
              <a:gd name="connsiteX3" fmla="*/ 7008812 w 7008812"/>
              <a:gd name="connsiteY3" fmla="*/ 248264 h 5197065"/>
              <a:gd name="connsiteX4" fmla="*/ 7008812 w 7008812"/>
              <a:gd name="connsiteY4" fmla="*/ 4948801 h 5197065"/>
              <a:gd name="connsiteX5" fmla="*/ 6760548 w 7008812"/>
              <a:gd name="connsiteY5" fmla="*/ 5197065 h 5197065"/>
              <a:gd name="connsiteX6" fmla="*/ 248264 w 7008812"/>
              <a:gd name="connsiteY6" fmla="*/ 5197065 h 5197065"/>
              <a:gd name="connsiteX7" fmla="*/ 0 w 7008812"/>
              <a:gd name="connsiteY7" fmla="*/ 4948801 h 5197065"/>
              <a:gd name="connsiteX8" fmla="*/ 0 w 7008812"/>
              <a:gd name="connsiteY8" fmla="*/ 248264 h 5197065"/>
              <a:gd name="connsiteX0" fmla="*/ 0 w 7334920"/>
              <a:gd name="connsiteY0" fmla="*/ 248264 h 5197065"/>
              <a:gd name="connsiteX1" fmla="*/ 248264 w 7334920"/>
              <a:gd name="connsiteY1" fmla="*/ 0 h 5197065"/>
              <a:gd name="connsiteX2" fmla="*/ 6760548 w 7334920"/>
              <a:gd name="connsiteY2" fmla="*/ 0 h 5197065"/>
              <a:gd name="connsiteX3" fmla="*/ 7008812 w 7334920"/>
              <a:gd name="connsiteY3" fmla="*/ 4948801 h 5197065"/>
              <a:gd name="connsiteX4" fmla="*/ 6760548 w 7334920"/>
              <a:gd name="connsiteY4" fmla="*/ 5197065 h 5197065"/>
              <a:gd name="connsiteX5" fmla="*/ 248264 w 7334920"/>
              <a:gd name="connsiteY5" fmla="*/ 5197065 h 5197065"/>
              <a:gd name="connsiteX6" fmla="*/ 0 w 7334920"/>
              <a:gd name="connsiteY6" fmla="*/ 4948801 h 5197065"/>
              <a:gd name="connsiteX7" fmla="*/ 0 w 7334920"/>
              <a:gd name="connsiteY7" fmla="*/ 248264 h 5197065"/>
              <a:gd name="connsiteX0" fmla="*/ 0 w 7574583"/>
              <a:gd name="connsiteY0" fmla="*/ 248264 h 5197065"/>
              <a:gd name="connsiteX1" fmla="*/ 248264 w 7574583"/>
              <a:gd name="connsiteY1" fmla="*/ 0 h 5197065"/>
              <a:gd name="connsiteX2" fmla="*/ 6760548 w 7574583"/>
              <a:gd name="connsiteY2" fmla="*/ 0 h 5197065"/>
              <a:gd name="connsiteX3" fmla="*/ 6760548 w 7574583"/>
              <a:gd name="connsiteY3" fmla="*/ 5197065 h 5197065"/>
              <a:gd name="connsiteX4" fmla="*/ 248264 w 7574583"/>
              <a:gd name="connsiteY4" fmla="*/ 5197065 h 5197065"/>
              <a:gd name="connsiteX5" fmla="*/ 0 w 7574583"/>
              <a:gd name="connsiteY5" fmla="*/ 4948801 h 5197065"/>
              <a:gd name="connsiteX6" fmla="*/ 0 w 7574583"/>
              <a:gd name="connsiteY6" fmla="*/ 248264 h 5197065"/>
              <a:gd name="connsiteX0" fmla="*/ 0 w 7691764"/>
              <a:gd name="connsiteY0" fmla="*/ 248264 h 5197065"/>
              <a:gd name="connsiteX1" fmla="*/ 248264 w 7691764"/>
              <a:gd name="connsiteY1" fmla="*/ 0 h 5197065"/>
              <a:gd name="connsiteX2" fmla="*/ 6760548 w 7691764"/>
              <a:gd name="connsiteY2" fmla="*/ 0 h 5197065"/>
              <a:gd name="connsiteX3" fmla="*/ 6760548 w 7691764"/>
              <a:gd name="connsiteY3" fmla="*/ 5197065 h 5197065"/>
              <a:gd name="connsiteX4" fmla="*/ 248264 w 7691764"/>
              <a:gd name="connsiteY4" fmla="*/ 5197065 h 5197065"/>
              <a:gd name="connsiteX5" fmla="*/ 0 w 7691764"/>
              <a:gd name="connsiteY5" fmla="*/ 4948801 h 5197065"/>
              <a:gd name="connsiteX6" fmla="*/ 0 w 7691764"/>
              <a:gd name="connsiteY6" fmla="*/ 248264 h 5197065"/>
              <a:gd name="connsiteX0" fmla="*/ 0 w 7691764"/>
              <a:gd name="connsiteY0" fmla="*/ 248264 h 5197065"/>
              <a:gd name="connsiteX1" fmla="*/ 248264 w 7691764"/>
              <a:gd name="connsiteY1" fmla="*/ 0 h 5197065"/>
              <a:gd name="connsiteX2" fmla="*/ 6760548 w 7691764"/>
              <a:gd name="connsiteY2" fmla="*/ 0 h 5197065"/>
              <a:gd name="connsiteX3" fmla="*/ 6760548 w 7691764"/>
              <a:gd name="connsiteY3" fmla="*/ 5197065 h 5197065"/>
              <a:gd name="connsiteX4" fmla="*/ 248264 w 7691764"/>
              <a:gd name="connsiteY4" fmla="*/ 5197065 h 5197065"/>
              <a:gd name="connsiteX5" fmla="*/ 0 w 7691764"/>
              <a:gd name="connsiteY5" fmla="*/ 4948801 h 5197065"/>
              <a:gd name="connsiteX6" fmla="*/ 0 w 7691764"/>
              <a:gd name="connsiteY6" fmla="*/ 248264 h 5197065"/>
              <a:gd name="connsiteX0" fmla="*/ 0 w 7242939"/>
              <a:gd name="connsiteY0" fmla="*/ 248264 h 5197065"/>
              <a:gd name="connsiteX1" fmla="*/ 248264 w 7242939"/>
              <a:gd name="connsiteY1" fmla="*/ 0 h 5197065"/>
              <a:gd name="connsiteX2" fmla="*/ 6760548 w 7242939"/>
              <a:gd name="connsiteY2" fmla="*/ 0 h 5197065"/>
              <a:gd name="connsiteX3" fmla="*/ 6760548 w 7242939"/>
              <a:gd name="connsiteY3" fmla="*/ 5197065 h 5197065"/>
              <a:gd name="connsiteX4" fmla="*/ 248264 w 7242939"/>
              <a:gd name="connsiteY4" fmla="*/ 5197065 h 5197065"/>
              <a:gd name="connsiteX5" fmla="*/ 0 w 7242939"/>
              <a:gd name="connsiteY5" fmla="*/ 4948801 h 5197065"/>
              <a:gd name="connsiteX6" fmla="*/ 0 w 7242939"/>
              <a:gd name="connsiteY6" fmla="*/ 248264 h 5197065"/>
              <a:gd name="connsiteX0" fmla="*/ 0 w 6760548"/>
              <a:gd name="connsiteY0" fmla="*/ 248264 h 5197065"/>
              <a:gd name="connsiteX1" fmla="*/ 248264 w 6760548"/>
              <a:gd name="connsiteY1" fmla="*/ 0 h 5197065"/>
              <a:gd name="connsiteX2" fmla="*/ 6760548 w 6760548"/>
              <a:gd name="connsiteY2" fmla="*/ 0 h 5197065"/>
              <a:gd name="connsiteX3" fmla="*/ 6760548 w 6760548"/>
              <a:gd name="connsiteY3" fmla="*/ 5197065 h 5197065"/>
              <a:gd name="connsiteX4" fmla="*/ 248264 w 6760548"/>
              <a:gd name="connsiteY4" fmla="*/ 5197065 h 5197065"/>
              <a:gd name="connsiteX5" fmla="*/ 0 w 6760548"/>
              <a:gd name="connsiteY5" fmla="*/ 4948801 h 5197065"/>
              <a:gd name="connsiteX6" fmla="*/ 0 w 6760548"/>
              <a:gd name="connsiteY6" fmla="*/ 248264 h 5197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0548" h="5197065">
                <a:moveTo>
                  <a:pt x="0" y="248264"/>
                </a:moveTo>
                <a:cubicBezTo>
                  <a:pt x="0" y="111152"/>
                  <a:pt x="111152" y="0"/>
                  <a:pt x="248264" y="0"/>
                </a:cubicBezTo>
                <a:lnTo>
                  <a:pt x="6760548" y="0"/>
                </a:lnTo>
                <a:lnTo>
                  <a:pt x="6760548" y="5197065"/>
                </a:lnTo>
                <a:lnTo>
                  <a:pt x="248264" y="5197065"/>
                </a:lnTo>
                <a:cubicBezTo>
                  <a:pt x="111152" y="5197065"/>
                  <a:pt x="0" y="5085913"/>
                  <a:pt x="0" y="4948801"/>
                </a:cubicBezTo>
                <a:lnTo>
                  <a:pt x="0" y="248264"/>
                </a:lnTo>
                <a:close/>
              </a:path>
            </a:pathLst>
          </a:custGeo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3F18B-74B7-FDC5-3C24-D2AAB9E3B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155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57CFB-761C-61A3-3FD4-38677967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8168A-E09F-C212-892A-5768AA8B9F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39808533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rounded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9550" y="212602"/>
            <a:ext cx="11772900" cy="6432673"/>
          </a:xfrm>
          <a:prstGeom prst="roundRect">
            <a:avLst>
              <a:gd name="adj" fmla="val 2092"/>
            </a:avLst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01213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87548-065A-2FD2-84C8-203BB1A6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BEA7441-A828-B046-2CD2-CF607127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2C426D2-7C57-9C3B-F590-3A3BA1F9749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218761140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693B4-8D93-0C59-89A8-39CA4FE0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9DF28-AEB2-0DF2-6F85-19D75D3F99E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7315914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6657-0D83-5855-DF19-95C81EA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37529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5E69F-50C0-1AAE-0AC4-C5D895EF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52558"/>
            <a:ext cx="10515600" cy="7821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CF9A-2D5A-BA6D-71A9-DDEBF05C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02ABFB-6F3B-6110-5720-080212808FD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8585F5B5-E53F-66CC-5BA2-B03414A946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4659493"/>
            <a:ext cx="4327233" cy="223837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600"/>
            </a:lvl1pPr>
          </a:lstStyle>
          <a:p>
            <a:r>
              <a:rPr lang="en-GB"/>
              <a:t>Name Surname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3772A83B-F776-ADB8-EA5E-158FAE3EC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40766" y="4659493"/>
            <a:ext cx="4327233" cy="22383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66957560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2666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E50A-0518-EBB3-A9FE-262EC2557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82341"/>
            <a:ext cx="9144000" cy="1062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subtitle. Add / change background image: right click on the background -&gt; ‘format background’.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424C0-A569-559C-08FC-98607824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76E0DA4-BE98-F253-CE15-3E8CEBF955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5719763"/>
            <a:ext cx="4327233" cy="223837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Name Surname 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7FF9569-251D-28D9-04A1-30874C376F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40766" y="5719763"/>
            <a:ext cx="4327233" cy="223837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5 May 2023 13:30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0D863FC-F0C7-62AE-69C0-C523970917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3297" y="5811410"/>
            <a:ext cx="285407" cy="63897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2780F77-8A04-C3F6-58E2-4E56BC3474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37627429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77408"/>
            <a:ext cx="9144000" cy="62059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E50A-0518-EBB3-A9FE-262EC2557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242800"/>
            <a:ext cx="9144000" cy="10625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</a:t>
            </a:r>
            <a:r>
              <a:rPr lang="en-GB" err="1"/>
              <a:t>alinea</a:t>
            </a:r>
            <a:r>
              <a:rPr lang="en-GB"/>
              <a:t>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424C0-A569-559C-08FC-98607824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/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26373E-4377-A781-3D49-41F45D010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64152" y="4450181"/>
            <a:ext cx="3888973" cy="19377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F7D046-E958-9025-BEA4-08281F97C5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4281" y="4450181"/>
            <a:ext cx="3883567" cy="19377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E4A5C0-8650-7820-0CC2-235C38435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24000" y="2074483"/>
            <a:ext cx="9144000" cy="29527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50" spc="180" baseline="0"/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A48611BC-1417-DAEB-753E-502273FBC1B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214177151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0D407A-E5FF-CFF0-6724-857811503D1C}"/>
              </a:ext>
            </a:extLst>
          </p:cNvPr>
          <p:cNvSpPr/>
          <p:nvPr userDrawn="1"/>
        </p:nvSpPr>
        <p:spPr>
          <a:xfrm>
            <a:off x="5953125" y="0"/>
            <a:ext cx="624428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F94A7-3021-267E-32B5-AEB548E9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093" y="2002420"/>
            <a:ext cx="3888973" cy="15857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26373E-4377-A781-3D49-41F45D010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1094" y="4297781"/>
            <a:ext cx="3888973" cy="1937700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E4A5C0-8650-7820-0CC2-235C38435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094" y="1617994"/>
            <a:ext cx="3888972" cy="295275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050" spc="180" baseline="0"/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B86830-2793-955C-ABE4-4569F259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864F0E-21B6-DE0C-2B2F-F2AF808DC6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96A74EA-6452-D0A3-7869-186AE90BDE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30779" y="1627107"/>
            <a:ext cx="3888972" cy="29527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50" spc="18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98A49E1-CB1A-202E-647B-12A8DD7EF9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14573" y="5675023"/>
            <a:ext cx="3888973" cy="560457"/>
          </a:xfrm>
        </p:spPr>
        <p:txBody>
          <a:bodyPr anchor="t">
            <a:norm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AC6F1BD-C235-33E8-17B0-58621362ED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232260023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9B503-272A-F6B4-D58E-93E554E7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9EF91B0-2678-3E29-585E-8371E3C9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E8D6E-739C-2F82-AF35-0575C20D81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22340"/>
            <a:ext cx="10515600" cy="4333617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F4A3FE5-9A76-CAD0-3DEC-B1E82E2946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12062913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ab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9EF91B0-2678-3E29-585E-8371E3C9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D4168B-B615-3C26-6250-6FA7A8F80E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604963"/>
            <a:ext cx="10515600" cy="854075"/>
          </a:xfrm>
        </p:spPr>
        <p:txBody>
          <a:bodyPr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916EB5-1DE8-E77A-E383-0BA7ACF6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3FCD97A-D507-438F-9DFD-AAF7AAB58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4944B03-692B-6EBC-6279-86EA05C9E8E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372589941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6657-0D83-5855-DF19-95C81EA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37529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5E69F-50C0-1AAE-0AC4-C5D895EF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2341"/>
            <a:ext cx="105156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CF9A-2D5A-BA6D-71A9-DDEBF05C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748C071-72AF-2149-93E0-18B01285BB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78688652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3387902" y="707203"/>
            <a:ext cx="5493600" cy="5493600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D521898-D0B7-765A-5899-C6C171981F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81429" y="707195"/>
            <a:ext cx="5335078" cy="2354807"/>
          </a:xfrm>
          <a:custGeom>
            <a:avLst/>
            <a:gdLst>
              <a:gd name="connsiteX0" fmla="*/ 0 w 5504933"/>
              <a:gd name="connsiteY0" fmla="*/ 2723253 h 5446506"/>
              <a:gd name="connsiteX1" fmla="*/ 2752467 w 5504933"/>
              <a:gd name="connsiteY1" fmla="*/ 0 h 5446506"/>
              <a:gd name="connsiteX2" fmla="*/ 5504934 w 5504933"/>
              <a:gd name="connsiteY2" fmla="*/ 2723253 h 5446506"/>
              <a:gd name="connsiteX3" fmla="*/ 2752467 w 5504933"/>
              <a:gd name="connsiteY3" fmla="*/ 5446506 h 5446506"/>
              <a:gd name="connsiteX4" fmla="*/ 0 w 5504933"/>
              <a:gd name="connsiteY4" fmla="*/ 2723253 h 5446506"/>
              <a:gd name="connsiteX0" fmla="*/ 1 w 5504935"/>
              <a:gd name="connsiteY0" fmla="*/ 2723253 h 3261472"/>
              <a:gd name="connsiteX1" fmla="*/ 2752468 w 5504935"/>
              <a:gd name="connsiteY1" fmla="*/ 0 h 3261472"/>
              <a:gd name="connsiteX2" fmla="*/ 5504935 w 5504935"/>
              <a:gd name="connsiteY2" fmla="*/ 2723253 h 3261472"/>
              <a:gd name="connsiteX3" fmla="*/ 2744447 w 5504935"/>
              <a:gd name="connsiteY3" fmla="*/ 2101727 h 3261472"/>
              <a:gd name="connsiteX4" fmla="*/ 1 w 5504935"/>
              <a:gd name="connsiteY4" fmla="*/ 2723253 h 3261472"/>
              <a:gd name="connsiteX0" fmla="*/ 1 w 5504935"/>
              <a:gd name="connsiteY0" fmla="*/ 2723253 h 3394950"/>
              <a:gd name="connsiteX1" fmla="*/ 2752468 w 5504935"/>
              <a:gd name="connsiteY1" fmla="*/ 0 h 3394950"/>
              <a:gd name="connsiteX2" fmla="*/ 5504935 w 5504935"/>
              <a:gd name="connsiteY2" fmla="*/ 2723253 h 3394950"/>
              <a:gd name="connsiteX3" fmla="*/ 2744447 w 5504935"/>
              <a:gd name="connsiteY3" fmla="*/ 2101727 h 3394950"/>
              <a:gd name="connsiteX4" fmla="*/ 1 w 5504935"/>
              <a:gd name="connsiteY4" fmla="*/ 2723253 h 3394950"/>
              <a:gd name="connsiteX0" fmla="*/ 1 w 5408683"/>
              <a:gd name="connsiteY0" fmla="*/ 2731595 h 2813873"/>
              <a:gd name="connsiteX1" fmla="*/ 2752468 w 5408683"/>
              <a:gd name="connsiteY1" fmla="*/ 8342 h 2813873"/>
              <a:gd name="connsiteX2" fmla="*/ 5408683 w 5408683"/>
              <a:gd name="connsiteY2" fmla="*/ 2154080 h 2813873"/>
              <a:gd name="connsiteX3" fmla="*/ 2744447 w 5408683"/>
              <a:gd name="connsiteY3" fmla="*/ 2110069 h 2813873"/>
              <a:gd name="connsiteX4" fmla="*/ 1 w 5408683"/>
              <a:gd name="connsiteY4" fmla="*/ 2731595 h 2813873"/>
              <a:gd name="connsiteX0" fmla="*/ 1 w 5408683"/>
              <a:gd name="connsiteY0" fmla="*/ 2731232 h 2813510"/>
              <a:gd name="connsiteX1" fmla="*/ 2752468 w 5408683"/>
              <a:gd name="connsiteY1" fmla="*/ 7979 h 2813510"/>
              <a:gd name="connsiteX2" fmla="*/ 5408683 w 5408683"/>
              <a:gd name="connsiteY2" fmla="*/ 2153717 h 2813510"/>
              <a:gd name="connsiteX3" fmla="*/ 2744447 w 5408683"/>
              <a:gd name="connsiteY3" fmla="*/ 2109706 h 2813510"/>
              <a:gd name="connsiteX4" fmla="*/ 1 w 5408683"/>
              <a:gd name="connsiteY4" fmla="*/ 2731232 h 2813510"/>
              <a:gd name="connsiteX0" fmla="*/ 1275 w 5409957"/>
              <a:gd name="connsiteY0" fmla="*/ 2731232 h 3563776"/>
              <a:gd name="connsiteX1" fmla="*/ 2753742 w 5409957"/>
              <a:gd name="connsiteY1" fmla="*/ 7979 h 3563776"/>
              <a:gd name="connsiteX2" fmla="*/ 5409957 w 5409957"/>
              <a:gd name="connsiteY2" fmla="*/ 2153717 h 3563776"/>
              <a:gd name="connsiteX3" fmla="*/ 2745721 w 5409957"/>
              <a:gd name="connsiteY3" fmla="*/ 2109706 h 3563776"/>
              <a:gd name="connsiteX4" fmla="*/ 1275 w 5409957"/>
              <a:gd name="connsiteY4" fmla="*/ 2731232 h 3563776"/>
              <a:gd name="connsiteX0" fmla="*/ 1275 w 5409957"/>
              <a:gd name="connsiteY0" fmla="*/ 2723569 h 3556113"/>
              <a:gd name="connsiteX1" fmla="*/ 2753742 w 5409957"/>
              <a:gd name="connsiteY1" fmla="*/ 316 h 3556113"/>
              <a:gd name="connsiteX2" fmla="*/ 5409957 w 5409957"/>
              <a:gd name="connsiteY2" fmla="*/ 2146054 h 3556113"/>
              <a:gd name="connsiteX3" fmla="*/ 2745721 w 5409957"/>
              <a:gd name="connsiteY3" fmla="*/ 2102043 h 3556113"/>
              <a:gd name="connsiteX4" fmla="*/ 1275 w 5409957"/>
              <a:gd name="connsiteY4" fmla="*/ 2723569 h 3556113"/>
              <a:gd name="connsiteX0" fmla="*/ 48773 w 5457455"/>
              <a:gd name="connsiteY0" fmla="*/ 2723333 h 2813832"/>
              <a:gd name="connsiteX1" fmla="*/ 2801240 w 5457455"/>
              <a:gd name="connsiteY1" fmla="*/ 80 h 2813832"/>
              <a:gd name="connsiteX2" fmla="*/ 5457455 w 5457455"/>
              <a:gd name="connsiteY2" fmla="*/ 2145818 h 2813832"/>
              <a:gd name="connsiteX3" fmla="*/ 2793219 w 5457455"/>
              <a:gd name="connsiteY3" fmla="*/ 2101807 h 2813832"/>
              <a:gd name="connsiteX4" fmla="*/ 1168627 w 5457455"/>
              <a:gd name="connsiteY4" fmla="*/ 1849597 h 2813832"/>
              <a:gd name="connsiteX5" fmla="*/ 48773 w 5457455"/>
              <a:gd name="connsiteY5" fmla="*/ 2723333 h 2813832"/>
              <a:gd name="connsiteX0" fmla="*/ 58447 w 5467129"/>
              <a:gd name="connsiteY0" fmla="*/ 2737061 h 2827560"/>
              <a:gd name="connsiteX1" fmla="*/ 440364 w 5467129"/>
              <a:gd name="connsiteY1" fmla="*/ 1309872 h 2827560"/>
              <a:gd name="connsiteX2" fmla="*/ 2810914 w 5467129"/>
              <a:gd name="connsiteY2" fmla="*/ 13808 h 2827560"/>
              <a:gd name="connsiteX3" fmla="*/ 5467129 w 5467129"/>
              <a:gd name="connsiteY3" fmla="*/ 2159546 h 2827560"/>
              <a:gd name="connsiteX4" fmla="*/ 2802893 w 5467129"/>
              <a:gd name="connsiteY4" fmla="*/ 2115535 h 2827560"/>
              <a:gd name="connsiteX5" fmla="*/ 1178301 w 5467129"/>
              <a:gd name="connsiteY5" fmla="*/ 1863325 h 2827560"/>
              <a:gd name="connsiteX6" fmla="*/ 58447 w 5467129"/>
              <a:gd name="connsiteY6" fmla="*/ 2737061 h 2827560"/>
              <a:gd name="connsiteX0" fmla="*/ 58447 w 5467129"/>
              <a:gd name="connsiteY0" fmla="*/ 2739880 h 2830379"/>
              <a:gd name="connsiteX1" fmla="*/ 440364 w 5467129"/>
              <a:gd name="connsiteY1" fmla="*/ 1312691 h 2830379"/>
              <a:gd name="connsiteX2" fmla="*/ 2810914 w 5467129"/>
              <a:gd name="connsiteY2" fmla="*/ 16627 h 2830379"/>
              <a:gd name="connsiteX3" fmla="*/ 5467129 w 5467129"/>
              <a:gd name="connsiteY3" fmla="*/ 2162365 h 2830379"/>
              <a:gd name="connsiteX4" fmla="*/ 2802893 w 5467129"/>
              <a:gd name="connsiteY4" fmla="*/ 2118354 h 2830379"/>
              <a:gd name="connsiteX5" fmla="*/ 1178301 w 5467129"/>
              <a:gd name="connsiteY5" fmla="*/ 1866144 h 2830379"/>
              <a:gd name="connsiteX6" fmla="*/ 58447 w 5467129"/>
              <a:gd name="connsiteY6" fmla="*/ 2739880 h 2830379"/>
              <a:gd name="connsiteX0" fmla="*/ 30708 w 5439390"/>
              <a:gd name="connsiteY0" fmla="*/ 2739880 h 2830379"/>
              <a:gd name="connsiteX1" fmla="*/ 412625 w 5439390"/>
              <a:gd name="connsiteY1" fmla="*/ 1312691 h 2830379"/>
              <a:gd name="connsiteX2" fmla="*/ 2783175 w 5439390"/>
              <a:gd name="connsiteY2" fmla="*/ 16627 h 2830379"/>
              <a:gd name="connsiteX3" fmla="*/ 5439390 w 5439390"/>
              <a:gd name="connsiteY3" fmla="*/ 2162365 h 2830379"/>
              <a:gd name="connsiteX4" fmla="*/ 2775154 w 5439390"/>
              <a:gd name="connsiteY4" fmla="*/ 2118354 h 2830379"/>
              <a:gd name="connsiteX5" fmla="*/ 1150562 w 5439390"/>
              <a:gd name="connsiteY5" fmla="*/ 1866144 h 2830379"/>
              <a:gd name="connsiteX6" fmla="*/ 30708 w 5439390"/>
              <a:gd name="connsiteY6" fmla="*/ 2739880 h 2830379"/>
              <a:gd name="connsiteX0" fmla="*/ 12386 w 5421068"/>
              <a:gd name="connsiteY0" fmla="*/ 2739880 h 2830379"/>
              <a:gd name="connsiteX1" fmla="*/ 394303 w 5421068"/>
              <a:gd name="connsiteY1" fmla="*/ 1312691 h 2830379"/>
              <a:gd name="connsiteX2" fmla="*/ 2764853 w 5421068"/>
              <a:gd name="connsiteY2" fmla="*/ 16627 h 2830379"/>
              <a:gd name="connsiteX3" fmla="*/ 5421068 w 5421068"/>
              <a:gd name="connsiteY3" fmla="*/ 2162365 h 2830379"/>
              <a:gd name="connsiteX4" fmla="*/ 2756832 w 5421068"/>
              <a:gd name="connsiteY4" fmla="*/ 2118354 h 2830379"/>
              <a:gd name="connsiteX5" fmla="*/ 1132240 w 5421068"/>
              <a:gd name="connsiteY5" fmla="*/ 1866144 h 2830379"/>
              <a:gd name="connsiteX6" fmla="*/ 12386 w 5421068"/>
              <a:gd name="connsiteY6" fmla="*/ 2739880 h 2830379"/>
              <a:gd name="connsiteX0" fmla="*/ 6354 w 5415036"/>
              <a:gd name="connsiteY0" fmla="*/ 2739880 h 2830379"/>
              <a:gd name="connsiteX1" fmla="*/ 388271 w 5415036"/>
              <a:gd name="connsiteY1" fmla="*/ 1312691 h 2830379"/>
              <a:gd name="connsiteX2" fmla="*/ 2758821 w 5415036"/>
              <a:gd name="connsiteY2" fmla="*/ 16627 h 2830379"/>
              <a:gd name="connsiteX3" fmla="*/ 5415036 w 5415036"/>
              <a:gd name="connsiteY3" fmla="*/ 2162365 h 2830379"/>
              <a:gd name="connsiteX4" fmla="*/ 2750800 w 5415036"/>
              <a:gd name="connsiteY4" fmla="*/ 2118354 h 2830379"/>
              <a:gd name="connsiteX5" fmla="*/ 1126208 w 5415036"/>
              <a:gd name="connsiteY5" fmla="*/ 1866144 h 2830379"/>
              <a:gd name="connsiteX6" fmla="*/ 652965 w 5415036"/>
              <a:gd name="connsiteY6" fmla="*/ 2106776 h 2830379"/>
              <a:gd name="connsiteX7" fmla="*/ 6354 w 5415036"/>
              <a:gd name="connsiteY7" fmla="*/ 2739880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568316 w 5330387"/>
              <a:gd name="connsiteY6" fmla="*/ 2106776 h 2830379"/>
              <a:gd name="connsiteX7" fmla="*/ 9937 w 5330387"/>
              <a:gd name="connsiteY7" fmla="*/ 2098196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9937 w 5330387"/>
              <a:gd name="connsiteY6" fmla="*/ 2098196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31622 w 5320450"/>
              <a:gd name="connsiteY0" fmla="*/ 1866144 h 2830379"/>
              <a:gd name="connsiteX1" fmla="*/ 0 w 5320450"/>
              <a:gd name="connsiteY1" fmla="*/ 2098196 h 2830379"/>
              <a:gd name="connsiteX2" fmla="*/ 293685 w 5320450"/>
              <a:gd name="connsiteY2" fmla="*/ 1312691 h 2830379"/>
              <a:gd name="connsiteX3" fmla="*/ 2664235 w 5320450"/>
              <a:gd name="connsiteY3" fmla="*/ 16627 h 2830379"/>
              <a:gd name="connsiteX4" fmla="*/ 5320450 w 5320450"/>
              <a:gd name="connsiteY4" fmla="*/ 2162365 h 2830379"/>
              <a:gd name="connsiteX5" fmla="*/ 2656214 w 5320450"/>
              <a:gd name="connsiteY5" fmla="*/ 2118354 h 2830379"/>
              <a:gd name="connsiteX6" fmla="*/ 1123062 w 5320450"/>
              <a:gd name="connsiteY6" fmla="*/ 1957584 h 2830379"/>
              <a:gd name="connsiteX0" fmla="*/ 1052642 w 5341470"/>
              <a:gd name="connsiteY0" fmla="*/ 1866144 h 2830379"/>
              <a:gd name="connsiteX1" fmla="*/ 0 w 5341470"/>
              <a:gd name="connsiteY1" fmla="*/ 2050900 h 2830379"/>
              <a:gd name="connsiteX2" fmla="*/ 314705 w 5341470"/>
              <a:gd name="connsiteY2" fmla="*/ 1312691 h 2830379"/>
              <a:gd name="connsiteX3" fmla="*/ 2685255 w 5341470"/>
              <a:gd name="connsiteY3" fmla="*/ 16627 h 2830379"/>
              <a:gd name="connsiteX4" fmla="*/ 5341470 w 5341470"/>
              <a:gd name="connsiteY4" fmla="*/ 2162365 h 2830379"/>
              <a:gd name="connsiteX5" fmla="*/ 2677234 w 5341470"/>
              <a:gd name="connsiteY5" fmla="*/ 2118354 h 2830379"/>
              <a:gd name="connsiteX6" fmla="*/ 1144082 w 5341470"/>
              <a:gd name="connsiteY6" fmla="*/ 1957584 h 2830379"/>
              <a:gd name="connsiteX0" fmla="*/ 1052642 w 5341470"/>
              <a:gd name="connsiteY0" fmla="*/ 1895407 h 2859642"/>
              <a:gd name="connsiteX1" fmla="*/ 0 w 5341470"/>
              <a:gd name="connsiteY1" fmla="*/ 2080163 h 2859642"/>
              <a:gd name="connsiteX2" fmla="*/ 584289 w 5341470"/>
              <a:gd name="connsiteY2" fmla="*/ 981294 h 2859642"/>
              <a:gd name="connsiteX3" fmla="*/ 2685255 w 5341470"/>
              <a:gd name="connsiteY3" fmla="*/ 45890 h 2859642"/>
              <a:gd name="connsiteX4" fmla="*/ 5341470 w 5341470"/>
              <a:gd name="connsiteY4" fmla="*/ 2191628 h 2859642"/>
              <a:gd name="connsiteX5" fmla="*/ 2677234 w 5341470"/>
              <a:gd name="connsiteY5" fmla="*/ 2147617 h 2859642"/>
              <a:gd name="connsiteX6" fmla="*/ 1144082 w 5341470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84910 h 2849145"/>
              <a:gd name="connsiteX1" fmla="*/ 0 w 5323254"/>
              <a:gd name="connsiteY1" fmla="*/ 2066023 h 2849145"/>
              <a:gd name="connsiteX2" fmla="*/ 566073 w 5323254"/>
              <a:gd name="connsiteY2" fmla="*/ 970797 h 2849145"/>
              <a:gd name="connsiteX3" fmla="*/ 2667039 w 5323254"/>
              <a:gd name="connsiteY3" fmla="*/ 35393 h 2849145"/>
              <a:gd name="connsiteX4" fmla="*/ 5323254 w 5323254"/>
              <a:gd name="connsiteY4" fmla="*/ 2181131 h 2849145"/>
              <a:gd name="connsiteX5" fmla="*/ 2659018 w 5323254"/>
              <a:gd name="connsiteY5" fmla="*/ 2137120 h 2849145"/>
              <a:gd name="connsiteX6" fmla="*/ 1125866 w 5323254"/>
              <a:gd name="connsiteY6" fmla="*/ 1976350 h 2849145"/>
              <a:gd name="connsiteX0" fmla="*/ 1034426 w 5323254"/>
              <a:gd name="connsiteY0" fmla="*/ 1850327 h 2814562"/>
              <a:gd name="connsiteX1" fmla="*/ 0 w 5323254"/>
              <a:gd name="connsiteY1" fmla="*/ 2031440 h 2814562"/>
              <a:gd name="connsiteX2" fmla="*/ 566073 w 5323254"/>
              <a:gd name="connsiteY2" fmla="*/ 936214 h 2814562"/>
              <a:gd name="connsiteX3" fmla="*/ 2667039 w 5323254"/>
              <a:gd name="connsiteY3" fmla="*/ 810 h 2814562"/>
              <a:gd name="connsiteX4" fmla="*/ 5323254 w 5323254"/>
              <a:gd name="connsiteY4" fmla="*/ 2146548 h 2814562"/>
              <a:gd name="connsiteX5" fmla="*/ 2659018 w 5323254"/>
              <a:gd name="connsiteY5" fmla="*/ 2102537 h 2814562"/>
              <a:gd name="connsiteX6" fmla="*/ 1125866 w 5323254"/>
              <a:gd name="connsiteY6" fmla="*/ 1941767 h 2814562"/>
              <a:gd name="connsiteX0" fmla="*/ 1034426 w 5323254"/>
              <a:gd name="connsiteY0" fmla="*/ 1870005 h 2834240"/>
              <a:gd name="connsiteX1" fmla="*/ 0 w 5323254"/>
              <a:gd name="connsiteY1" fmla="*/ 2051118 h 2834240"/>
              <a:gd name="connsiteX2" fmla="*/ 566073 w 5323254"/>
              <a:gd name="connsiteY2" fmla="*/ 955892 h 2834240"/>
              <a:gd name="connsiteX3" fmla="*/ 2667039 w 5323254"/>
              <a:gd name="connsiteY3" fmla="*/ 781 h 2834240"/>
              <a:gd name="connsiteX4" fmla="*/ 5323254 w 5323254"/>
              <a:gd name="connsiteY4" fmla="*/ 2166226 h 2834240"/>
              <a:gd name="connsiteX5" fmla="*/ 2659018 w 5323254"/>
              <a:gd name="connsiteY5" fmla="*/ 2122215 h 2834240"/>
              <a:gd name="connsiteX6" fmla="*/ 1125866 w 5323254"/>
              <a:gd name="connsiteY6" fmla="*/ 1961445 h 2834240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378075"/>
              <a:gd name="connsiteX1" fmla="*/ 0 w 5323254"/>
              <a:gd name="connsiteY1" fmla="*/ 2050391 h 2378075"/>
              <a:gd name="connsiteX2" fmla="*/ 566073 w 5323254"/>
              <a:gd name="connsiteY2" fmla="*/ 955165 h 2378075"/>
              <a:gd name="connsiteX3" fmla="*/ 2667039 w 5323254"/>
              <a:gd name="connsiteY3" fmla="*/ 54 h 2378075"/>
              <a:gd name="connsiteX4" fmla="*/ 5323254 w 5323254"/>
              <a:gd name="connsiteY4" fmla="*/ 2165499 h 2378075"/>
              <a:gd name="connsiteX5" fmla="*/ 2659018 w 5323254"/>
              <a:gd name="connsiteY5" fmla="*/ 2121488 h 2378075"/>
              <a:gd name="connsiteX6" fmla="*/ 1125866 w 5323254"/>
              <a:gd name="connsiteY6" fmla="*/ 1960718 h 2378075"/>
              <a:gd name="connsiteX0" fmla="*/ 1034426 w 5335078"/>
              <a:gd name="connsiteY0" fmla="*/ 1902587 h 2386535"/>
              <a:gd name="connsiteX1" fmla="*/ 0 w 5335078"/>
              <a:gd name="connsiteY1" fmla="*/ 2083700 h 2386535"/>
              <a:gd name="connsiteX2" fmla="*/ 566073 w 5335078"/>
              <a:gd name="connsiteY2" fmla="*/ 988474 h 2386535"/>
              <a:gd name="connsiteX3" fmla="*/ 2667039 w 5335078"/>
              <a:gd name="connsiteY3" fmla="*/ 33363 h 2386535"/>
              <a:gd name="connsiteX4" fmla="*/ 5335078 w 5335078"/>
              <a:gd name="connsiteY4" fmla="*/ 2171219 h 2386535"/>
              <a:gd name="connsiteX5" fmla="*/ 2659018 w 5335078"/>
              <a:gd name="connsiteY5" fmla="*/ 2154797 h 2386535"/>
              <a:gd name="connsiteX6" fmla="*/ 1125866 w 5335078"/>
              <a:gd name="connsiteY6" fmla="*/ 1994027 h 2386535"/>
              <a:gd name="connsiteX0" fmla="*/ 1034426 w 5335078"/>
              <a:gd name="connsiteY0" fmla="*/ 1902587 h 2430925"/>
              <a:gd name="connsiteX1" fmla="*/ 0 w 5335078"/>
              <a:gd name="connsiteY1" fmla="*/ 2083700 h 2430925"/>
              <a:gd name="connsiteX2" fmla="*/ 566073 w 5335078"/>
              <a:gd name="connsiteY2" fmla="*/ 988474 h 2430925"/>
              <a:gd name="connsiteX3" fmla="*/ 2667039 w 5335078"/>
              <a:gd name="connsiteY3" fmla="*/ 33363 h 2430925"/>
              <a:gd name="connsiteX4" fmla="*/ 5335078 w 5335078"/>
              <a:gd name="connsiteY4" fmla="*/ 2171219 h 2430925"/>
              <a:gd name="connsiteX5" fmla="*/ 2659018 w 5335078"/>
              <a:gd name="connsiteY5" fmla="*/ 2154797 h 2430925"/>
              <a:gd name="connsiteX6" fmla="*/ 1125866 w 5335078"/>
              <a:gd name="connsiteY6" fmla="*/ 1994027 h 2430925"/>
              <a:gd name="connsiteX0" fmla="*/ 1034426 w 5335078"/>
              <a:gd name="connsiteY0" fmla="*/ 1902587 h 2424228"/>
              <a:gd name="connsiteX1" fmla="*/ 0 w 5335078"/>
              <a:gd name="connsiteY1" fmla="*/ 2083700 h 2424228"/>
              <a:gd name="connsiteX2" fmla="*/ 566073 w 5335078"/>
              <a:gd name="connsiteY2" fmla="*/ 988474 h 2424228"/>
              <a:gd name="connsiteX3" fmla="*/ 2667039 w 5335078"/>
              <a:gd name="connsiteY3" fmla="*/ 33363 h 2424228"/>
              <a:gd name="connsiteX4" fmla="*/ 5335078 w 5335078"/>
              <a:gd name="connsiteY4" fmla="*/ 2171219 h 2424228"/>
              <a:gd name="connsiteX5" fmla="*/ 2659018 w 5335078"/>
              <a:gd name="connsiteY5" fmla="*/ 2154797 h 2424228"/>
              <a:gd name="connsiteX6" fmla="*/ 1125866 w 5335078"/>
              <a:gd name="connsiteY6" fmla="*/ 1994027 h 2424228"/>
              <a:gd name="connsiteX0" fmla="*/ 1034426 w 5335078"/>
              <a:gd name="connsiteY0" fmla="*/ 1902587 h 2391766"/>
              <a:gd name="connsiteX1" fmla="*/ 0 w 5335078"/>
              <a:gd name="connsiteY1" fmla="*/ 2083700 h 2391766"/>
              <a:gd name="connsiteX2" fmla="*/ 566073 w 5335078"/>
              <a:gd name="connsiteY2" fmla="*/ 988474 h 2391766"/>
              <a:gd name="connsiteX3" fmla="*/ 2667039 w 5335078"/>
              <a:gd name="connsiteY3" fmla="*/ 33363 h 2391766"/>
              <a:gd name="connsiteX4" fmla="*/ 5335078 w 5335078"/>
              <a:gd name="connsiteY4" fmla="*/ 2171219 h 2391766"/>
              <a:gd name="connsiteX5" fmla="*/ 2659018 w 5335078"/>
              <a:gd name="connsiteY5" fmla="*/ 2154797 h 2391766"/>
              <a:gd name="connsiteX6" fmla="*/ 1125866 w 5335078"/>
              <a:gd name="connsiteY6" fmla="*/ 1994027 h 2391766"/>
              <a:gd name="connsiteX0" fmla="*/ 1034426 w 5335078"/>
              <a:gd name="connsiteY0" fmla="*/ 1902587 h 2378193"/>
              <a:gd name="connsiteX1" fmla="*/ 0 w 5335078"/>
              <a:gd name="connsiteY1" fmla="*/ 2083700 h 2378193"/>
              <a:gd name="connsiteX2" fmla="*/ 566073 w 5335078"/>
              <a:gd name="connsiteY2" fmla="*/ 988474 h 2378193"/>
              <a:gd name="connsiteX3" fmla="*/ 2667039 w 5335078"/>
              <a:gd name="connsiteY3" fmla="*/ 33363 h 2378193"/>
              <a:gd name="connsiteX4" fmla="*/ 5335078 w 5335078"/>
              <a:gd name="connsiteY4" fmla="*/ 2171219 h 2378193"/>
              <a:gd name="connsiteX5" fmla="*/ 2659018 w 5335078"/>
              <a:gd name="connsiteY5" fmla="*/ 2154797 h 2378193"/>
              <a:gd name="connsiteX6" fmla="*/ 1125866 w 5335078"/>
              <a:gd name="connsiteY6" fmla="*/ 1994027 h 2378193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7" fmla="*/ 1034426 w 5335078"/>
              <a:gd name="connsiteY7" fmla="*/ 1902587 h 2377034"/>
              <a:gd name="connsiteX0" fmla="*/ 1125866 w 5335078"/>
              <a:gd name="connsiteY0" fmla="*/ 199402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92890"/>
              <a:gd name="connsiteX1" fmla="*/ 0 w 5335078"/>
              <a:gd name="connsiteY1" fmla="*/ 2083700 h 2392890"/>
              <a:gd name="connsiteX2" fmla="*/ 566073 w 5335078"/>
              <a:gd name="connsiteY2" fmla="*/ 988474 h 2392890"/>
              <a:gd name="connsiteX3" fmla="*/ 2667039 w 5335078"/>
              <a:gd name="connsiteY3" fmla="*/ 33363 h 2392890"/>
              <a:gd name="connsiteX4" fmla="*/ 5335078 w 5335078"/>
              <a:gd name="connsiteY4" fmla="*/ 2171219 h 2392890"/>
              <a:gd name="connsiteX5" fmla="*/ 2659018 w 5335078"/>
              <a:gd name="connsiteY5" fmla="*/ 2154797 h 2392890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21527 h 2364586"/>
              <a:gd name="connsiteX1" fmla="*/ 0 w 5335078"/>
              <a:gd name="connsiteY1" fmla="*/ 2050430 h 2364586"/>
              <a:gd name="connsiteX2" fmla="*/ 2667039 w 5335078"/>
              <a:gd name="connsiteY2" fmla="*/ 93 h 2364586"/>
              <a:gd name="connsiteX3" fmla="*/ 5335078 w 5335078"/>
              <a:gd name="connsiteY3" fmla="*/ 2137949 h 2364586"/>
              <a:gd name="connsiteX4" fmla="*/ 2659018 w 5335078"/>
              <a:gd name="connsiteY4" fmla="*/ 2121527 h 2364586"/>
              <a:gd name="connsiteX0" fmla="*/ 2659018 w 5335078"/>
              <a:gd name="connsiteY0" fmla="*/ 2126514 h 2369573"/>
              <a:gd name="connsiteX1" fmla="*/ 0 w 5335078"/>
              <a:gd name="connsiteY1" fmla="*/ 2055417 h 2369573"/>
              <a:gd name="connsiteX2" fmla="*/ 2667039 w 5335078"/>
              <a:gd name="connsiteY2" fmla="*/ 5080 h 2369573"/>
              <a:gd name="connsiteX3" fmla="*/ 5335078 w 5335078"/>
              <a:gd name="connsiteY3" fmla="*/ 2142936 h 2369573"/>
              <a:gd name="connsiteX4" fmla="*/ 2659018 w 5335078"/>
              <a:gd name="connsiteY4" fmla="*/ 2126514 h 2369573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1753 h 2364812"/>
              <a:gd name="connsiteX1" fmla="*/ 0 w 5335078"/>
              <a:gd name="connsiteY1" fmla="*/ 2050656 h 2364812"/>
              <a:gd name="connsiteX2" fmla="*/ 2667039 w 5335078"/>
              <a:gd name="connsiteY2" fmla="*/ 319 h 2364812"/>
              <a:gd name="connsiteX3" fmla="*/ 5335078 w 5335078"/>
              <a:gd name="connsiteY3" fmla="*/ 2138175 h 2364812"/>
              <a:gd name="connsiteX4" fmla="*/ 2659018 w 5335078"/>
              <a:gd name="connsiteY4" fmla="*/ 2121753 h 2364812"/>
              <a:gd name="connsiteX0" fmla="*/ 2659018 w 5335078"/>
              <a:gd name="connsiteY0" fmla="*/ 2121721 h 2364780"/>
              <a:gd name="connsiteX1" fmla="*/ 0 w 5335078"/>
              <a:gd name="connsiteY1" fmla="*/ 2050624 h 2364780"/>
              <a:gd name="connsiteX2" fmla="*/ 2667039 w 5335078"/>
              <a:gd name="connsiteY2" fmla="*/ 287 h 2364780"/>
              <a:gd name="connsiteX3" fmla="*/ 5335078 w 5335078"/>
              <a:gd name="connsiteY3" fmla="*/ 2138143 h 2364780"/>
              <a:gd name="connsiteX4" fmla="*/ 2659018 w 5335078"/>
              <a:gd name="connsiteY4" fmla="*/ 2121721 h 2364780"/>
              <a:gd name="connsiteX0" fmla="*/ 2659018 w 5335078"/>
              <a:gd name="connsiteY0" fmla="*/ 2121435 h 2364494"/>
              <a:gd name="connsiteX1" fmla="*/ 0 w 5335078"/>
              <a:gd name="connsiteY1" fmla="*/ 2050338 h 2364494"/>
              <a:gd name="connsiteX2" fmla="*/ 2667039 w 5335078"/>
              <a:gd name="connsiteY2" fmla="*/ 1 h 2364494"/>
              <a:gd name="connsiteX3" fmla="*/ 5335078 w 5335078"/>
              <a:gd name="connsiteY3" fmla="*/ 2137857 h 2364494"/>
              <a:gd name="connsiteX4" fmla="*/ 2659018 w 5335078"/>
              <a:gd name="connsiteY4" fmla="*/ 2121435 h 2364494"/>
              <a:gd name="connsiteX0" fmla="*/ 2659018 w 5335078"/>
              <a:gd name="connsiteY0" fmla="*/ 2127784 h 2370843"/>
              <a:gd name="connsiteX1" fmla="*/ 0 w 5335078"/>
              <a:gd name="connsiteY1" fmla="*/ 2056687 h 2370843"/>
              <a:gd name="connsiteX2" fmla="*/ 2660689 w 5335078"/>
              <a:gd name="connsiteY2" fmla="*/ 0 h 2370843"/>
              <a:gd name="connsiteX3" fmla="*/ 5335078 w 5335078"/>
              <a:gd name="connsiteY3" fmla="*/ 2144206 h 2370843"/>
              <a:gd name="connsiteX4" fmla="*/ 2659018 w 5335078"/>
              <a:gd name="connsiteY4" fmla="*/ 2127784 h 2370843"/>
              <a:gd name="connsiteX0" fmla="*/ 2659018 w 5335078"/>
              <a:gd name="connsiteY0" fmla="*/ 2108534 h 2351593"/>
              <a:gd name="connsiteX1" fmla="*/ 0 w 5335078"/>
              <a:gd name="connsiteY1" fmla="*/ 2037437 h 2351593"/>
              <a:gd name="connsiteX2" fmla="*/ 2660689 w 5335078"/>
              <a:gd name="connsiteY2" fmla="*/ 1 h 2351593"/>
              <a:gd name="connsiteX3" fmla="*/ 5335078 w 5335078"/>
              <a:gd name="connsiteY3" fmla="*/ 2124956 h 2351593"/>
              <a:gd name="connsiteX4" fmla="*/ 2659018 w 5335078"/>
              <a:gd name="connsiteY4" fmla="*/ 2108534 h 2351593"/>
              <a:gd name="connsiteX0" fmla="*/ 2659018 w 5335078"/>
              <a:gd name="connsiteY0" fmla="*/ 2111741 h 2354800"/>
              <a:gd name="connsiteX1" fmla="*/ 0 w 5335078"/>
              <a:gd name="connsiteY1" fmla="*/ 2040644 h 2354800"/>
              <a:gd name="connsiteX2" fmla="*/ 2660689 w 5335078"/>
              <a:gd name="connsiteY2" fmla="*/ 0 h 2354800"/>
              <a:gd name="connsiteX3" fmla="*/ 5335078 w 5335078"/>
              <a:gd name="connsiteY3" fmla="*/ 2128163 h 2354800"/>
              <a:gd name="connsiteX4" fmla="*/ 2659018 w 5335078"/>
              <a:gd name="connsiteY4" fmla="*/ 2111741 h 2354800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5078" h="2354807">
                <a:moveTo>
                  <a:pt x="2659018" y="2111748"/>
                </a:moveTo>
                <a:cubicBezTo>
                  <a:pt x="1643714" y="1699082"/>
                  <a:pt x="419769" y="1884255"/>
                  <a:pt x="0" y="2040651"/>
                </a:cubicBezTo>
                <a:cubicBezTo>
                  <a:pt x="95392" y="1506223"/>
                  <a:pt x="860721" y="-3578"/>
                  <a:pt x="2660689" y="7"/>
                </a:cubicBezTo>
                <a:cubicBezTo>
                  <a:pt x="4460657" y="3592"/>
                  <a:pt x="5211709" y="1510238"/>
                  <a:pt x="5335078" y="2128170"/>
                </a:cubicBezTo>
                <a:cubicBezTo>
                  <a:pt x="4302438" y="2512830"/>
                  <a:pt x="3315656" y="2339170"/>
                  <a:pt x="2659018" y="2111748"/>
                </a:cubicBezTo>
                <a:close/>
              </a:path>
            </a:pathLst>
          </a:cu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6953581-152C-6D9E-013F-624D6BED6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8645" y="6387881"/>
            <a:ext cx="41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ABB4B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678D961-DE29-A9D4-7AC1-695606C3CD6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25394443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rounded corner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9550" y="212602"/>
            <a:ext cx="11772900" cy="6432673"/>
          </a:xfrm>
          <a:prstGeom prst="roundRect">
            <a:avLst>
              <a:gd name="adj" fmla="val 2092"/>
            </a:avLst>
          </a:prstGeo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6684473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87548-065A-2FD2-84C8-203BB1A6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BEA7441-A828-B046-2CD2-CF607127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2C426D2-7C57-9C3B-F590-3A3BA1F9749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78242752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6657-0D83-5855-DF19-95C81EA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37529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5E69F-50C0-1AAE-0AC4-C5D895EF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52558"/>
            <a:ext cx="10515600" cy="7821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CF9A-2D5A-BA6D-71A9-DDEBF05C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08AD-6785-9A40-B664-AC186F99CF3B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02ABFB-6F3B-6110-5720-080212808FD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SDR HUB OVERVIEW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8585F5B5-E53F-66CC-5BA2-B03414A946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4659493"/>
            <a:ext cx="4327233" cy="223837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600"/>
            </a:lvl1pPr>
          </a:lstStyle>
          <a:p>
            <a:r>
              <a:rPr lang="en-GB"/>
              <a:t>Name Surname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3772A83B-F776-ADB8-EA5E-158FAE3EC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40766" y="4659493"/>
            <a:ext cx="4327233" cy="22383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219198921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Circ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A039A5-CD3C-96B7-5B42-7CECE48C3501}"/>
              </a:ext>
            </a:extLst>
          </p:cNvPr>
          <p:cNvSpPr/>
          <p:nvPr userDrawn="1"/>
        </p:nvSpPr>
        <p:spPr>
          <a:xfrm>
            <a:off x="6069105" y="0"/>
            <a:ext cx="61228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E80DB9-8F03-6988-0C82-EEBDF59776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6924730" y="1393003"/>
            <a:ext cx="4429573" cy="4429573"/>
          </a:xfrm>
          <a:prstGeom prst="ellipse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D521898-D0B7-765A-5899-C6C171981F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00725" y="1392995"/>
            <a:ext cx="4301755" cy="1898717"/>
          </a:xfrm>
          <a:custGeom>
            <a:avLst/>
            <a:gdLst>
              <a:gd name="connsiteX0" fmla="*/ 0 w 5504933"/>
              <a:gd name="connsiteY0" fmla="*/ 2723253 h 5446506"/>
              <a:gd name="connsiteX1" fmla="*/ 2752467 w 5504933"/>
              <a:gd name="connsiteY1" fmla="*/ 0 h 5446506"/>
              <a:gd name="connsiteX2" fmla="*/ 5504934 w 5504933"/>
              <a:gd name="connsiteY2" fmla="*/ 2723253 h 5446506"/>
              <a:gd name="connsiteX3" fmla="*/ 2752467 w 5504933"/>
              <a:gd name="connsiteY3" fmla="*/ 5446506 h 5446506"/>
              <a:gd name="connsiteX4" fmla="*/ 0 w 5504933"/>
              <a:gd name="connsiteY4" fmla="*/ 2723253 h 5446506"/>
              <a:gd name="connsiteX0" fmla="*/ 1 w 5504935"/>
              <a:gd name="connsiteY0" fmla="*/ 2723253 h 3261472"/>
              <a:gd name="connsiteX1" fmla="*/ 2752468 w 5504935"/>
              <a:gd name="connsiteY1" fmla="*/ 0 h 3261472"/>
              <a:gd name="connsiteX2" fmla="*/ 5504935 w 5504935"/>
              <a:gd name="connsiteY2" fmla="*/ 2723253 h 3261472"/>
              <a:gd name="connsiteX3" fmla="*/ 2744447 w 5504935"/>
              <a:gd name="connsiteY3" fmla="*/ 2101727 h 3261472"/>
              <a:gd name="connsiteX4" fmla="*/ 1 w 5504935"/>
              <a:gd name="connsiteY4" fmla="*/ 2723253 h 3261472"/>
              <a:gd name="connsiteX0" fmla="*/ 1 w 5504935"/>
              <a:gd name="connsiteY0" fmla="*/ 2723253 h 3394950"/>
              <a:gd name="connsiteX1" fmla="*/ 2752468 w 5504935"/>
              <a:gd name="connsiteY1" fmla="*/ 0 h 3394950"/>
              <a:gd name="connsiteX2" fmla="*/ 5504935 w 5504935"/>
              <a:gd name="connsiteY2" fmla="*/ 2723253 h 3394950"/>
              <a:gd name="connsiteX3" fmla="*/ 2744447 w 5504935"/>
              <a:gd name="connsiteY3" fmla="*/ 2101727 h 3394950"/>
              <a:gd name="connsiteX4" fmla="*/ 1 w 5504935"/>
              <a:gd name="connsiteY4" fmla="*/ 2723253 h 3394950"/>
              <a:gd name="connsiteX0" fmla="*/ 1 w 5408683"/>
              <a:gd name="connsiteY0" fmla="*/ 2731595 h 2813873"/>
              <a:gd name="connsiteX1" fmla="*/ 2752468 w 5408683"/>
              <a:gd name="connsiteY1" fmla="*/ 8342 h 2813873"/>
              <a:gd name="connsiteX2" fmla="*/ 5408683 w 5408683"/>
              <a:gd name="connsiteY2" fmla="*/ 2154080 h 2813873"/>
              <a:gd name="connsiteX3" fmla="*/ 2744447 w 5408683"/>
              <a:gd name="connsiteY3" fmla="*/ 2110069 h 2813873"/>
              <a:gd name="connsiteX4" fmla="*/ 1 w 5408683"/>
              <a:gd name="connsiteY4" fmla="*/ 2731595 h 2813873"/>
              <a:gd name="connsiteX0" fmla="*/ 1 w 5408683"/>
              <a:gd name="connsiteY0" fmla="*/ 2731232 h 2813510"/>
              <a:gd name="connsiteX1" fmla="*/ 2752468 w 5408683"/>
              <a:gd name="connsiteY1" fmla="*/ 7979 h 2813510"/>
              <a:gd name="connsiteX2" fmla="*/ 5408683 w 5408683"/>
              <a:gd name="connsiteY2" fmla="*/ 2153717 h 2813510"/>
              <a:gd name="connsiteX3" fmla="*/ 2744447 w 5408683"/>
              <a:gd name="connsiteY3" fmla="*/ 2109706 h 2813510"/>
              <a:gd name="connsiteX4" fmla="*/ 1 w 5408683"/>
              <a:gd name="connsiteY4" fmla="*/ 2731232 h 2813510"/>
              <a:gd name="connsiteX0" fmla="*/ 1275 w 5409957"/>
              <a:gd name="connsiteY0" fmla="*/ 2731232 h 3563776"/>
              <a:gd name="connsiteX1" fmla="*/ 2753742 w 5409957"/>
              <a:gd name="connsiteY1" fmla="*/ 7979 h 3563776"/>
              <a:gd name="connsiteX2" fmla="*/ 5409957 w 5409957"/>
              <a:gd name="connsiteY2" fmla="*/ 2153717 h 3563776"/>
              <a:gd name="connsiteX3" fmla="*/ 2745721 w 5409957"/>
              <a:gd name="connsiteY3" fmla="*/ 2109706 h 3563776"/>
              <a:gd name="connsiteX4" fmla="*/ 1275 w 5409957"/>
              <a:gd name="connsiteY4" fmla="*/ 2731232 h 3563776"/>
              <a:gd name="connsiteX0" fmla="*/ 1275 w 5409957"/>
              <a:gd name="connsiteY0" fmla="*/ 2723569 h 3556113"/>
              <a:gd name="connsiteX1" fmla="*/ 2753742 w 5409957"/>
              <a:gd name="connsiteY1" fmla="*/ 316 h 3556113"/>
              <a:gd name="connsiteX2" fmla="*/ 5409957 w 5409957"/>
              <a:gd name="connsiteY2" fmla="*/ 2146054 h 3556113"/>
              <a:gd name="connsiteX3" fmla="*/ 2745721 w 5409957"/>
              <a:gd name="connsiteY3" fmla="*/ 2102043 h 3556113"/>
              <a:gd name="connsiteX4" fmla="*/ 1275 w 5409957"/>
              <a:gd name="connsiteY4" fmla="*/ 2723569 h 3556113"/>
              <a:gd name="connsiteX0" fmla="*/ 48773 w 5457455"/>
              <a:gd name="connsiteY0" fmla="*/ 2723333 h 2813832"/>
              <a:gd name="connsiteX1" fmla="*/ 2801240 w 5457455"/>
              <a:gd name="connsiteY1" fmla="*/ 80 h 2813832"/>
              <a:gd name="connsiteX2" fmla="*/ 5457455 w 5457455"/>
              <a:gd name="connsiteY2" fmla="*/ 2145818 h 2813832"/>
              <a:gd name="connsiteX3" fmla="*/ 2793219 w 5457455"/>
              <a:gd name="connsiteY3" fmla="*/ 2101807 h 2813832"/>
              <a:gd name="connsiteX4" fmla="*/ 1168627 w 5457455"/>
              <a:gd name="connsiteY4" fmla="*/ 1849597 h 2813832"/>
              <a:gd name="connsiteX5" fmla="*/ 48773 w 5457455"/>
              <a:gd name="connsiteY5" fmla="*/ 2723333 h 2813832"/>
              <a:gd name="connsiteX0" fmla="*/ 58447 w 5467129"/>
              <a:gd name="connsiteY0" fmla="*/ 2737061 h 2827560"/>
              <a:gd name="connsiteX1" fmla="*/ 440364 w 5467129"/>
              <a:gd name="connsiteY1" fmla="*/ 1309872 h 2827560"/>
              <a:gd name="connsiteX2" fmla="*/ 2810914 w 5467129"/>
              <a:gd name="connsiteY2" fmla="*/ 13808 h 2827560"/>
              <a:gd name="connsiteX3" fmla="*/ 5467129 w 5467129"/>
              <a:gd name="connsiteY3" fmla="*/ 2159546 h 2827560"/>
              <a:gd name="connsiteX4" fmla="*/ 2802893 w 5467129"/>
              <a:gd name="connsiteY4" fmla="*/ 2115535 h 2827560"/>
              <a:gd name="connsiteX5" fmla="*/ 1178301 w 5467129"/>
              <a:gd name="connsiteY5" fmla="*/ 1863325 h 2827560"/>
              <a:gd name="connsiteX6" fmla="*/ 58447 w 5467129"/>
              <a:gd name="connsiteY6" fmla="*/ 2737061 h 2827560"/>
              <a:gd name="connsiteX0" fmla="*/ 58447 w 5467129"/>
              <a:gd name="connsiteY0" fmla="*/ 2739880 h 2830379"/>
              <a:gd name="connsiteX1" fmla="*/ 440364 w 5467129"/>
              <a:gd name="connsiteY1" fmla="*/ 1312691 h 2830379"/>
              <a:gd name="connsiteX2" fmla="*/ 2810914 w 5467129"/>
              <a:gd name="connsiteY2" fmla="*/ 16627 h 2830379"/>
              <a:gd name="connsiteX3" fmla="*/ 5467129 w 5467129"/>
              <a:gd name="connsiteY3" fmla="*/ 2162365 h 2830379"/>
              <a:gd name="connsiteX4" fmla="*/ 2802893 w 5467129"/>
              <a:gd name="connsiteY4" fmla="*/ 2118354 h 2830379"/>
              <a:gd name="connsiteX5" fmla="*/ 1178301 w 5467129"/>
              <a:gd name="connsiteY5" fmla="*/ 1866144 h 2830379"/>
              <a:gd name="connsiteX6" fmla="*/ 58447 w 5467129"/>
              <a:gd name="connsiteY6" fmla="*/ 2739880 h 2830379"/>
              <a:gd name="connsiteX0" fmla="*/ 30708 w 5439390"/>
              <a:gd name="connsiteY0" fmla="*/ 2739880 h 2830379"/>
              <a:gd name="connsiteX1" fmla="*/ 412625 w 5439390"/>
              <a:gd name="connsiteY1" fmla="*/ 1312691 h 2830379"/>
              <a:gd name="connsiteX2" fmla="*/ 2783175 w 5439390"/>
              <a:gd name="connsiteY2" fmla="*/ 16627 h 2830379"/>
              <a:gd name="connsiteX3" fmla="*/ 5439390 w 5439390"/>
              <a:gd name="connsiteY3" fmla="*/ 2162365 h 2830379"/>
              <a:gd name="connsiteX4" fmla="*/ 2775154 w 5439390"/>
              <a:gd name="connsiteY4" fmla="*/ 2118354 h 2830379"/>
              <a:gd name="connsiteX5" fmla="*/ 1150562 w 5439390"/>
              <a:gd name="connsiteY5" fmla="*/ 1866144 h 2830379"/>
              <a:gd name="connsiteX6" fmla="*/ 30708 w 5439390"/>
              <a:gd name="connsiteY6" fmla="*/ 2739880 h 2830379"/>
              <a:gd name="connsiteX0" fmla="*/ 12386 w 5421068"/>
              <a:gd name="connsiteY0" fmla="*/ 2739880 h 2830379"/>
              <a:gd name="connsiteX1" fmla="*/ 394303 w 5421068"/>
              <a:gd name="connsiteY1" fmla="*/ 1312691 h 2830379"/>
              <a:gd name="connsiteX2" fmla="*/ 2764853 w 5421068"/>
              <a:gd name="connsiteY2" fmla="*/ 16627 h 2830379"/>
              <a:gd name="connsiteX3" fmla="*/ 5421068 w 5421068"/>
              <a:gd name="connsiteY3" fmla="*/ 2162365 h 2830379"/>
              <a:gd name="connsiteX4" fmla="*/ 2756832 w 5421068"/>
              <a:gd name="connsiteY4" fmla="*/ 2118354 h 2830379"/>
              <a:gd name="connsiteX5" fmla="*/ 1132240 w 5421068"/>
              <a:gd name="connsiteY5" fmla="*/ 1866144 h 2830379"/>
              <a:gd name="connsiteX6" fmla="*/ 12386 w 5421068"/>
              <a:gd name="connsiteY6" fmla="*/ 2739880 h 2830379"/>
              <a:gd name="connsiteX0" fmla="*/ 6354 w 5415036"/>
              <a:gd name="connsiteY0" fmla="*/ 2739880 h 2830379"/>
              <a:gd name="connsiteX1" fmla="*/ 388271 w 5415036"/>
              <a:gd name="connsiteY1" fmla="*/ 1312691 h 2830379"/>
              <a:gd name="connsiteX2" fmla="*/ 2758821 w 5415036"/>
              <a:gd name="connsiteY2" fmla="*/ 16627 h 2830379"/>
              <a:gd name="connsiteX3" fmla="*/ 5415036 w 5415036"/>
              <a:gd name="connsiteY3" fmla="*/ 2162365 h 2830379"/>
              <a:gd name="connsiteX4" fmla="*/ 2750800 w 5415036"/>
              <a:gd name="connsiteY4" fmla="*/ 2118354 h 2830379"/>
              <a:gd name="connsiteX5" fmla="*/ 1126208 w 5415036"/>
              <a:gd name="connsiteY5" fmla="*/ 1866144 h 2830379"/>
              <a:gd name="connsiteX6" fmla="*/ 652965 w 5415036"/>
              <a:gd name="connsiteY6" fmla="*/ 2106776 h 2830379"/>
              <a:gd name="connsiteX7" fmla="*/ 6354 w 5415036"/>
              <a:gd name="connsiteY7" fmla="*/ 2739880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568316 w 5330387"/>
              <a:gd name="connsiteY6" fmla="*/ 2106776 h 2830379"/>
              <a:gd name="connsiteX7" fmla="*/ 9937 w 5330387"/>
              <a:gd name="connsiteY7" fmla="*/ 2098196 h 2830379"/>
              <a:gd name="connsiteX0" fmla="*/ 9937 w 5330387"/>
              <a:gd name="connsiteY0" fmla="*/ 2098196 h 2830379"/>
              <a:gd name="connsiteX1" fmla="*/ 303622 w 5330387"/>
              <a:gd name="connsiteY1" fmla="*/ 1312691 h 2830379"/>
              <a:gd name="connsiteX2" fmla="*/ 2674172 w 5330387"/>
              <a:gd name="connsiteY2" fmla="*/ 16627 h 2830379"/>
              <a:gd name="connsiteX3" fmla="*/ 5330387 w 5330387"/>
              <a:gd name="connsiteY3" fmla="*/ 2162365 h 2830379"/>
              <a:gd name="connsiteX4" fmla="*/ 2666151 w 5330387"/>
              <a:gd name="connsiteY4" fmla="*/ 2118354 h 2830379"/>
              <a:gd name="connsiteX5" fmla="*/ 1041559 w 5330387"/>
              <a:gd name="connsiteY5" fmla="*/ 1866144 h 2830379"/>
              <a:gd name="connsiteX6" fmla="*/ 9937 w 5330387"/>
              <a:gd name="connsiteY6" fmla="*/ 2098196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41559 w 5330387"/>
              <a:gd name="connsiteY0" fmla="*/ 1866144 h 2830379"/>
              <a:gd name="connsiteX1" fmla="*/ 9937 w 5330387"/>
              <a:gd name="connsiteY1" fmla="*/ 2098196 h 2830379"/>
              <a:gd name="connsiteX2" fmla="*/ 303622 w 5330387"/>
              <a:gd name="connsiteY2" fmla="*/ 1312691 h 2830379"/>
              <a:gd name="connsiteX3" fmla="*/ 2674172 w 5330387"/>
              <a:gd name="connsiteY3" fmla="*/ 16627 h 2830379"/>
              <a:gd name="connsiteX4" fmla="*/ 5330387 w 5330387"/>
              <a:gd name="connsiteY4" fmla="*/ 2162365 h 2830379"/>
              <a:gd name="connsiteX5" fmla="*/ 2666151 w 5330387"/>
              <a:gd name="connsiteY5" fmla="*/ 2118354 h 2830379"/>
              <a:gd name="connsiteX6" fmla="*/ 1132999 w 5330387"/>
              <a:gd name="connsiteY6" fmla="*/ 1957584 h 2830379"/>
              <a:gd name="connsiteX0" fmla="*/ 1031622 w 5320450"/>
              <a:gd name="connsiteY0" fmla="*/ 1866144 h 2830379"/>
              <a:gd name="connsiteX1" fmla="*/ 0 w 5320450"/>
              <a:gd name="connsiteY1" fmla="*/ 2098196 h 2830379"/>
              <a:gd name="connsiteX2" fmla="*/ 293685 w 5320450"/>
              <a:gd name="connsiteY2" fmla="*/ 1312691 h 2830379"/>
              <a:gd name="connsiteX3" fmla="*/ 2664235 w 5320450"/>
              <a:gd name="connsiteY3" fmla="*/ 16627 h 2830379"/>
              <a:gd name="connsiteX4" fmla="*/ 5320450 w 5320450"/>
              <a:gd name="connsiteY4" fmla="*/ 2162365 h 2830379"/>
              <a:gd name="connsiteX5" fmla="*/ 2656214 w 5320450"/>
              <a:gd name="connsiteY5" fmla="*/ 2118354 h 2830379"/>
              <a:gd name="connsiteX6" fmla="*/ 1123062 w 5320450"/>
              <a:gd name="connsiteY6" fmla="*/ 1957584 h 2830379"/>
              <a:gd name="connsiteX0" fmla="*/ 1052642 w 5341470"/>
              <a:gd name="connsiteY0" fmla="*/ 1866144 h 2830379"/>
              <a:gd name="connsiteX1" fmla="*/ 0 w 5341470"/>
              <a:gd name="connsiteY1" fmla="*/ 2050900 h 2830379"/>
              <a:gd name="connsiteX2" fmla="*/ 314705 w 5341470"/>
              <a:gd name="connsiteY2" fmla="*/ 1312691 h 2830379"/>
              <a:gd name="connsiteX3" fmla="*/ 2685255 w 5341470"/>
              <a:gd name="connsiteY3" fmla="*/ 16627 h 2830379"/>
              <a:gd name="connsiteX4" fmla="*/ 5341470 w 5341470"/>
              <a:gd name="connsiteY4" fmla="*/ 2162365 h 2830379"/>
              <a:gd name="connsiteX5" fmla="*/ 2677234 w 5341470"/>
              <a:gd name="connsiteY5" fmla="*/ 2118354 h 2830379"/>
              <a:gd name="connsiteX6" fmla="*/ 1144082 w 5341470"/>
              <a:gd name="connsiteY6" fmla="*/ 1957584 h 2830379"/>
              <a:gd name="connsiteX0" fmla="*/ 1052642 w 5341470"/>
              <a:gd name="connsiteY0" fmla="*/ 1895407 h 2859642"/>
              <a:gd name="connsiteX1" fmla="*/ 0 w 5341470"/>
              <a:gd name="connsiteY1" fmla="*/ 2080163 h 2859642"/>
              <a:gd name="connsiteX2" fmla="*/ 584289 w 5341470"/>
              <a:gd name="connsiteY2" fmla="*/ 981294 h 2859642"/>
              <a:gd name="connsiteX3" fmla="*/ 2685255 w 5341470"/>
              <a:gd name="connsiteY3" fmla="*/ 45890 h 2859642"/>
              <a:gd name="connsiteX4" fmla="*/ 5341470 w 5341470"/>
              <a:gd name="connsiteY4" fmla="*/ 2191628 h 2859642"/>
              <a:gd name="connsiteX5" fmla="*/ 2677234 w 5341470"/>
              <a:gd name="connsiteY5" fmla="*/ 2147617 h 2859642"/>
              <a:gd name="connsiteX6" fmla="*/ 1144082 w 5341470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95407 h 2859642"/>
              <a:gd name="connsiteX1" fmla="*/ 0 w 5323254"/>
              <a:gd name="connsiteY1" fmla="*/ 2076520 h 2859642"/>
              <a:gd name="connsiteX2" fmla="*/ 566073 w 5323254"/>
              <a:gd name="connsiteY2" fmla="*/ 981294 h 2859642"/>
              <a:gd name="connsiteX3" fmla="*/ 2667039 w 5323254"/>
              <a:gd name="connsiteY3" fmla="*/ 45890 h 2859642"/>
              <a:gd name="connsiteX4" fmla="*/ 5323254 w 5323254"/>
              <a:gd name="connsiteY4" fmla="*/ 2191628 h 2859642"/>
              <a:gd name="connsiteX5" fmla="*/ 2659018 w 5323254"/>
              <a:gd name="connsiteY5" fmla="*/ 2147617 h 2859642"/>
              <a:gd name="connsiteX6" fmla="*/ 1125866 w 5323254"/>
              <a:gd name="connsiteY6" fmla="*/ 1986847 h 2859642"/>
              <a:gd name="connsiteX0" fmla="*/ 1034426 w 5323254"/>
              <a:gd name="connsiteY0" fmla="*/ 1884910 h 2849145"/>
              <a:gd name="connsiteX1" fmla="*/ 0 w 5323254"/>
              <a:gd name="connsiteY1" fmla="*/ 2066023 h 2849145"/>
              <a:gd name="connsiteX2" fmla="*/ 566073 w 5323254"/>
              <a:gd name="connsiteY2" fmla="*/ 970797 h 2849145"/>
              <a:gd name="connsiteX3" fmla="*/ 2667039 w 5323254"/>
              <a:gd name="connsiteY3" fmla="*/ 35393 h 2849145"/>
              <a:gd name="connsiteX4" fmla="*/ 5323254 w 5323254"/>
              <a:gd name="connsiteY4" fmla="*/ 2181131 h 2849145"/>
              <a:gd name="connsiteX5" fmla="*/ 2659018 w 5323254"/>
              <a:gd name="connsiteY5" fmla="*/ 2137120 h 2849145"/>
              <a:gd name="connsiteX6" fmla="*/ 1125866 w 5323254"/>
              <a:gd name="connsiteY6" fmla="*/ 1976350 h 2849145"/>
              <a:gd name="connsiteX0" fmla="*/ 1034426 w 5323254"/>
              <a:gd name="connsiteY0" fmla="*/ 1850327 h 2814562"/>
              <a:gd name="connsiteX1" fmla="*/ 0 w 5323254"/>
              <a:gd name="connsiteY1" fmla="*/ 2031440 h 2814562"/>
              <a:gd name="connsiteX2" fmla="*/ 566073 w 5323254"/>
              <a:gd name="connsiteY2" fmla="*/ 936214 h 2814562"/>
              <a:gd name="connsiteX3" fmla="*/ 2667039 w 5323254"/>
              <a:gd name="connsiteY3" fmla="*/ 810 h 2814562"/>
              <a:gd name="connsiteX4" fmla="*/ 5323254 w 5323254"/>
              <a:gd name="connsiteY4" fmla="*/ 2146548 h 2814562"/>
              <a:gd name="connsiteX5" fmla="*/ 2659018 w 5323254"/>
              <a:gd name="connsiteY5" fmla="*/ 2102537 h 2814562"/>
              <a:gd name="connsiteX6" fmla="*/ 1125866 w 5323254"/>
              <a:gd name="connsiteY6" fmla="*/ 1941767 h 2814562"/>
              <a:gd name="connsiteX0" fmla="*/ 1034426 w 5323254"/>
              <a:gd name="connsiteY0" fmla="*/ 1870005 h 2834240"/>
              <a:gd name="connsiteX1" fmla="*/ 0 w 5323254"/>
              <a:gd name="connsiteY1" fmla="*/ 2051118 h 2834240"/>
              <a:gd name="connsiteX2" fmla="*/ 566073 w 5323254"/>
              <a:gd name="connsiteY2" fmla="*/ 955892 h 2834240"/>
              <a:gd name="connsiteX3" fmla="*/ 2667039 w 5323254"/>
              <a:gd name="connsiteY3" fmla="*/ 781 h 2834240"/>
              <a:gd name="connsiteX4" fmla="*/ 5323254 w 5323254"/>
              <a:gd name="connsiteY4" fmla="*/ 2166226 h 2834240"/>
              <a:gd name="connsiteX5" fmla="*/ 2659018 w 5323254"/>
              <a:gd name="connsiteY5" fmla="*/ 2122215 h 2834240"/>
              <a:gd name="connsiteX6" fmla="*/ 1125866 w 5323254"/>
              <a:gd name="connsiteY6" fmla="*/ 1961445 h 2834240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833513"/>
              <a:gd name="connsiteX1" fmla="*/ 0 w 5323254"/>
              <a:gd name="connsiteY1" fmla="*/ 2050391 h 2833513"/>
              <a:gd name="connsiteX2" fmla="*/ 566073 w 5323254"/>
              <a:gd name="connsiteY2" fmla="*/ 955165 h 2833513"/>
              <a:gd name="connsiteX3" fmla="*/ 2667039 w 5323254"/>
              <a:gd name="connsiteY3" fmla="*/ 54 h 2833513"/>
              <a:gd name="connsiteX4" fmla="*/ 5323254 w 5323254"/>
              <a:gd name="connsiteY4" fmla="*/ 2165499 h 2833513"/>
              <a:gd name="connsiteX5" fmla="*/ 2659018 w 5323254"/>
              <a:gd name="connsiteY5" fmla="*/ 2121488 h 2833513"/>
              <a:gd name="connsiteX6" fmla="*/ 1125866 w 5323254"/>
              <a:gd name="connsiteY6" fmla="*/ 1960718 h 2833513"/>
              <a:gd name="connsiteX0" fmla="*/ 1034426 w 5323254"/>
              <a:gd name="connsiteY0" fmla="*/ 1869278 h 2378075"/>
              <a:gd name="connsiteX1" fmla="*/ 0 w 5323254"/>
              <a:gd name="connsiteY1" fmla="*/ 2050391 h 2378075"/>
              <a:gd name="connsiteX2" fmla="*/ 566073 w 5323254"/>
              <a:gd name="connsiteY2" fmla="*/ 955165 h 2378075"/>
              <a:gd name="connsiteX3" fmla="*/ 2667039 w 5323254"/>
              <a:gd name="connsiteY3" fmla="*/ 54 h 2378075"/>
              <a:gd name="connsiteX4" fmla="*/ 5323254 w 5323254"/>
              <a:gd name="connsiteY4" fmla="*/ 2165499 h 2378075"/>
              <a:gd name="connsiteX5" fmla="*/ 2659018 w 5323254"/>
              <a:gd name="connsiteY5" fmla="*/ 2121488 h 2378075"/>
              <a:gd name="connsiteX6" fmla="*/ 1125866 w 5323254"/>
              <a:gd name="connsiteY6" fmla="*/ 1960718 h 2378075"/>
              <a:gd name="connsiteX0" fmla="*/ 1034426 w 5335078"/>
              <a:gd name="connsiteY0" fmla="*/ 1902587 h 2386535"/>
              <a:gd name="connsiteX1" fmla="*/ 0 w 5335078"/>
              <a:gd name="connsiteY1" fmla="*/ 2083700 h 2386535"/>
              <a:gd name="connsiteX2" fmla="*/ 566073 w 5335078"/>
              <a:gd name="connsiteY2" fmla="*/ 988474 h 2386535"/>
              <a:gd name="connsiteX3" fmla="*/ 2667039 w 5335078"/>
              <a:gd name="connsiteY3" fmla="*/ 33363 h 2386535"/>
              <a:gd name="connsiteX4" fmla="*/ 5335078 w 5335078"/>
              <a:gd name="connsiteY4" fmla="*/ 2171219 h 2386535"/>
              <a:gd name="connsiteX5" fmla="*/ 2659018 w 5335078"/>
              <a:gd name="connsiteY5" fmla="*/ 2154797 h 2386535"/>
              <a:gd name="connsiteX6" fmla="*/ 1125866 w 5335078"/>
              <a:gd name="connsiteY6" fmla="*/ 1994027 h 2386535"/>
              <a:gd name="connsiteX0" fmla="*/ 1034426 w 5335078"/>
              <a:gd name="connsiteY0" fmla="*/ 1902587 h 2430925"/>
              <a:gd name="connsiteX1" fmla="*/ 0 w 5335078"/>
              <a:gd name="connsiteY1" fmla="*/ 2083700 h 2430925"/>
              <a:gd name="connsiteX2" fmla="*/ 566073 w 5335078"/>
              <a:gd name="connsiteY2" fmla="*/ 988474 h 2430925"/>
              <a:gd name="connsiteX3" fmla="*/ 2667039 w 5335078"/>
              <a:gd name="connsiteY3" fmla="*/ 33363 h 2430925"/>
              <a:gd name="connsiteX4" fmla="*/ 5335078 w 5335078"/>
              <a:gd name="connsiteY4" fmla="*/ 2171219 h 2430925"/>
              <a:gd name="connsiteX5" fmla="*/ 2659018 w 5335078"/>
              <a:gd name="connsiteY5" fmla="*/ 2154797 h 2430925"/>
              <a:gd name="connsiteX6" fmla="*/ 1125866 w 5335078"/>
              <a:gd name="connsiteY6" fmla="*/ 1994027 h 2430925"/>
              <a:gd name="connsiteX0" fmla="*/ 1034426 w 5335078"/>
              <a:gd name="connsiteY0" fmla="*/ 1902587 h 2424228"/>
              <a:gd name="connsiteX1" fmla="*/ 0 w 5335078"/>
              <a:gd name="connsiteY1" fmla="*/ 2083700 h 2424228"/>
              <a:gd name="connsiteX2" fmla="*/ 566073 w 5335078"/>
              <a:gd name="connsiteY2" fmla="*/ 988474 h 2424228"/>
              <a:gd name="connsiteX3" fmla="*/ 2667039 w 5335078"/>
              <a:gd name="connsiteY3" fmla="*/ 33363 h 2424228"/>
              <a:gd name="connsiteX4" fmla="*/ 5335078 w 5335078"/>
              <a:gd name="connsiteY4" fmla="*/ 2171219 h 2424228"/>
              <a:gd name="connsiteX5" fmla="*/ 2659018 w 5335078"/>
              <a:gd name="connsiteY5" fmla="*/ 2154797 h 2424228"/>
              <a:gd name="connsiteX6" fmla="*/ 1125866 w 5335078"/>
              <a:gd name="connsiteY6" fmla="*/ 1994027 h 2424228"/>
              <a:gd name="connsiteX0" fmla="*/ 1034426 w 5335078"/>
              <a:gd name="connsiteY0" fmla="*/ 1902587 h 2391766"/>
              <a:gd name="connsiteX1" fmla="*/ 0 w 5335078"/>
              <a:gd name="connsiteY1" fmla="*/ 2083700 h 2391766"/>
              <a:gd name="connsiteX2" fmla="*/ 566073 w 5335078"/>
              <a:gd name="connsiteY2" fmla="*/ 988474 h 2391766"/>
              <a:gd name="connsiteX3" fmla="*/ 2667039 w 5335078"/>
              <a:gd name="connsiteY3" fmla="*/ 33363 h 2391766"/>
              <a:gd name="connsiteX4" fmla="*/ 5335078 w 5335078"/>
              <a:gd name="connsiteY4" fmla="*/ 2171219 h 2391766"/>
              <a:gd name="connsiteX5" fmla="*/ 2659018 w 5335078"/>
              <a:gd name="connsiteY5" fmla="*/ 2154797 h 2391766"/>
              <a:gd name="connsiteX6" fmla="*/ 1125866 w 5335078"/>
              <a:gd name="connsiteY6" fmla="*/ 1994027 h 2391766"/>
              <a:gd name="connsiteX0" fmla="*/ 1034426 w 5335078"/>
              <a:gd name="connsiteY0" fmla="*/ 1902587 h 2378193"/>
              <a:gd name="connsiteX1" fmla="*/ 0 w 5335078"/>
              <a:gd name="connsiteY1" fmla="*/ 2083700 h 2378193"/>
              <a:gd name="connsiteX2" fmla="*/ 566073 w 5335078"/>
              <a:gd name="connsiteY2" fmla="*/ 988474 h 2378193"/>
              <a:gd name="connsiteX3" fmla="*/ 2667039 w 5335078"/>
              <a:gd name="connsiteY3" fmla="*/ 33363 h 2378193"/>
              <a:gd name="connsiteX4" fmla="*/ 5335078 w 5335078"/>
              <a:gd name="connsiteY4" fmla="*/ 2171219 h 2378193"/>
              <a:gd name="connsiteX5" fmla="*/ 2659018 w 5335078"/>
              <a:gd name="connsiteY5" fmla="*/ 2154797 h 2378193"/>
              <a:gd name="connsiteX6" fmla="*/ 1125866 w 5335078"/>
              <a:gd name="connsiteY6" fmla="*/ 1994027 h 2378193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1034426 w 5335078"/>
              <a:gd name="connsiteY0" fmla="*/ 190258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7" fmla="*/ 1034426 w 5335078"/>
              <a:gd name="connsiteY7" fmla="*/ 1902587 h 2377034"/>
              <a:gd name="connsiteX0" fmla="*/ 1125866 w 5335078"/>
              <a:gd name="connsiteY0" fmla="*/ 1994027 h 2377034"/>
              <a:gd name="connsiteX1" fmla="*/ 0 w 5335078"/>
              <a:gd name="connsiteY1" fmla="*/ 2083700 h 2377034"/>
              <a:gd name="connsiteX2" fmla="*/ 566073 w 5335078"/>
              <a:gd name="connsiteY2" fmla="*/ 988474 h 2377034"/>
              <a:gd name="connsiteX3" fmla="*/ 2667039 w 5335078"/>
              <a:gd name="connsiteY3" fmla="*/ 33363 h 2377034"/>
              <a:gd name="connsiteX4" fmla="*/ 5335078 w 5335078"/>
              <a:gd name="connsiteY4" fmla="*/ 2171219 h 2377034"/>
              <a:gd name="connsiteX5" fmla="*/ 2659018 w 5335078"/>
              <a:gd name="connsiteY5" fmla="*/ 2154797 h 2377034"/>
              <a:gd name="connsiteX6" fmla="*/ 1125866 w 5335078"/>
              <a:gd name="connsiteY6" fmla="*/ 1994027 h 2377034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35919"/>
              <a:gd name="connsiteX1" fmla="*/ 0 w 5335078"/>
              <a:gd name="connsiteY1" fmla="*/ 2083700 h 2335919"/>
              <a:gd name="connsiteX2" fmla="*/ 566073 w 5335078"/>
              <a:gd name="connsiteY2" fmla="*/ 988474 h 2335919"/>
              <a:gd name="connsiteX3" fmla="*/ 2667039 w 5335078"/>
              <a:gd name="connsiteY3" fmla="*/ 33363 h 2335919"/>
              <a:gd name="connsiteX4" fmla="*/ 5335078 w 5335078"/>
              <a:gd name="connsiteY4" fmla="*/ 2171219 h 2335919"/>
              <a:gd name="connsiteX5" fmla="*/ 2659018 w 5335078"/>
              <a:gd name="connsiteY5" fmla="*/ 2154797 h 2335919"/>
              <a:gd name="connsiteX0" fmla="*/ 2659018 w 5335078"/>
              <a:gd name="connsiteY0" fmla="*/ 2154797 h 2392890"/>
              <a:gd name="connsiteX1" fmla="*/ 0 w 5335078"/>
              <a:gd name="connsiteY1" fmla="*/ 2083700 h 2392890"/>
              <a:gd name="connsiteX2" fmla="*/ 566073 w 5335078"/>
              <a:gd name="connsiteY2" fmla="*/ 988474 h 2392890"/>
              <a:gd name="connsiteX3" fmla="*/ 2667039 w 5335078"/>
              <a:gd name="connsiteY3" fmla="*/ 33363 h 2392890"/>
              <a:gd name="connsiteX4" fmla="*/ 5335078 w 5335078"/>
              <a:gd name="connsiteY4" fmla="*/ 2171219 h 2392890"/>
              <a:gd name="connsiteX5" fmla="*/ 2659018 w 5335078"/>
              <a:gd name="connsiteY5" fmla="*/ 2154797 h 2392890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54797 h 2397856"/>
              <a:gd name="connsiteX1" fmla="*/ 0 w 5335078"/>
              <a:gd name="connsiteY1" fmla="*/ 2083700 h 2397856"/>
              <a:gd name="connsiteX2" fmla="*/ 566073 w 5335078"/>
              <a:gd name="connsiteY2" fmla="*/ 988474 h 2397856"/>
              <a:gd name="connsiteX3" fmla="*/ 2667039 w 5335078"/>
              <a:gd name="connsiteY3" fmla="*/ 33363 h 2397856"/>
              <a:gd name="connsiteX4" fmla="*/ 5335078 w 5335078"/>
              <a:gd name="connsiteY4" fmla="*/ 2171219 h 2397856"/>
              <a:gd name="connsiteX5" fmla="*/ 2659018 w 5335078"/>
              <a:gd name="connsiteY5" fmla="*/ 2154797 h 2397856"/>
              <a:gd name="connsiteX0" fmla="*/ 2659018 w 5335078"/>
              <a:gd name="connsiteY0" fmla="*/ 2121527 h 2364586"/>
              <a:gd name="connsiteX1" fmla="*/ 0 w 5335078"/>
              <a:gd name="connsiteY1" fmla="*/ 2050430 h 2364586"/>
              <a:gd name="connsiteX2" fmla="*/ 2667039 w 5335078"/>
              <a:gd name="connsiteY2" fmla="*/ 93 h 2364586"/>
              <a:gd name="connsiteX3" fmla="*/ 5335078 w 5335078"/>
              <a:gd name="connsiteY3" fmla="*/ 2137949 h 2364586"/>
              <a:gd name="connsiteX4" fmla="*/ 2659018 w 5335078"/>
              <a:gd name="connsiteY4" fmla="*/ 2121527 h 2364586"/>
              <a:gd name="connsiteX0" fmla="*/ 2659018 w 5335078"/>
              <a:gd name="connsiteY0" fmla="*/ 2126514 h 2369573"/>
              <a:gd name="connsiteX1" fmla="*/ 0 w 5335078"/>
              <a:gd name="connsiteY1" fmla="*/ 2055417 h 2369573"/>
              <a:gd name="connsiteX2" fmla="*/ 2667039 w 5335078"/>
              <a:gd name="connsiteY2" fmla="*/ 5080 h 2369573"/>
              <a:gd name="connsiteX3" fmla="*/ 5335078 w 5335078"/>
              <a:gd name="connsiteY3" fmla="*/ 2142936 h 2369573"/>
              <a:gd name="connsiteX4" fmla="*/ 2659018 w 5335078"/>
              <a:gd name="connsiteY4" fmla="*/ 2126514 h 2369573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2073 h 2365132"/>
              <a:gd name="connsiteX1" fmla="*/ 0 w 5335078"/>
              <a:gd name="connsiteY1" fmla="*/ 2050976 h 2365132"/>
              <a:gd name="connsiteX2" fmla="*/ 2667039 w 5335078"/>
              <a:gd name="connsiteY2" fmla="*/ 639 h 2365132"/>
              <a:gd name="connsiteX3" fmla="*/ 5335078 w 5335078"/>
              <a:gd name="connsiteY3" fmla="*/ 2138495 h 2365132"/>
              <a:gd name="connsiteX4" fmla="*/ 2659018 w 5335078"/>
              <a:gd name="connsiteY4" fmla="*/ 2122073 h 2365132"/>
              <a:gd name="connsiteX0" fmla="*/ 2659018 w 5335078"/>
              <a:gd name="connsiteY0" fmla="*/ 2121753 h 2364812"/>
              <a:gd name="connsiteX1" fmla="*/ 0 w 5335078"/>
              <a:gd name="connsiteY1" fmla="*/ 2050656 h 2364812"/>
              <a:gd name="connsiteX2" fmla="*/ 2667039 w 5335078"/>
              <a:gd name="connsiteY2" fmla="*/ 319 h 2364812"/>
              <a:gd name="connsiteX3" fmla="*/ 5335078 w 5335078"/>
              <a:gd name="connsiteY3" fmla="*/ 2138175 h 2364812"/>
              <a:gd name="connsiteX4" fmla="*/ 2659018 w 5335078"/>
              <a:gd name="connsiteY4" fmla="*/ 2121753 h 2364812"/>
              <a:gd name="connsiteX0" fmla="*/ 2659018 w 5335078"/>
              <a:gd name="connsiteY0" fmla="*/ 2121721 h 2364780"/>
              <a:gd name="connsiteX1" fmla="*/ 0 w 5335078"/>
              <a:gd name="connsiteY1" fmla="*/ 2050624 h 2364780"/>
              <a:gd name="connsiteX2" fmla="*/ 2667039 w 5335078"/>
              <a:gd name="connsiteY2" fmla="*/ 287 h 2364780"/>
              <a:gd name="connsiteX3" fmla="*/ 5335078 w 5335078"/>
              <a:gd name="connsiteY3" fmla="*/ 2138143 h 2364780"/>
              <a:gd name="connsiteX4" fmla="*/ 2659018 w 5335078"/>
              <a:gd name="connsiteY4" fmla="*/ 2121721 h 2364780"/>
              <a:gd name="connsiteX0" fmla="*/ 2659018 w 5335078"/>
              <a:gd name="connsiteY0" fmla="*/ 2121435 h 2364494"/>
              <a:gd name="connsiteX1" fmla="*/ 0 w 5335078"/>
              <a:gd name="connsiteY1" fmla="*/ 2050338 h 2364494"/>
              <a:gd name="connsiteX2" fmla="*/ 2667039 w 5335078"/>
              <a:gd name="connsiteY2" fmla="*/ 1 h 2364494"/>
              <a:gd name="connsiteX3" fmla="*/ 5335078 w 5335078"/>
              <a:gd name="connsiteY3" fmla="*/ 2137857 h 2364494"/>
              <a:gd name="connsiteX4" fmla="*/ 2659018 w 5335078"/>
              <a:gd name="connsiteY4" fmla="*/ 2121435 h 2364494"/>
              <a:gd name="connsiteX0" fmla="*/ 2659018 w 5335078"/>
              <a:gd name="connsiteY0" fmla="*/ 2127784 h 2370843"/>
              <a:gd name="connsiteX1" fmla="*/ 0 w 5335078"/>
              <a:gd name="connsiteY1" fmla="*/ 2056687 h 2370843"/>
              <a:gd name="connsiteX2" fmla="*/ 2660689 w 5335078"/>
              <a:gd name="connsiteY2" fmla="*/ 0 h 2370843"/>
              <a:gd name="connsiteX3" fmla="*/ 5335078 w 5335078"/>
              <a:gd name="connsiteY3" fmla="*/ 2144206 h 2370843"/>
              <a:gd name="connsiteX4" fmla="*/ 2659018 w 5335078"/>
              <a:gd name="connsiteY4" fmla="*/ 2127784 h 2370843"/>
              <a:gd name="connsiteX0" fmla="*/ 2659018 w 5335078"/>
              <a:gd name="connsiteY0" fmla="*/ 2108534 h 2351593"/>
              <a:gd name="connsiteX1" fmla="*/ 0 w 5335078"/>
              <a:gd name="connsiteY1" fmla="*/ 2037437 h 2351593"/>
              <a:gd name="connsiteX2" fmla="*/ 2660689 w 5335078"/>
              <a:gd name="connsiteY2" fmla="*/ 1 h 2351593"/>
              <a:gd name="connsiteX3" fmla="*/ 5335078 w 5335078"/>
              <a:gd name="connsiteY3" fmla="*/ 2124956 h 2351593"/>
              <a:gd name="connsiteX4" fmla="*/ 2659018 w 5335078"/>
              <a:gd name="connsiteY4" fmla="*/ 2108534 h 2351593"/>
              <a:gd name="connsiteX0" fmla="*/ 2659018 w 5335078"/>
              <a:gd name="connsiteY0" fmla="*/ 2111741 h 2354800"/>
              <a:gd name="connsiteX1" fmla="*/ 0 w 5335078"/>
              <a:gd name="connsiteY1" fmla="*/ 2040644 h 2354800"/>
              <a:gd name="connsiteX2" fmla="*/ 2660689 w 5335078"/>
              <a:gd name="connsiteY2" fmla="*/ 0 h 2354800"/>
              <a:gd name="connsiteX3" fmla="*/ 5335078 w 5335078"/>
              <a:gd name="connsiteY3" fmla="*/ 2128163 h 2354800"/>
              <a:gd name="connsiteX4" fmla="*/ 2659018 w 5335078"/>
              <a:gd name="connsiteY4" fmla="*/ 2111741 h 2354800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  <a:gd name="connsiteX0" fmla="*/ 2659018 w 5335078"/>
              <a:gd name="connsiteY0" fmla="*/ 2111748 h 2354807"/>
              <a:gd name="connsiteX1" fmla="*/ 0 w 5335078"/>
              <a:gd name="connsiteY1" fmla="*/ 2040651 h 2354807"/>
              <a:gd name="connsiteX2" fmla="*/ 2660689 w 5335078"/>
              <a:gd name="connsiteY2" fmla="*/ 7 h 2354807"/>
              <a:gd name="connsiteX3" fmla="*/ 5335078 w 5335078"/>
              <a:gd name="connsiteY3" fmla="*/ 2128170 h 2354807"/>
              <a:gd name="connsiteX4" fmla="*/ 2659018 w 5335078"/>
              <a:gd name="connsiteY4" fmla="*/ 2111748 h 235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5078" h="2354807">
                <a:moveTo>
                  <a:pt x="2659018" y="2111748"/>
                </a:moveTo>
                <a:cubicBezTo>
                  <a:pt x="1643714" y="1699082"/>
                  <a:pt x="419769" y="1884255"/>
                  <a:pt x="0" y="2040651"/>
                </a:cubicBezTo>
                <a:cubicBezTo>
                  <a:pt x="95392" y="1506223"/>
                  <a:pt x="860721" y="-3578"/>
                  <a:pt x="2660689" y="7"/>
                </a:cubicBezTo>
                <a:cubicBezTo>
                  <a:pt x="4460657" y="3592"/>
                  <a:pt x="5211709" y="1510238"/>
                  <a:pt x="5335078" y="2128170"/>
                </a:cubicBezTo>
                <a:cubicBezTo>
                  <a:pt x="4302438" y="2512830"/>
                  <a:pt x="3315656" y="2339170"/>
                  <a:pt x="2659018" y="2111748"/>
                </a:cubicBez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Add image or colour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ECB0A80-1B0E-170D-E80A-84919FB912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3D167C-9875-FA01-F0EE-48A389E8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645" y="6387881"/>
            <a:ext cx="418837" cy="365125"/>
          </a:xfrm>
        </p:spPr>
        <p:txBody>
          <a:bodyPr/>
          <a:lstStyle>
            <a:lvl1pPr>
              <a:defRPr sz="1050">
                <a:solidFill>
                  <a:schemeClr val="accent1"/>
                </a:solidFill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4736FBD-C735-A3EB-79E8-81370B63D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093" y="2002420"/>
            <a:ext cx="3888973" cy="15857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0213EADD-CAB9-DEAA-F13C-E0B9559E8F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1094" y="4450181"/>
            <a:ext cx="3888973" cy="1937700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Add more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18052ED-4900-6F39-B939-C2128A1BC8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094" y="1617994"/>
            <a:ext cx="3888972" cy="295275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050" spc="18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050" spc="180" baseline="0"/>
            </a:lvl2pPr>
            <a:lvl3pPr marL="914400" indent="0">
              <a:buFont typeface="Arial" panose="020B0604020202020204" pitchFamily="34" charset="0"/>
              <a:buNone/>
              <a:defRPr sz="1050" spc="180" baseline="0"/>
            </a:lvl3pPr>
            <a:lvl4pPr marL="1371600" indent="0">
              <a:buFont typeface="Arial" panose="020B0604020202020204" pitchFamily="34" charset="0"/>
              <a:buNone/>
              <a:defRPr sz="1050" spc="180" baseline="0"/>
            </a:lvl4pPr>
            <a:lvl5pPr marL="1828800" indent="0">
              <a:buFont typeface="Arial" panose="020B0604020202020204" pitchFamily="34" charset="0"/>
              <a:buNone/>
              <a:defRPr sz="1050" spc="18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E5241F3-02DA-7DC4-A3FE-66BFE75A92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SDR HUB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55D7E-B700-5553-B21F-746436B41A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0629" y="2002420"/>
            <a:ext cx="2805403" cy="83408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319493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7.sv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7.sv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image" Target="../media/image9.svg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image" Target="../media/image8.png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image" Target="../media/image11.svg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theme" Target="../theme/theme4.xml"/><Relationship Id="rId30" Type="http://schemas.openxmlformats.org/officeDocument/2006/relationships/image" Target="../media/image10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29" Type="http://schemas.openxmlformats.org/officeDocument/2006/relationships/image" Target="../media/image9.svg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image" Target="../media/image8.png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31" Type="http://schemas.openxmlformats.org/officeDocument/2006/relationships/image" Target="../media/image11.sv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theme" Target="../theme/theme5.xml"/><Relationship Id="rId30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E54E82E-502B-5243-8899-4AA4E375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703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A1A8819-1A5B-234A-A9C4-E1D6F524C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0330"/>
            <a:ext cx="10515600" cy="4455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Double tab to add title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9CAF13F-FCA9-BC4B-98D3-C20C377A929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21976" y="328548"/>
            <a:ext cx="492754" cy="62242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6B2EBC-3A69-C540-9003-318EF234BB2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795760" y="5282767"/>
            <a:ext cx="377952" cy="1547801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14DD6A20-0222-3B4A-ABFF-E1585F3E292A}"/>
              </a:ext>
            </a:extLst>
          </p:cNvPr>
          <p:cNvSpPr/>
          <p:nvPr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5C8825-CED4-A74F-A778-521E93C11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2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C60EEA-386F-CF46-AD72-4C68EEF43BD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21976" y="328548"/>
            <a:ext cx="492754" cy="62242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234DDC0-CA63-EB46-A525-461382A5EBE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795760" y="5282767"/>
            <a:ext cx="377952" cy="1547801"/>
          </a:xfrm>
          <a:prstGeom prst="rect">
            <a:avLst/>
          </a:prstGeom>
        </p:spPr>
      </p:pic>
      <p:sp>
        <p:nvSpPr>
          <p:cNvPr id="12" name="Rechthoek 11">
            <a:extLst>
              <a:ext uri="{FF2B5EF4-FFF2-40B4-BE49-F238E27FC236}">
                <a16:creationId xmlns:a16="http://schemas.microsoft.com/office/drawing/2014/main" id="{05173645-CD09-AC4A-BC09-0D4D628318EB}"/>
              </a:ext>
            </a:extLst>
          </p:cNvPr>
          <p:cNvSpPr/>
          <p:nvPr userDrawn="1"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393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710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649" r:id="rId9"/>
    <p:sldLayoutId id="2147483651" r:id="rId10"/>
    <p:sldLayoutId id="2147483652" r:id="rId11"/>
    <p:sldLayoutId id="2147483653" r:id="rId12"/>
    <p:sldLayoutId id="2147483659" r:id="rId13"/>
    <p:sldLayoutId id="2147483688" r:id="rId14"/>
    <p:sldLayoutId id="2147483690" r:id="rId15"/>
    <p:sldLayoutId id="214748373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bg2"/>
        </a:buClr>
        <a:buFont typeface="Wingdings" pitchFamily="2" charset="2"/>
        <a:buChar char="§"/>
        <a:defRPr sz="24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20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18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16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16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E54E82E-502B-5243-8899-4AA4E375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703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A1A8819-1A5B-234A-A9C4-E1D6F524C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1905"/>
            <a:ext cx="10515600" cy="4455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9CAF13F-FCA9-BC4B-98D3-C20C377A929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976" y="328548"/>
            <a:ext cx="492754" cy="62242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6B2EBC-3A69-C540-9003-318EF234BB2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95760" y="5282767"/>
            <a:ext cx="377952" cy="1547801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14DD6A20-0222-3B4A-ABFF-E1585F3E292A}"/>
              </a:ext>
            </a:extLst>
          </p:cNvPr>
          <p:cNvSpPr/>
          <p:nvPr userDrawn="1"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5C8825-CED4-A74F-A778-521E93C11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2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11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709" r:id="rId2"/>
    <p:sldLayoutId id="2147483658" r:id="rId3"/>
    <p:sldLayoutId id="2147483656" r:id="rId4"/>
    <p:sldLayoutId id="2147483687" r:id="rId5"/>
    <p:sldLayoutId id="2147483692" r:id="rId6"/>
    <p:sldLayoutId id="2147483689" r:id="rId7"/>
    <p:sldLayoutId id="2147483691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bg2"/>
        </a:buClr>
        <a:buFont typeface="Wingdings" pitchFamily="2" charset="2"/>
        <a:buChar char="§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E54E82E-502B-5243-8899-4AA4E375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703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Double tab to add title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A1A8819-1A5B-234A-A9C4-E1D6F524C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1905"/>
            <a:ext cx="10515600" cy="4455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Double tab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9CAF13F-FCA9-BC4B-98D3-C20C377A92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21976" y="328548"/>
            <a:ext cx="492754" cy="62242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6B2EBC-3A69-C540-9003-318EF234BB2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95760" y="5282767"/>
            <a:ext cx="377952" cy="1547801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14DD6A20-0222-3B4A-ABFF-E1585F3E292A}"/>
              </a:ext>
            </a:extLst>
          </p:cNvPr>
          <p:cNvSpPr/>
          <p:nvPr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5C8825-CED4-A74F-A778-521E93C11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2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E7D791-E1C0-214A-A1AE-A2028F82F2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39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bg2"/>
        </a:buClr>
        <a:buFont typeface="Wingdings" pitchFamily="2" charset="2"/>
        <a:buChar char="§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Wingdings" pitchFamily="2" charset="2"/>
        <a:buChar char="§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82317-3E26-114E-0076-4161C3CE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985A4-FDE0-6A61-2C3A-62A369983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033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9C1C1-FAD7-604E-86EC-BF33B4CEF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8645" y="6387881"/>
            <a:ext cx="41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8AD4F7A-28D7-1754-3C25-ACEA15E3F153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D21AF28-CD96-56A4-1BED-B99C7443A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09840" y="63969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 spc="200" baseline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21485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Tx/>
        <a:buBlip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</a:buBlip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</a:buBlip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</a:buBlip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</a:buBlip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82317-3E26-114E-0076-4161C3CE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256"/>
            <a:ext cx="10515600" cy="66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985A4-FDE0-6A61-2C3A-62A369983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033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9C1C1-FAD7-604E-86EC-BF33B4CEF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8645" y="6387881"/>
            <a:ext cx="41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3508AD-6785-9A40-B664-AC186F99CF3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8AD4F7A-28D7-1754-3C25-ACEA15E3F153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343640" y="411459"/>
            <a:ext cx="457200" cy="45720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D21AF28-CD96-56A4-1BED-B99C7443A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09840" y="63969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 spc="200" baseline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SDR HUB OVERVIEW</a:t>
            </a:r>
          </a:p>
        </p:txBody>
      </p:sp>
    </p:spTree>
    <p:extLst>
      <p:ext uri="{BB962C8B-B14F-4D97-AF65-F5344CB8AC3E}">
        <p14:creationId xmlns:p14="http://schemas.microsoft.com/office/powerpoint/2010/main" val="121485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Tx/>
        <a:buBlip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</a:buBlip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</a:buBlip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</a:buBlip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</a:buBlip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.craft.me/CAPXaByCpNC7d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.craft.me/D0JSAkND8HdKZ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iras.sharepoint.com/sites/CVPT017397EX2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4.svg"/><Relationship Id="rId18" Type="http://schemas.openxmlformats.org/officeDocument/2006/relationships/image" Target="../media/image30.svg"/><Relationship Id="rId3" Type="http://schemas.openxmlformats.org/officeDocument/2006/relationships/image" Target="../media/image24.svg"/><Relationship Id="rId21" Type="http://schemas.openxmlformats.org/officeDocument/2006/relationships/image" Target="../media/image32.png"/><Relationship Id="rId7" Type="http://schemas.openxmlformats.org/officeDocument/2006/relationships/image" Target="../media/image26.svg"/><Relationship Id="rId12" Type="http://schemas.openxmlformats.org/officeDocument/2006/relationships/image" Target="../media/image3.png"/><Relationship Id="rId17" Type="http://schemas.openxmlformats.org/officeDocument/2006/relationships/image" Target="../media/image29.png"/><Relationship Id="rId2" Type="http://schemas.openxmlformats.org/officeDocument/2006/relationships/image" Target="../media/image23.png"/><Relationship Id="rId16" Type="http://schemas.openxmlformats.org/officeDocument/2006/relationships/image" Target="../media/image5.png"/><Relationship Id="rId20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.svg"/><Relationship Id="rId5" Type="http://schemas.openxmlformats.org/officeDocument/2006/relationships/image" Target="../media/image20.svg"/><Relationship Id="rId15" Type="http://schemas.openxmlformats.org/officeDocument/2006/relationships/image" Target="../media/image7.svg"/><Relationship Id="rId10" Type="http://schemas.openxmlformats.org/officeDocument/2006/relationships/image" Target="../media/image1.png"/><Relationship Id="rId19" Type="http://schemas.openxmlformats.org/officeDocument/2006/relationships/image" Target="../media/image17.png"/><Relationship Id="rId4" Type="http://schemas.openxmlformats.org/officeDocument/2006/relationships/image" Target="../media/image19.png"/><Relationship Id="rId9" Type="http://schemas.openxmlformats.org/officeDocument/2006/relationships/image" Target="../media/image28.svg"/><Relationship Id="rId14" Type="http://schemas.openxmlformats.org/officeDocument/2006/relationships/image" Target="../media/image6.png"/><Relationship Id="rId22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832DB-5F10-F94E-9CC1-8152BE5B0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970" y="274256"/>
            <a:ext cx="6940062" cy="654291"/>
          </a:xfrm>
        </p:spPr>
        <p:txBody>
          <a:bodyPr/>
          <a:lstStyle/>
          <a:p>
            <a:r>
              <a:rPr lang="en-GB" dirty="0">
                <a:latin typeface="Arial"/>
                <a:cs typeface="Arial"/>
              </a:rPr>
              <a:t>BPF quarterly reporting process </a:t>
            </a:r>
            <a:endParaRPr lang="en-GB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3D69F31-E13B-B748-B8ED-D4AD379480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1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71BEE2-899F-8D4A-2B7B-AC3254291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880220"/>
              </p:ext>
            </p:extLst>
          </p:nvPr>
        </p:nvGraphicFramePr>
        <p:xfrm>
          <a:off x="644769" y="1123461"/>
          <a:ext cx="10904565" cy="55126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720166">
                  <a:extLst>
                    <a:ext uri="{9D8B030D-6E8A-4147-A177-3AD203B41FA5}">
                      <a16:colId xmlns:a16="http://schemas.microsoft.com/office/drawing/2014/main" val="2513524062"/>
                    </a:ext>
                  </a:extLst>
                </a:gridCol>
                <a:gridCol w="1830916">
                  <a:extLst>
                    <a:ext uri="{9D8B030D-6E8A-4147-A177-3AD203B41FA5}">
                      <a16:colId xmlns:a16="http://schemas.microsoft.com/office/drawing/2014/main" val="2699147485"/>
                    </a:ext>
                  </a:extLst>
                </a:gridCol>
                <a:gridCol w="1799636">
                  <a:extLst>
                    <a:ext uri="{9D8B030D-6E8A-4147-A177-3AD203B41FA5}">
                      <a16:colId xmlns:a16="http://schemas.microsoft.com/office/drawing/2014/main" val="3599381844"/>
                    </a:ext>
                  </a:extLst>
                </a:gridCol>
                <a:gridCol w="2553847">
                  <a:extLst>
                    <a:ext uri="{9D8B030D-6E8A-4147-A177-3AD203B41FA5}">
                      <a16:colId xmlns:a16="http://schemas.microsoft.com/office/drawing/2014/main" val="202786113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Task</a:t>
                      </a:r>
                      <a:endParaRPr lang="en-AU" sz="1400" b="1" i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Person/s responsible </a:t>
                      </a:r>
                      <a:endParaRPr lang="en-AU" sz="1200" b="1" i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Timeframes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400" b="1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Resources</a:t>
                      </a:r>
                      <a:endParaRPr lang="en-US" dirty="0"/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789096"/>
                  </a:ext>
                </a:extLst>
              </a:tr>
              <a:tr h="46371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Completion of quarterly report template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staff &amp; BPF Subcontractors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First week of month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GB" sz="1000" b="0" i="0" u="sng" strike="noStrike" noProof="0" dirty="0">
                          <a:solidFill>
                            <a:srgbClr val="5E5E5E"/>
                          </a:solidFill>
                          <a:effectLst/>
                          <a:latin typeface="Arial"/>
                          <a:hlinkClick r:id="rId3"/>
                        </a:rPr>
                        <a:t>https://s.craft.me/CAPXaByCpNC7dO</a:t>
                      </a:r>
                      <a:endParaRPr lang="en-GB" sz="10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940711"/>
                  </a:ext>
                </a:extLst>
              </a:tr>
              <a:tr h="46371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Relevant GOAP Sec. staff and GOAP Focal Points to provide outcomes-focused summaries into Defra report</a:t>
                      </a: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 GOAP Sec. staff are to provide updates of their own work and Focal Points are to summarise the work of </a:t>
                      </a:r>
                      <a:r>
                        <a:rPr lang="en-AU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the subcontractors. 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staff &amp; Focal Points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Second week of month  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GB" sz="1000" b="0" i="0" u="sng" strike="noStrike" noProof="0" dirty="0">
                          <a:solidFill>
                            <a:srgbClr val="5E5E5E"/>
                          </a:solidFill>
                          <a:effectLst/>
                          <a:latin typeface="Arial"/>
                          <a:hlinkClick r:id="rId4"/>
                        </a:rPr>
                        <a:t>https://s.craft.me/D0JSAkND8HdKZg</a:t>
                      </a:r>
                      <a:r>
                        <a:rPr lang="en-GB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endParaRPr lang="en-US" sz="1000"/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03534"/>
                  </a:ext>
                </a:extLst>
              </a:tr>
              <a:tr h="680120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Revision of Defra report, including GOAP team response to any 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question/comments from MEL lead.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n-US" dirty="0"/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Lead/ GOAP staff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Third week of month 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280131"/>
                  </a:ext>
                </a:extLst>
              </a:tr>
              <a:tr h="6801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Revision of Defra report, with specific attention paid to any country, regional or thematic strategic priorities and/or outcomes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Focal Points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Fourth week of month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984172"/>
                  </a:ext>
                </a:extLst>
              </a:tr>
              <a:tr h="46371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to add any further strategic level contributions, and report feedback 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Fourth week of month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78842"/>
                  </a:ext>
                </a:extLst>
              </a:tr>
              <a:tr h="31945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Final adjustments made directly into report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Final week of month 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endParaRPr lang="en-AU" sz="1000" b="0" i="0" u="none" strike="noStrike" dirty="0">
                        <a:solidFill>
                          <a:srgbClr val="5E5E5E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195901"/>
                  </a:ext>
                </a:extLst>
              </a:tr>
              <a:tr h="30914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Report submitted to Defra via email 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Last day of month 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endParaRPr lang="en-AU" sz="1000" b="0" i="0" u="none" strike="noStrike" dirty="0">
                        <a:solidFill>
                          <a:srgbClr val="5E5E5E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514631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Powerpoint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summary created to present to Defra, highlighting outcomes, any questions or priorities to highlight.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 </a:t>
                      </a: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1-2 weeks after reporting submission</a:t>
                      </a: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endParaRPr lang="en-AU" sz="1000" b="0" i="0" u="none" strike="noStrike" dirty="0">
                        <a:solidFill>
                          <a:srgbClr val="5E5E5E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877218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to review summary </a:t>
                      </a: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1-2 weeks after reporting submission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endParaRPr lang="en-AU" sz="1000" b="0" i="0" u="none" strike="noStrike" dirty="0">
                        <a:solidFill>
                          <a:srgbClr val="5E5E5E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693716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Meeting with Defra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Directors/ MEL Lead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2-4 weeks after reporting submission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endParaRPr lang="en-AU" sz="1200" b="0" i="0" u="none" strike="noStrike" dirty="0">
                        <a:solidFill>
                          <a:srgbClr val="5E5E5E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111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195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CCF5-70AC-8543-BB2C-DC4F2D7B0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85E42-FFBC-3225-09F9-67385C79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970" y="283211"/>
            <a:ext cx="6949831" cy="703137"/>
          </a:xfrm>
        </p:spPr>
        <p:txBody>
          <a:bodyPr/>
          <a:lstStyle/>
          <a:p>
            <a:r>
              <a:rPr lang="en-GB" dirty="0">
                <a:latin typeface="Arial"/>
                <a:cs typeface="Arial"/>
              </a:rPr>
              <a:t>BPF quarterly reporting process </a:t>
            </a:r>
            <a:endParaRPr lang="en-GB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BDFD62A-906C-45B1-30D6-4499DCD10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2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DA01AF-9C97-7B93-FEB7-7D47B7F38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514606"/>
              </p:ext>
            </p:extLst>
          </p:nvPr>
        </p:nvGraphicFramePr>
        <p:xfrm>
          <a:off x="722922" y="1221153"/>
          <a:ext cx="10756386" cy="40886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63582">
                  <a:extLst>
                    <a:ext uri="{9D8B030D-6E8A-4147-A177-3AD203B41FA5}">
                      <a16:colId xmlns:a16="http://schemas.microsoft.com/office/drawing/2014/main" val="2513524062"/>
                    </a:ext>
                  </a:extLst>
                </a:gridCol>
                <a:gridCol w="1989666">
                  <a:extLst>
                    <a:ext uri="{9D8B030D-6E8A-4147-A177-3AD203B41FA5}">
                      <a16:colId xmlns:a16="http://schemas.microsoft.com/office/drawing/2014/main" val="2699147485"/>
                    </a:ext>
                  </a:extLst>
                </a:gridCol>
                <a:gridCol w="1283993">
                  <a:extLst>
                    <a:ext uri="{9D8B030D-6E8A-4147-A177-3AD203B41FA5}">
                      <a16:colId xmlns:a16="http://schemas.microsoft.com/office/drawing/2014/main" val="3599381844"/>
                    </a:ext>
                  </a:extLst>
                </a:gridCol>
                <a:gridCol w="2519145">
                  <a:extLst>
                    <a:ext uri="{9D8B030D-6E8A-4147-A177-3AD203B41FA5}">
                      <a16:colId xmlns:a16="http://schemas.microsoft.com/office/drawing/2014/main" val="2027861130"/>
                    </a:ext>
                  </a:extLst>
                </a:gridCol>
              </a:tblGrid>
              <a:tr h="48290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Task</a:t>
                      </a:r>
                      <a:endParaRPr lang="en-AU" sz="1400" b="1" i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Person/s responsible </a:t>
                      </a:r>
                      <a:endParaRPr lang="en-AU" sz="1400" b="1" i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Timeframes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400" b="1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Resources</a:t>
                      </a:r>
                      <a:endParaRPr lang="en-US" dirty="0"/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789096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Quarterly reports analysed for </a:t>
                      </a:r>
                      <a:r>
                        <a:rPr lang="en-AU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output level</a:t>
                      </a: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data to be extracted and put into NIRAS reporting portal  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Quarterly 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NIRAS MEL Hub: 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https://niras.sharepoint.com/sites/CVPT017397EX2/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b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</a:br>
                      <a:b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Access may need to be requested from NIRAS. </a:t>
                      </a:r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940711"/>
                  </a:ext>
                </a:extLst>
              </a:tr>
              <a:tr h="708265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Quarterly reports analysed and</a:t>
                      </a:r>
                      <a:r>
                        <a:rPr lang="en-AU" sz="12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intermediate outcome and outcome activities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identified and drafted into an 'outcomes harvesting' spreadsheet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Quarterly </a:t>
                      </a:r>
                      <a:endParaRPr lang="en-AU" sz="12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03534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'Outcomes harvesting' discussion with the GOAP Team to identify any missing outcomes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Directors/ </a:t>
                      </a:r>
                      <a:r>
                        <a:rPr lang="en-AU" sz="1200" b="0" i="0" u="none" strike="noStrike" noProof="0" dirty="0">
                          <a:solidFill>
                            <a:srgbClr val="0A5455"/>
                          </a:solidFill>
                          <a:effectLst/>
                          <a:latin typeface="Arial"/>
                        </a:rPr>
                        <a:t>MEL Lead/ </a:t>
                      </a: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staff 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Quarterly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1271" marR="41271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>
                      <a:solidFill>
                        <a:srgbClr val="5E5E5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280131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Intermediate outcomes (IO) put into NIRAS tracker </a:t>
                      </a:r>
                      <a:b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</a:b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Outcomes (O) summary written into NIRAS reporting template </a:t>
                      </a: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 </a:t>
                      </a:r>
                    </a:p>
                  </a:txBody>
                  <a:tcPr marL="41271" marR="41271" marT="20631" marB="20631">
                    <a:lnL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Quarterly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1271" marR="41271" marT="20631" marB="20631">
                    <a:lnL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035812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Meeting with NIRAS team to discuss IO and O input (bi-annual only)</a:t>
                      </a:r>
                      <a:endParaRPr lang="en-US" dirty="0"/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Lead/Directors </a:t>
                      </a: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Quarterly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094564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Final revision of IO Tracker and O summaries </a:t>
                      </a:r>
                      <a:endParaRPr lang="en-AU" sz="12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</a:t>
                      </a:r>
                      <a:endParaRPr lang="en-US" dirty="0"/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Bi-annual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318106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Submission of all IO and O documents through NIRAS reporting portal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(bi-annual only)</a:t>
                      </a:r>
                      <a:endParaRPr lang="en-AU" sz="12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Bi-annual </a:t>
                      </a: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805096"/>
                  </a:ext>
                </a:extLst>
              </a:tr>
            </a:tbl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FBF9E3D4-2866-877D-4268-0972864B8E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0426" y="4533677"/>
            <a:ext cx="1394073" cy="110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52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8DFC4-D3FB-3376-5625-A67435D6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2C8396-50F2-BE20-0C77-C9D0482E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498" y="308171"/>
            <a:ext cx="5066398" cy="703137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GB" dirty="0">
                <a:latin typeface="Arial"/>
                <a:cs typeface="Arial"/>
              </a:rPr>
              <a:t>BPF reporting schedule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March 2025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 </a:t>
            </a:r>
            <a:endParaRPr lang="en-US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DC2A0E2-96E7-4FF0-B4F2-3F9CB6249F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3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FC63FD6-B197-85A3-354F-D161C61F2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00415"/>
              </p:ext>
            </p:extLst>
          </p:nvPr>
        </p:nvGraphicFramePr>
        <p:xfrm>
          <a:off x="1924539" y="1836615"/>
          <a:ext cx="8334340" cy="334708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24916">
                  <a:extLst>
                    <a:ext uri="{9D8B030D-6E8A-4147-A177-3AD203B41FA5}">
                      <a16:colId xmlns:a16="http://schemas.microsoft.com/office/drawing/2014/main" val="828065230"/>
                    </a:ext>
                  </a:extLst>
                </a:gridCol>
                <a:gridCol w="2151195">
                  <a:extLst>
                    <a:ext uri="{9D8B030D-6E8A-4147-A177-3AD203B41FA5}">
                      <a16:colId xmlns:a16="http://schemas.microsoft.com/office/drawing/2014/main" val="3334798571"/>
                    </a:ext>
                  </a:extLst>
                </a:gridCol>
                <a:gridCol w="1558229">
                  <a:extLst>
                    <a:ext uri="{9D8B030D-6E8A-4147-A177-3AD203B41FA5}">
                      <a16:colId xmlns:a16="http://schemas.microsoft.com/office/drawing/2014/main" val="3430408831"/>
                    </a:ext>
                  </a:extLst>
                </a:gridCol>
              </a:tblGrid>
              <a:tr h="301446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Task</a:t>
                      </a:r>
                      <a:endParaRPr lang="en-AU" sz="140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Person/s responsible </a:t>
                      </a:r>
                      <a:endParaRPr lang="en-AU" sz="140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Due date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909656"/>
                  </a:ext>
                </a:extLst>
              </a:tr>
              <a:tr h="549062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‘Activity and Outcomes Reporting template’ quarterly report template due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Sec. &amp; Subcontractors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 March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765060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Qualitative summaries input into the Defra reporting template (in Craft) due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Sec. &amp; Focal Points 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14 March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7942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Revision of Defra report, including GOAP team response to any 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question/comments from MEL lead.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21 March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58196"/>
                  </a:ext>
                </a:extLst>
              </a:tr>
              <a:tr h="549062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to add any further strategic level contributions, and report feedback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26 March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38925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Final adjustments made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28 March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65647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Report submitted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31 March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58022"/>
                  </a:ext>
                </a:extLst>
              </a:tr>
            </a:tbl>
          </a:graphicData>
        </a:graphic>
      </p:graphicFrame>
      <p:pic>
        <p:nvPicPr>
          <p:cNvPr id="11" name="Graphic 10">
            <a:extLst>
              <a:ext uri="{FF2B5EF4-FFF2-40B4-BE49-F238E27FC236}">
                <a16:creationId xmlns:a16="http://schemas.microsoft.com/office/drawing/2014/main" id="{A2DA317D-FBF2-A35F-1C09-80E239A78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7241" y="5991272"/>
            <a:ext cx="2868351" cy="3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36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CC574-998C-5619-0635-5707F69B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BCEAE5-B0D9-F323-AD59-ACC5064F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508" y="302749"/>
            <a:ext cx="7926754" cy="703137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200" dirty="0">
                <a:highlight>
                  <a:srgbClr val="FFFF00"/>
                </a:highlight>
                <a:latin typeface="Arial"/>
                <a:cs typeface="Arial"/>
              </a:rPr>
              <a:t>BPF reporting schedule – Outcomes reporting </a:t>
            </a:r>
            <a:br>
              <a:rPr lang="en-GB" sz="3200" dirty="0">
                <a:highlight>
                  <a:srgbClr val="FFFF00"/>
                </a:highlight>
                <a:latin typeface="Arial"/>
                <a:cs typeface="Arial"/>
              </a:rPr>
            </a:br>
            <a:r>
              <a:rPr lang="en-GB" sz="3200" dirty="0">
                <a:highlight>
                  <a:srgbClr val="FFFF00"/>
                </a:highlight>
                <a:latin typeface="Arial"/>
                <a:cs typeface="Arial"/>
              </a:rPr>
              <a:t>March 2025</a:t>
            </a:r>
            <a:br>
              <a:rPr lang="en-GB" sz="3200" dirty="0">
                <a:highlight>
                  <a:srgbClr val="FFFF00"/>
                </a:highlight>
                <a:latin typeface="Arial"/>
                <a:cs typeface="Arial"/>
              </a:rPr>
            </a:br>
            <a:endParaRPr lang="en-GB" sz="320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9517041-3624-3B51-0EEE-FC4A09F77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4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A57BB2-813C-C12C-0C36-83BC9959C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040010"/>
              </p:ext>
            </p:extLst>
          </p:nvPr>
        </p:nvGraphicFramePr>
        <p:xfrm>
          <a:off x="1787768" y="1348153"/>
          <a:ext cx="8237248" cy="42027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12702">
                  <a:extLst>
                    <a:ext uri="{9D8B030D-6E8A-4147-A177-3AD203B41FA5}">
                      <a16:colId xmlns:a16="http://schemas.microsoft.com/office/drawing/2014/main" val="2513524062"/>
                    </a:ext>
                  </a:extLst>
                </a:gridCol>
                <a:gridCol w="1590255">
                  <a:extLst>
                    <a:ext uri="{9D8B030D-6E8A-4147-A177-3AD203B41FA5}">
                      <a16:colId xmlns:a16="http://schemas.microsoft.com/office/drawing/2014/main" val="2699147485"/>
                    </a:ext>
                  </a:extLst>
                </a:gridCol>
                <a:gridCol w="2234291">
                  <a:extLst>
                    <a:ext uri="{9D8B030D-6E8A-4147-A177-3AD203B41FA5}">
                      <a16:colId xmlns:a16="http://schemas.microsoft.com/office/drawing/2014/main" val="3599381844"/>
                    </a:ext>
                  </a:extLst>
                </a:gridCol>
              </a:tblGrid>
              <a:tr h="48290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Task</a:t>
                      </a:r>
                      <a:endParaRPr lang="en-AU" sz="1400" b="1" i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Person/s responsible </a:t>
                      </a:r>
                      <a:endParaRPr lang="en-AU" sz="1400" b="1" i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Due date 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789096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Quarterly reports analysed for </a:t>
                      </a:r>
                      <a:r>
                        <a:rPr lang="en-AU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output level</a:t>
                      </a: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data to be extracted and put into NIRAS reporting portal  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/>
                        </a:rPr>
                        <a:t>April 2025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940711"/>
                  </a:ext>
                </a:extLst>
              </a:tr>
              <a:tr h="708265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Quarterly reports analysed, and</a:t>
                      </a:r>
                      <a:r>
                        <a:rPr lang="en-AU" sz="12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intermediate outcome and outcome level activities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identified and drafted into an 'outcomes harvesting' spreadsheet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 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/>
                        </a:rPr>
                        <a:t>April 2025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03534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'Outcomes harvesting' discussion with the GOAP Team to identify any missing outcomes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25"/>
                        </a:lnSpc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 / Directors / GOAP Team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/>
                        </a:rPr>
                        <a:t>April 2025</a:t>
                      </a:r>
                    </a:p>
                  </a:txBody>
                  <a:tcPr marL="41272" marR="41272" marT="20631" marB="20631">
                    <a:lnL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280131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Intermediate outcomes (IO) put into NIRAS tracker </a:t>
                      </a:r>
                      <a:b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</a:b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Outcomes (O) summary written into NIRAS reporting template </a:t>
                      </a: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 </a:t>
                      </a:r>
                    </a:p>
                  </a:txBody>
                  <a:tcPr marL="41271" marR="41271" marT="20631" marB="20631">
                    <a:lnL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/>
                        </a:rPr>
                        <a:t>Mid May 2025</a:t>
                      </a:r>
                    </a:p>
                  </a:txBody>
                  <a:tcPr marL="41271" marR="41271" marT="20631" marB="20631">
                    <a:lnL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5E5E5E"/>
                      </a:solidFill>
                    </a:lnR>
                    <a:lnT w="9525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035812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Meeting with NIRAS team to discuss IO and O input (bi-annual only)</a:t>
                      </a:r>
                      <a:endParaRPr lang="en-AU" sz="1200" b="0" i="0" u="none" strike="noStrike" noProof="0" dirty="0">
                        <a:solidFill>
                          <a:srgbClr val="0A5455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Lead/Directors </a:t>
                      </a: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/>
                        </a:rPr>
                        <a:t>TBC - End of May 2025</a:t>
                      </a:r>
                      <a:endParaRPr lang="en-US">
                        <a:highlight>
                          <a:srgbClr val="FFFF00"/>
                        </a:highlight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09456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Final revision of IO Tracker and O summaries</a:t>
                      </a:r>
                      <a:endParaRPr lang="en-AU" sz="12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</a:t>
                      </a:r>
                      <a:endParaRPr lang="en-AU" sz="12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/>
                        </a:rPr>
                        <a:t>Early June 2025</a:t>
                      </a:r>
                      <a:endParaRPr lang="en-US">
                        <a:highlight>
                          <a:srgbClr val="FFFF00"/>
                        </a:highlight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318106"/>
                  </a:ext>
                </a:extLst>
              </a:tr>
              <a:tr h="48290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Submit all IO and O documents through NIRAS reporting portal (bi-annual only)</a:t>
                      </a:r>
                      <a:endParaRPr lang="en-AU" sz="1200" b="0" i="0" u="none" strike="noStrike" noProof="0" dirty="0">
                        <a:solidFill>
                          <a:srgbClr val="0A5455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endParaRPr lang="en-AU" sz="12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 Lead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/>
                        </a:rPr>
                        <a:t>Mid June 2025</a:t>
                      </a:r>
                    </a:p>
                  </a:txBody>
                  <a:tcPr marL="41271" marR="41271" marT="20631" marB="20631">
                    <a:lnL w="9524">
                      <a:solidFill>
                        <a:srgbClr val="5E5E5E"/>
                      </a:solidFill>
                    </a:lnL>
                    <a:lnR w="9524">
                      <a:solidFill>
                        <a:srgbClr val="5E5E5E"/>
                      </a:solidFill>
                    </a:lnR>
                    <a:lnT w="9524">
                      <a:solidFill>
                        <a:srgbClr val="5E5E5E"/>
                      </a:solidFill>
                    </a:lnT>
                    <a:lnB w="9524" cap="flat" cmpd="sng" algn="ctr">
                      <a:solidFill>
                        <a:srgbClr val="5E5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805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565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8CB06-6223-51D2-18DA-0259F76A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B33FE-FE20-5C8B-91E3-B602FC54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498" y="308171"/>
            <a:ext cx="5066398" cy="703137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GB" dirty="0">
                <a:latin typeface="Arial"/>
                <a:cs typeface="Arial"/>
              </a:rPr>
              <a:t>BPF reporting schedule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June 2025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 </a:t>
            </a:r>
            <a:endParaRPr lang="en-US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0929BD1-01FB-3C92-0D6D-A2521A1E0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2FD386D-88B9-F2A7-CB4C-4E436BFD2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002392"/>
              </p:ext>
            </p:extLst>
          </p:nvPr>
        </p:nvGraphicFramePr>
        <p:xfrm>
          <a:off x="1924539" y="1836615"/>
          <a:ext cx="8334340" cy="334708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24916">
                  <a:extLst>
                    <a:ext uri="{9D8B030D-6E8A-4147-A177-3AD203B41FA5}">
                      <a16:colId xmlns:a16="http://schemas.microsoft.com/office/drawing/2014/main" val="828065230"/>
                    </a:ext>
                  </a:extLst>
                </a:gridCol>
                <a:gridCol w="2151195">
                  <a:extLst>
                    <a:ext uri="{9D8B030D-6E8A-4147-A177-3AD203B41FA5}">
                      <a16:colId xmlns:a16="http://schemas.microsoft.com/office/drawing/2014/main" val="3334798571"/>
                    </a:ext>
                  </a:extLst>
                </a:gridCol>
                <a:gridCol w="1558229">
                  <a:extLst>
                    <a:ext uri="{9D8B030D-6E8A-4147-A177-3AD203B41FA5}">
                      <a16:colId xmlns:a16="http://schemas.microsoft.com/office/drawing/2014/main" val="3430408831"/>
                    </a:ext>
                  </a:extLst>
                </a:gridCol>
              </a:tblGrid>
              <a:tr h="301446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Task</a:t>
                      </a:r>
                      <a:endParaRPr lang="en-AU" sz="140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Person/s responsible </a:t>
                      </a:r>
                      <a:endParaRPr lang="en-AU" sz="140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Due date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909656"/>
                  </a:ext>
                </a:extLst>
              </a:tr>
              <a:tr h="549062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‘Activity and Outcomes Reporting template’ quarterly report template due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Sec. &amp; Subcontractors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6 June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765060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Qualitative summaries input into the Defra reporting template (in Craft) due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Sec. &amp; Focal Points 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13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June 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7942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Revision of Defra report, including GOAP team response to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any 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question/comments from MEL lead.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20 June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58196"/>
                  </a:ext>
                </a:extLst>
              </a:tr>
              <a:tr h="549062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to add any further strategic level contributions, and report feedback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25 June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38925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Final adjustments made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27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June 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65647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Report submitted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30 June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58022"/>
                  </a:ext>
                </a:extLst>
              </a:tr>
            </a:tbl>
          </a:graphicData>
        </a:graphic>
      </p:graphicFrame>
      <p:pic>
        <p:nvPicPr>
          <p:cNvPr id="11" name="Graphic 10">
            <a:extLst>
              <a:ext uri="{FF2B5EF4-FFF2-40B4-BE49-F238E27FC236}">
                <a16:creationId xmlns:a16="http://schemas.microsoft.com/office/drawing/2014/main" id="{C80D3C09-D7A1-F544-8572-E8AB6B2DD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7241" y="5991272"/>
            <a:ext cx="2868351" cy="3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98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FABAB-3945-2CEC-3017-E54FE0E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8EADD-BA2E-C1C1-B0CA-909B3116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498" y="308171"/>
            <a:ext cx="5066398" cy="703137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GB" dirty="0">
                <a:latin typeface="Arial"/>
                <a:cs typeface="Arial"/>
              </a:rPr>
              <a:t>BPF reporting schedule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September 2025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 </a:t>
            </a:r>
            <a:endParaRPr lang="en-US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0E7AAC8-12C8-F7AF-EAB4-A9104FB8F8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1C8A4D-F241-EDAA-0A23-2BE0D0C6A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920374"/>
              </p:ext>
            </p:extLst>
          </p:nvPr>
        </p:nvGraphicFramePr>
        <p:xfrm>
          <a:off x="1924539" y="1836615"/>
          <a:ext cx="8334340" cy="334708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24916">
                  <a:extLst>
                    <a:ext uri="{9D8B030D-6E8A-4147-A177-3AD203B41FA5}">
                      <a16:colId xmlns:a16="http://schemas.microsoft.com/office/drawing/2014/main" val="828065230"/>
                    </a:ext>
                  </a:extLst>
                </a:gridCol>
                <a:gridCol w="2151195">
                  <a:extLst>
                    <a:ext uri="{9D8B030D-6E8A-4147-A177-3AD203B41FA5}">
                      <a16:colId xmlns:a16="http://schemas.microsoft.com/office/drawing/2014/main" val="3334798571"/>
                    </a:ext>
                  </a:extLst>
                </a:gridCol>
                <a:gridCol w="1558229">
                  <a:extLst>
                    <a:ext uri="{9D8B030D-6E8A-4147-A177-3AD203B41FA5}">
                      <a16:colId xmlns:a16="http://schemas.microsoft.com/office/drawing/2014/main" val="3430408831"/>
                    </a:ext>
                  </a:extLst>
                </a:gridCol>
              </a:tblGrid>
              <a:tr h="301446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Task</a:t>
                      </a:r>
                      <a:endParaRPr lang="en-AU" sz="140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Person/s responsible </a:t>
                      </a:r>
                      <a:endParaRPr lang="en-AU" sz="140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Due date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909656"/>
                  </a:ext>
                </a:extLst>
              </a:tr>
              <a:tr h="549062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‘Activity and Outcomes Reporting template’ quarterly report template due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Sec. &amp; Subcontractors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5 September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765060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Qualitative summaries input into the Defra reporting template (in Craft) due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Sec. &amp; Focal Points 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12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September 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7942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Revision of Defra report,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including GOAP team response to any 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question/comments from MEL lead.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 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19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September 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58196"/>
                  </a:ext>
                </a:extLst>
              </a:tr>
              <a:tr h="549062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to add any further strategic level contributions, and report feedback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26 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September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38925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Final adjustments made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29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September </a:t>
                      </a:r>
                      <a:r>
                        <a:rPr lang="en-AU" sz="1200" b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2025</a:t>
                      </a:r>
                      <a:endParaRPr lang="en-US" b="0" dirty="0"/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65647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Report submitted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30 September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58022"/>
                  </a:ext>
                </a:extLst>
              </a:tr>
            </a:tbl>
          </a:graphicData>
        </a:graphic>
      </p:graphicFrame>
      <p:pic>
        <p:nvPicPr>
          <p:cNvPr id="11" name="Graphic 10">
            <a:extLst>
              <a:ext uri="{FF2B5EF4-FFF2-40B4-BE49-F238E27FC236}">
                <a16:creationId xmlns:a16="http://schemas.microsoft.com/office/drawing/2014/main" id="{058A3960-DECE-3CF8-582F-E31D542D1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7241" y="5991272"/>
            <a:ext cx="2868351" cy="3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49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19E51-2AE9-C009-0DA3-89AA8DA4D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5F142E-A424-8609-823B-AD7465EE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498" y="308171"/>
            <a:ext cx="5066398" cy="703137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GB" dirty="0">
                <a:latin typeface="Arial"/>
                <a:cs typeface="Arial"/>
              </a:rPr>
              <a:t>BPF reporting schedule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December 2025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 </a:t>
            </a:r>
            <a:endParaRPr lang="en-US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5576F3A-53AF-6313-C0AB-CFD44F6FC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7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829BB75-2880-F039-0F59-4118BE2D4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840721"/>
              </p:ext>
            </p:extLst>
          </p:nvPr>
        </p:nvGraphicFramePr>
        <p:xfrm>
          <a:off x="1924539" y="1836615"/>
          <a:ext cx="8334340" cy="334708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24916">
                  <a:extLst>
                    <a:ext uri="{9D8B030D-6E8A-4147-A177-3AD203B41FA5}">
                      <a16:colId xmlns:a16="http://schemas.microsoft.com/office/drawing/2014/main" val="828065230"/>
                    </a:ext>
                  </a:extLst>
                </a:gridCol>
                <a:gridCol w="2151195">
                  <a:extLst>
                    <a:ext uri="{9D8B030D-6E8A-4147-A177-3AD203B41FA5}">
                      <a16:colId xmlns:a16="http://schemas.microsoft.com/office/drawing/2014/main" val="3334798571"/>
                    </a:ext>
                  </a:extLst>
                </a:gridCol>
                <a:gridCol w="1558229">
                  <a:extLst>
                    <a:ext uri="{9D8B030D-6E8A-4147-A177-3AD203B41FA5}">
                      <a16:colId xmlns:a16="http://schemas.microsoft.com/office/drawing/2014/main" val="3430408831"/>
                    </a:ext>
                  </a:extLst>
                </a:gridCol>
              </a:tblGrid>
              <a:tr h="301446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Task</a:t>
                      </a:r>
                      <a:endParaRPr lang="en-AU" sz="140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Person/s responsible </a:t>
                      </a:r>
                      <a:endParaRPr lang="en-AU" sz="140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Due date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909656"/>
                  </a:ext>
                </a:extLst>
              </a:tr>
              <a:tr h="549062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‘Activity and Outcomes Reporting template’ quarterly report template due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Sec. &amp; Subcontractors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5 December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765060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Qualitative summaries input into the Defra reporting template (in Craft) due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Sec. &amp; Focal Points 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12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December 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7942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Revision of Defra report,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including GOAP team response to any 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question/comments from MEL lead.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 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18 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December 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58196"/>
                  </a:ext>
                </a:extLst>
              </a:tr>
              <a:tr h="549062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to add any further strategic level contributions, and report feedback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22 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December 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38925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Final adjustments made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23 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December 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65647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Report submitted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23 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December 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58022"/>
                  </a:ext>
                </a:extLst>
              </a:tr>
            </a:tbl>
          </a:graphicData>
        </a:graphic>
      </p:graphicFrame>
      <p:pic>
        <p:nvPicPr>
          <p:cNvPr id="11" name="Graphic 10">
            <a:extLst>
              <a:ext uri="{FF2B5EF4-FFF2-40B4-BE49-F238E27FC236}">
                <a16:creationId xmlns:a16="http://schemas.microsoft.com/office/drawing/2014/main" id="{69E48C78-6B44-4DC8-6689-6B9E6014A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7241" y="5991272"/>
            <a:ext cx="2868351" cy="3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23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B2D71-11B8-3DC3-1E48-FC867CEE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00BA73-E2A2-6652-91C5-BBAF16525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498" y="308171"/>
            <a:ext cx="5066398" cy="703137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GB" dirty="0">
                <a:latin typeface="Arial"/>
                <a:cs typeface="Arial"/>
              </a:rPr>
              <a:t>BPF reporting schedule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January 2026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 </a:t>
            </a:r>
            <a:endParaRPr lang="en-US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0DB63A2-BCC3-DE65-F8F2-754E60C27B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2D1F19-CDDB-606E-5882-471713C840D7}"/>
              </a:ext>
            </a:extLst>
          </p:cNvPr>
          <p:cNvGraphicFramePr>
            <a:graphicFrameLocks noGrp="1"/>
          </p:cNvGraphicFramePr>
          <p:nvPr/>
        </p:nvGraphicFramePr>
        <p:xfrm>
          <a:off x="1924539" y="1836615"/>
          <a:ext cx="8334340" cy="334708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24916">
                  <a:extLst>
                    <a:ext uri="{9D8B030D-6E8A-4147-A177-3AD203B41FA5}">
                      <a16:colId xmlns:a16="http://schemas.microsoft.com/office/drawing/2014/main" val="828065230"/>
                    </a:ext>
                  </a:extLst>
                </a:gridCol>
                <a:gridCol w="2151195">
                  <a:extLst>
                    <a:ext uri="{9D8B030D-6E8A-4147-A177-3AD203B41FA5}">
                      <a16:colId xmlns:a16="http://schemas.microsoft.com/office/drawing/2014/main" val="3334798571"/>
                    </a:ext>
                  </a:extLst>
                </a:gridCol>
                <a:gridCol w="1558229">
                  <a:extLst>
                    <a:ext uri="{9D8B030D-6E8A-4147-A177-3AD203B41FA5}">
                      <a16:colId xmlns:a16="http://schemas.microsoft.com/office/drawing/2014/main" val="3430408831"/>
                    </a:ext>
                  </a:extLst>
                </a:gridCol>
              </a:tblGrid>
              <a:tr h="301446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Task</a:t>
                      </a:r>
                      <a:endParaRPr lang="en-AU" sz="140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Person/s responsible </a:t>
                      </a:r>
                      <a:endParaRPr lang="en-AU" sz="140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Due date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909656"/>
                  </a:ext>
                </a:extLst>
              </a:tr>
              <a:tr h="549062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‘Activity and Outcomes Reporting template’ quarterly report template due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Sec. &amp; Subcontractors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5 September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765060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Qualitative summaries input into the Defra reporting template (in Craft) due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GOAP Sec. &amp; Focal Points </a:t>
                      </a:r>
                      <a:endParaRPr lang="en-US" sz="12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12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September 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7942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Revision of Defra report,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including GOAP team response to any 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question/comments from MEL lead.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 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19 </a:t>
                      </a:r>
                      <a:r>
                        <a:rPr lang="en-AU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September </a:t>
                      </a: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58196"/>
                  </a:ext>
                </a:extLst>
              </a:tr>
              <a:tr h="549062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 to add any further strategic level contributions, and report feedback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Directors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26 March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38925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Final adjustments made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28 March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65647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Report submitted 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MEL Lead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</a:pPr>
                      <a:r>
                        <a:rPr lang="en-AU" sz="120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31 March 2025</a:t>
                      </a:r>
                    </a:p>
                  </a:txBody>
                  <a:tcPr marL="45720" marR="45720" marT="22860" marB="22860">
                    <a:lnL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A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58022"/>
                  </a:ext>
                </a:extLst>
              </a:tr>
            </a:tbl>
          </a:graphicData>
        </a:graphic>
      </p:graphicFrame>
      <p:pic>
        <p:nvPicPr>
          <p:cNvPr id="11" name="Graphic 10">
            <a:extLst>
              <a:ext uri="{FF2B5EF4-FFF2-40B4-BE49-F238E27FC236}">
                <a16:creationId xmlns:a16="http://schemas.microsoft.com/office/drawing/2014/main" id="{7A7EAE67-0531-4DA0-5D7C-FF6CDB481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7241" y="5991272"/>
            <a:ext cx="2868351" cy="3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4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0973F5-7DEB-8242-888D-8599A7D4D1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Why</a:t>
            </a:r>
            <a:r>
              <a:rPr lang="en-US"/>
              <a:t> ocean accounts matter</a:t>
            </a:r>
            <a:endParaRPr lang="en-GB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C261785-EC0F-7A4A-8E7C-2896ED77D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3E7D791-E1C0-214A-A1AE-A2028F82F232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ADD086F-FD05-0944-A2C7-CD9A0CE711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Changes in ocean wealth, including produced assets (e.g., ports) and non-produced assets (e.g., mangroves, coral reefs).</a:t>
            </a:r>
          </a:p>
          <a:p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1C77649-BC74-3041-8542-DE4879F0E3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Ocean-related income and welfare (e.g., income from fisheries for local communities).</a:t>
            </a:r>
            <a:br>
              <a:rPr lang="en-US"/>
            </a:br>
            <a:endParaRPr lang="en-US"/>
          </a:p>
          <a:p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248160BB-6C8A-E94B-83B1-D1EAA02179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Ocean-based economic production (e.g., GDP from ocean-related sectors).</a:t>
            </a:r>
            <a:br>
              <a:rPr lang="en-US"/>
            </a:br>
            <a:endParaRPr lang="en-US"/>
          </a:p>
          <a:p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74EAC3E3-DA07-064C-907A-8DAB7A0D26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0637B66-C436-524F-8CAA-8DF4AA1E48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2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AAAB64E-AE37-3143-BA1F-4A0F9135EE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3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1E7806C-509C-914E-8239-C2A54007EB9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Ocean accounts provide a common </a:t>
            </a:r>
            <a:r>
              <a:rPr lang="en-US" b="1"/>
              <a:t>information infrastructure </a:t>
            </a:r>
            <a:r>
              <a:rPr lang="en-US"/>
              <a:t>for ocean policy development, reporting and decision making; and enable countries to monitor three critical trends:</a:t>
            </a:r>
          </a:p>
          <a:p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12AB172-A30B-8542-9D5F-7EF61C036B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754" t="-2860" b="-1"/>
          <a:stretch/>
        </p:blipFill>
        <p:spPr>
          <a:xfrm>
            <a:off x="0" y="960700"/>
            <a:ext cx="4326462" cy="49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91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A1393777-40E7-354A-81EE-3A3145DC2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9396" y="5169385"/>
            <a:ext cx="1524000" cy="60837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9A3B488-606A-9A4A-B1EF-1D63A4E4F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84549" y="1458349"/>
            <a:ext cx="2868351" cy="37045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A3C353D-2BE9-4248-8FCD-E2018DC580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2853" y="891811"/>
            <a:ext cx="1795553" cy="100064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9490B09-1CF6-9F4D-A73B-630A92BAFF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1418" y="3225337"/>
            <a:ext cx="2318422" cy="8495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9F7070-5146-D946-B8A6-A9B714D049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02499" y="328548"/>
            <a:ext cx="492754" cy="62242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FFF91B2-F926-6348-8966-42B73D3D03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76283" y="5282767"/>
            <a:ext cx="377952" cy="1547801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E71FC002-22F3-4146-A4A3-C719FE4AE26B}"/>
              </a:ext>
            </a:extLst>
          </p:cNvPr>
          <p:cNvSpPr/>
          <p:nvPr/>
        </p:nvSpPr>
        <p:spPr>
          <a:xfrm>
            <a:off x="10954235" y="0"/>
            <a:ext cx="123776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25751F1-FDF0-014C-B6E1-2FC9CBBA4F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976" y="328548"/>
            <a:ext cx="492754" cy="62242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3625FA5-3C90-EA40-8C45-8E6F095EA4A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795760" y="5282767"/>
            <a:ext cx="377952" cy="1547801"/>
          </a:xfrm>
          <a:prstGeom prst="rect">
            <a:avLst/>
          </a:prstGeom>
        </p:spPr>
      </p:pic>
      <p:sp>
        <p:nvSpPr>
          <p:cNvPr id="13" name="Rechthoek 12">
            <a:extLst>
              <a:ext uri="{FF2B5EF4-FFF2-40B4-BE49-F238E27FC236}">
                <a16:creationId xmlns:a16="http://schemas.microsoft.com/office/drawing/2014/main" id="{3B2FED25-6F63-2B44-A2A3-98A551AA1DA7}"/>
              </a:ext>
            </a:extLst>
          </p:cNvPr>
          <p:cNvSpPr/>
          <p:nvPr/>
        </p:nvSpPr>
        <p:spPr>
          <a:xfrm>
            <a:off x="6339101" y="0"/>
            <a:ext cx="3109699" cy="37314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21333000-C0DA-C643-A1CC-07877FF9321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99733" y="1828800"/>
            <a:ext cx="2060720" cy="6917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F74DBEB-1B6B-8F42-8692-02A5EAB2C0C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99733" y="4915126"/>
            <a:ext cx="2060721" cy="735281"/>
          </a:xfrm>
          <a:prstGeom prst="rect">
            <a:avLst/>
          </a:prstGeom>
        </p:spPr>
      </p:pic>
      <p:sp>
        <p:nvSpPr>
          <p:cNvPr id="19" name="Rechthoek 18">
            <a:extLst>
              <a:ext uri="{FF2B5EF4-FFF2-40B4-BE49-F238E27FC236}">
                <a16:creationId xmlns:a16="http://schemas.microsoft.com/office/drawing/2014/main" id="{D56FC301-0EAE-9541-9336-3772368A775F}"/>
              </a:ext>
            </a:extLst>
          </p:cNvPr>
          <p:cNvSpPr/>
          <p:nvPr/>
        </p:nvSpPr>
        <p:spPr>
          <a:xfrm>
            <a:off x="202878" y="6422717"/>
            <a:ext cx="249407" cy="2494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jdelijke aanduiding voor dianummer 5">
            <a:extLst>
              <a:ext uri="{FF2B5EF4-FFF2-40B4-BE49-F238E27FC236}">
                <a16:creationId xmlns:a16="http://schemas.microsoft.com/office/drawing/2014/main" id="{62CAC6B4-B45A-2842-B7A2-37DB618C567F}"/>
              </a:ext>
            </a:extLst>
          </p:cNvPr>
          <p:cNvSpPr txBox="1">
            <a:spLocks/>
          </p:cNvSpPr>
          <p:nvPr/>
        </p:nvSpPr>
        <p:spPr>
          <a:xfrm>
            <a:off x="1432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E7D791-E1C0-214A-A1AE-A2028F82F232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92F82201-5931-3748-A432-55A5C86B2385}"/>
              </a:ext>
            </a:extLst>
          </p:cNvPr>
          <p:cNvSpPr/>
          <p:nvPr/>
        </p:nvSpPr>
        <p:spPr>
          <a:xfrm>
            <a:off x="558478" y="6422717"/>
            <a:ext cx="249407" cy="24940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ijdelijke aanduiding voor dianummer 5">
            <a:extLst>
              <a:ext uri="{FF2B5EF4-FFF2-40B4-BE49-F238E27FC236}">
                <a16:creationId xmlns:a16="http://schemas.microsoft.com/office/drawing/2014/main" id="{2769781E-5429-344A-85B5-0DC112AF7D87}"/>
              </a:ext>
            </a:extLst>
          </p:cNvPr>
          <p:cNvSpPr txBox="1">
            <a:spLocks/>
          </p:cNvSpPr>
          <p:nvPr/>
        </p:nvSpPr>
        <p:spPr>
          <a:xfrm>
            <a:off x="498856" y="6364859"/>
            <a:ext cx="377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E7D791-E1C0-214A-A1AE-A2028F82F232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6E20666-C6BD-3248-963B-65781270F37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76964" y="4914677"/>
            <a:ext cx="1237766" cy="98031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B8FDF3AB-31B4-AA42-AC18-5677C3A9B12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92543" y="2579030"/>
            <a:ext cx="1997705" cy="14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2970"/>
      </p:ext>
    </p:extLst>
  </p:cSld>
  <p:clrMapOvr>
    <a:masterClrMapping/>
  </p:clrMapOvr>
</p:sld>
</file>

<file path=ppt/theme/theme1.xml><?xml version="1.0" encoding="utf-8"?>
<a:theme xmlns:a="http://schemas.openxmlformats.org/drawingml/2006/main" name="GOAP-PPT">
  <a:themeElements>
    <a:clrScheme name="GOAP">
      <a:dk1>
        <a:srgbClr val="0A5455"/>
      </a:dk1>
      <a:lt1>
        <a:srgbClr val="FFFFFF"/>
      </a:lt1>
      <a:dk2>
        <a:srgbClr val="19383B"/>
      </a:dk2>
      <a:lt2>
        <a:srgbClr val="3B9C7B"/>
      </a:lt2>
      <a:accent1>
        <a:srgbClr val="B5D0D6"/>
      </a:accent1>
      <a:accent2>
        <a:srgbClr val="66A3B5"/>
      </a:accent2>
      <a:accent3>
        <a:srgbClr val="F9F5F0"/>
      </a:accent3>
      <a:accent4>
        <a:srgbClr val="B59F81"/>
      </a:accent4>
      <a:accent5>
        <a:srgbClr val="545353"/>
      </a:accent5>
      <a:accent6>
        <a:srgbClr val="30302F"/>
      </a:accent6>
      <a:hlink>
        <a:srgbClr val="5EB593"/>
      </a:hlink>
      <a:folHlink>
        <a:srgbClr val="5B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" id="{E61BCC44-FE5F-AF4F-A11D-B312803176B1}" vid="{C9703902-8954-CD44-BE9F-3A66ECD01C4B}"/>
    </a:ext>
  </a:extLst>
</a:theme>
</file>

<file path=ppt/theme/theme2.xml><?xml version="1.0" encoding="utf-8"?>
<a:theme xmlns:a="http://schemas.openxmlformats.org/drawingml/2006/main" name="1_Kantoorthema">
  <a:themeElements>
    <a:clrScheme name="GOAP">
      <a:dk1>
        <a:srgbClr val="0A5455"/>
      </a:dk1>
      <a:lt1>
        <a:srgbClr val="FFFFFF"/>
      </a:lt1>
      <a:dk2>
        <a:srgbClr val="19383B"/>
      </a:dk2>
      <a:lt2>
        <a:srgbClr val="3B9C7B"/>
      </a:lt2>
      <a:accent1>
        <a:srgbClr val="B5D0D6"/>
      </a:accent1>
      <a:accent2>
        <a:srgbClr val="66A3B5"/>
      </a:accent2>
      <a:accent3>
        <a:srgbClr val="F9F5F0"/>
      </a:accent3>
      <a:accent4>
        <a:srgbClr val="B59F81"/>
      </a:accent4>
      <a:accent5>
        <a:srgbClr val="545353"/>
      </a:accent5>
      <a:accent6>
        <a:srgbClr val="30302F"/>
      </a:accent6>
      <a:hlink>
        <a:srgbClr val="5EB593"/>
      </a:hlink>
      <a:folHlink>
        <a:srgbClr val="5B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" id="{E61BCC44-FE5F-AF4F-A11D-B312803176B1}" vid="{D7B7B75D-E8D0-8B4C-9CB7-4B6446032F42}"/>
    </a:ext>
  </a:extLst>
</a:theme>
</file>

<file path=ppt/theme/theme3.xml><?xml version="1.0" encoding="utf-8"?>
<a:theme xmlns:a="http://schemas.openxmlformats.org/drawingml/2006/main" name="2_Kantoorthema">
  <a:themeElements>
    <a:clrScheme name="GOAP">
      <a:dk1>
        <a:srgbClr val="0A5455"/>
      </a:dk1>
      <a:lt1>
        <a:srgbClr val="FFFFFF"/>
      </a:lt1>
      <a:dk2>
        <a:srgbClr val="19383B"/>
      </a:dk2>
      <a:lt2>
        <a:srgbClr val="3B9C7B"/>
      </a:lt2>
      <a:accent1>
        <a:srgbClr val="B5D0D6"/>
      </a:accent1>
      <a:accent2>
        <a:srgbClr val="66A3B5"/>
      </a:accent2>
      <a:accent3>
        <a:srgbClr val="F9F5F0"/>
      </a:accent3>
      <a:accent4>
        <a:srgbClr val="B59F81"/>
      </a:accent4>
      <a:accent5>
        <a:srgbClr val="545353"/>
      </a:accent5>
      <a:accent6>
        <a:srgbClr val="30302F"/>
      </a:accent6>
      <a:hlink>
        <a:srgbClr val="5EB593"/>
      </a:hlink>
      <a:folHlink>
        <a:srgbClr val="5B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" id="{E61BCC44-FE5F-AF4F-A11D-B312803176B1}" vid="{88CB6703-7CFA-944D-A2B9-D8588DAC9D5C}"/>
    </a:ext>
  </a:extLst>
</a:theme>
</file>

<file path=ppt/theme/theme4.xml><?xml version="1.0" encoding="utf-8"?>
<a:theme xmlns:a="http://schemas.openxmlformats.org/drawingml/2006/main" name="SDR Hub Light Theme">
  <a:themeElements>
    <a:clrScheme name="SDR Hub final">
      <a:dk1>
        <a:srgbClr val="535353"/>
      </a:dk1>
      <a:lt1>
        <a:srgbClr val="000000"/>
      </a:lt1>
      <a:dk2>
        <a:srgbClr val="FFFFFF"/>
      </a:dk2>
      <a:lt2>
        <a:srgbClr val="E6E6E6"/>
      </a:lt2>
      <a:accent1>
        <a:srgbClr val="4E5763"/>
      </a:accent1>
      <a:accent2>
        <a:srgbClr val="718C9B"/>
      </a:accent2>
      <a:accent3>
        <a:srgbClr val="2F5F5D"/>
      </a:accent3>
      <a:accent4>
        <a:srgbClr val="B26F49"/>
      </a:accent4>
      <a:accent5>
        <a:srgbClr val="A5A198"/>
      </a:accent5>
      <a:accent6>
        <a:srgbClr val="D3D1CC"/>
      </a:accent6>
      <a:hlink>
        <a:srgbClr val="718C9B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DR-hub-FINAL" id="{8DB56154-1F05-A046-A7FF-1E3C3ADCFC5C}" vid="{EB5D24DB-1307-8B4E-987C-40F8B31B4C33}"/>
    </a:ext>
  </a:extLst>
</a:theme>
</file>

<file path=ppt/theme/theme5.xml><?xml version="1.0" encoding="utf-8"?>
<a:theme xmlns:a="http://schemas.openxmlformats.org/drawingml/2006/main" name="SDR Hub Light Theme">
  <a:themeElements>
    <a:clrScheme name="SDR Hub final">
      <a:dk1>
        <a:srgbClr val="535353"/>
      </a:dk1>
      <a:lt1>
        <a:srgbClr val="000000"/>
      </a:lt1>
      <a:dk2>
        <a:srgbClr val="FFFFFF"/>
      </a:dk2>
      <a:lt2>
        <a:srgbClr val="E6E6E6"/>
      </a:lt2>
      <a:accent1>
        <a:srgbClr val="4E5763"/>
      </a:accent1>
      <a:accent2>
        <a:srgbClr val="718C9B"/>
      </a:accent2>
      <a:accent3>
        <a:srgbClr val="2F5F5D"/>
      </a:accent3>
      <a:accent4>
        <a:srgbClr val="B26F49"/>
      </a:accent4>
      <a:accent5>
        <a:srgbClr val="A5A198"/>
      </a:accent5>
      <a:accent6>
        <a:srgbClr val="D3D1CC"/>
      </a:accent6>
      <a:hlink>
        <a:srgbClr val="718C9B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DR-hub-FINAL" id="{8DB56154-1F05-A046-A7FF-1E3C3ADCFC5C}" vid="{EB5D24DB-1307-8B4E-987C-40F8B31B4C33}"/>
    </a:ext>
  </a:extLst>
</a:theme>
</file>

<file path=ppt/theme/theme6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133914A86DDA4ABCCCFF07E8C0D63B" ma:contentTypeVersion="25" ma:contentTypeDescription="Create a new document." ma:contentTypeScope="" ma:versionID="4c04a8aebef06d88ab0cbbb81f7b114f">
  <xsd:schema xmlns:xsd="http://www.w3.org/2001/XMLSchema" xmlns:xs="http://www.w3.org/2001/XMLSchema" xmlns:p="http://schemas.microsoft.com/office/2006/metadata/properties" xmlns:ns2="37289dc8-d0c9-47c1-9240-66a74fc3f87d" xmlns:ns3="953775bb-7f87-4052-b16f-b02ba07db91b" targetNamespace="http://schemas.microsoft.com/office/2006/metadata/properties" ma:root="true" ma:fieldsID="97e25ec7957a0c25747ffb1f2e466116" ns2:_="" ns3:_="">
    <xsd:import namespace="37289dc8-d0c9-47c1-9240-66a74fc3f87d"/>
    <xsd:import namespace="953775bb-7f87-4052-b16f-b02ba07db91b"/>
    <xsd:element name="properties">
      <xsd:complexType>
        <xsd:sequence>
          <xsd:element name="documentManagement">
            <xsd:complexType>
              <xsd:all>
                <xsd:element ref="ns2:Partner" minOccurs="0"/>
                <xsd:element ref="ns2:DocumentType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Audience" minOccurs="0"/>
                <xsd:element ref="ns2:MediaServiceObjectDetectorVersions" minOccurs="0"/>
                <xsd:element ref="ns2:Comments" minOccurs="0"/>
                <xsd:element ref="ns2:Project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289dc8-d0c9-47c1-9240-66a74fc3f87d" elementFormDefault="qualified">
    <xsd:import namespace="http://schemas.microsoft.com/office/2006/documentManagement/types"/>
    <xsd:import namespace="http://schemas.microsoft.com/office/infopath/2007/PartnerControls"/>
    <xsd:element name="Partner" ma:index="2" nillable="true" ma:displayName="Partner" ma:default="SDR Hub Internal" ma:format="Dropdown" ma:internalName="Partner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UNESCO"/>
                        <xsd:enumeration value="SDR Hub Internal"/>
                        <xsd:enumeration value="Ocean Panel"/>
                        <xsd:enumeration value="PBSP"/>
                        <xsd:enumeration value="GOAP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DocumentType" ma:index="3" nillable="true" ma:displayName="Document Type" ma:format="Dropdown" ma:internalName="DocumentType">
      <xsd:simpleType>
        <xsd:restriction base="dms:Choice">
          <xsd:enumeration value="Concept Note"/>
          <xsd:enumeration value="Meeting Report"/>
          <xsd:enumeration value="Technical Note"/>
          <xsd:enumeration value="Technical Report"/>
          <xsd:enumeration value="Journal Article"/>
          <xsd:enumeration value="Briefing Paper"/>
          <xsd:enumeration value="Information sheet"/>
          <xsd:enumeration value="Event agenda"/>
          <xsd:enumeration value="Presentation"/>
          <xsd:enumeration value="Correspondence"/>
          <xsd:enumeration value="Internal Note"/>
          <xsd:enumeration value="Internal Proposal"/>
          <xsd:enumeration value="Blog post"/>
          <xsd:enumeration value="Visual Asset"/>
          <xsd:enumeration value="Codebase"/>
          <xsd:enumeration value="ML Training Data"/>
          <xsd:enumeration value="Knowledge"/>
          <xsd:enumeration value="Contract documentation"/>
          <xsd:enumeration value="External proposal"/>
          <xsd:enumeration value="Newsletter draft"/>
          <xsd:enumeration value="Comms Brief"/>
          <xsd:enumeration value="Invitation"/>
          <xsd:enumeration value="Invoice"/>
          <xsd:enumeration value="Budget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Audience" ma:index="21" nillable="true" ma:displayName="Audience" ma:format="Dropdown" ma:hidden="true" ma:internalName="Audience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PBSP"/>
                        <xsd:enumeration value="GOAP"/>
                        <xsd:enumeration value="UNSW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Comments" ma:index="25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Project" ma:index="26" nillable="true" ma:displayName="Project" ma:description="Use this column to specify a specific project, event or content theme" ma:format="Dropdown" ma:internalName="Project">
      <xsd:simpleType>
        <xsd:union memberTypes="dms:Text">
          <xsd:simpleType>
            <xsd:restriction base="dms:Choice">
              <xsd:enumeration value="Membership"/>
              <xsd:enumeration value="4th GD"/>
              <xsd:enumeration value="5th GD"/>
              <xsd:enumeration value="Communications"/>
              <xsd:enumeration value="SEEA Ocean WG"/>
              <xsd:enumeration value="Our Ocean 23"/>
              <xsd:enumeration value="Internal operations"/>
              <xsd:enumeration value="BPF"/>
              <xsd:enumeration value="BCAF"/>
              <xsd:enumeration value="Maldives"/>
            </xsd:restriction>
          </xsd:simpleType>
        </xsd:un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3775bb-7f87-4052-b16f-b02ba07db9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04a3f4cd-7e24-43e3-bee0-c075c828180e}" ma:internalName="TaxCatchAll" ma:readOnly="false" ma:showField="CatchAllData" ma:web="953775bb-7f87-4052-b16f-b02ba07db9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289dc8-d0c9-47c1-9240-66a74fc3f87d">
      <Terms xmlns="http://schemas.microsoft.com/office/infopath/2007/PartnerControls"/>
    </lcf76f155ced4ddcb4097134ff3c332f>
    <Audience xmlns="37289dc8-d0c9-47c1-9240-66a74fc3f87d" xsi:nil="true"/>
    <Comments xmlns="37289dc8-d0c9-47c1-9240-66a74fc3f87d" xsi:nil="true"/>
    <Project xmlns="37289dc8-d0c9-47c1-9240-66a74fc3f87d">Communications</Project>
    <Partner xmlns="37289dc8-d0c9-47c1-9240-66a74fc3f87d">
      <Value>SDR Hub Internal</Value>
    </Partner>
    <DocumentType xmlns="37289dc8-d0c9-47c1-9240-66a74fc3f87d">Presentation</DocumentType>
    <TaxCatchAll xmlns="953775bb-7f87-4052-b16f-b02ba07db91b" xsi:nil="true"/>
    <SharedWithUsers xmlns="953775bb-7f87-4052-b16f-b02ba07db91b">
      <UserInfo>
        <DisplayName>Phil James</DisplayName>
        <AccountId>32</AccountId>
        <AccountType/>
      </UserInfo>
      <UserInfo>
        <DisplayName>Eliza Northrop</DisplayName>
        <AccountId>18</AccountId>
        <AccountType/>
      </UserInfo>
      <UserInfo>
        <DisplayName>Ben Milligan</DisplayName>
        <AccountId>10</AccountId>
        <AccountType/>
      </UserInfo>
      <UserInfo>
        <DisplayName>Hannah Sheridan</DisplayName>
        <AccountId>19</AccountId>
        <AccountType/>
      </UserInfo>
      <UserInfo>
        <DisplayName>Michael Burnside</DisplayName>
        <AccountId>12</AccountId>
        <AccountType/>
      </UserInfo>
      <UserInfo>
        <DisplayName>Juliet Grimm</DisplayName>
        <AccountId>678</AccountId>
        <AccountType/>
      </UserInfo>
      <UserInfo>
        <DisplayName>Kenneth Findlay</DisplayName>
        <AccountId>561</AccountId>
        <AccountType/>
      </UserInfo>
    </SharedWithUsers>
    <MediaLengthInSeconds xmlns="37289dc8-d0c9-47c1-9240-66a74fc3f8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51575E-E24F-4591-95CA-0F39A0DD72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289dc8-d0c9-47c1-9240-66a74fc3f87d"/>
    <ds:schemaRef ds:uri="953775bb-7f87-4052-b16f-b02ba07db9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D3ABBDA-CF29-4384-BB1E-BA6B9C5EE1D7}">
  <ds:schemaRefs>
    <ds:schemaRef ds:uri="http://schemas.microsoft.com/office/2006/documentManagement/types"/>
    <ds:schemaRef ds:uri="http://schemas.microsoft.com/office/infopath/2007/PartnerControls"/>
    <ds:schemaRef ds:uri="37289dc8-d0c9-47c1-9240-66a74fc3f87d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953775bb-7f87-4052-b16f-b02ba07db91b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A1D3690-7EC5-4FF4-B631-E40DABFDCE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1_Kantoorthema</Template>
  <TotalTime>3</TotalTime>
  <Words>1231</Words>
  <Application>Microsoft Office PowerPoint</Application>
  <PresentationFormat>Widescreen</PresentationFormat>
  <Paragraphs>226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Georgia</vt:lpstr>
      <vt:lpstr>Wingdings</vt:lpstr>
      <vt:lpstr>GOAP-PPT</vt:lpstr>
      <vt:lpstr>1_Kantoorthema</vt:lpstr>
      <vt:lpstr>2_Kantoorthema</vt:lpstr>
      <vt:lpstr>SDR Hub Light Theme</vt:lpstr>
      <vt:lpstr>SDR Hub Light Theme</vt:lpstr>
      <vt:lpstr>BPF quarterly reporting process </vt:lpstr>
      <vt:lpstr>BPF quarterly reporting process </vt:lpstr>
      <vt:lpstr>BPF reporting schedule March 2025  </vt:lpstr>
      <vt:lpstr>BPF reporting schedule – Outcomes reporting  March 2025 </vt:lpstr>
      <vt:lpstr>BPF reporting schedule June 2025  </vt:lpstr>
      <vt:lpstr>BPF reporting schedule September 2025  </vt:lpstr>
      <vt:lpstr>BPF reporting schedule December 2025  </vt:lpstr>
      <vt:lpstr>BPF reporting schedule January 2026  </vt:lpstr>
      <vt:lpstr>Why ocean accounts matter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Microsoft Office User</dc:creator>
  <cp:lastModifiedBy>Juliet Grimm</cp:lastModifiedBy>
  <cp:revision>463</cp:revision>
  <dcterms:created xsi:type="dcterms:W3CDTF">2022-03-17T06:45:57Z</dcterms:created>
  <dcterms:modified xsi:type="dcterms:W3CDTF">2025-02-26T23:50:48Z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0x01010071133914A86DDA4ABCCCFF07E8C0D63B</vt:lpwstr>
  </property>
  <property fmtid="{D5CDD505-2E9C-101B-9397-08002B2CF9AE}" pid="3" name="MediaServiceImageTags">
    <vt:lpwstr/>
  </property>
  <property fmtid="{D5CDD505-2E9C-101B-9397-08002B2CF9AE}" pid="4" name="Order">
    <vt:r8>2281100</vt:r8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