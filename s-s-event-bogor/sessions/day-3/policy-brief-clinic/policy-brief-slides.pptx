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media/image11.svg" ContentType="image/svg+xml"/>
  <Override PartName="/ppt/media/image13.svg" ContentType="image/svg+xml"/>
  <Override PartName="/ppt/media/image14.svg" ContentType="image/svg+xml"/>
  <Override PartName="/ppt/media/image16.svg" ContentType="image/svg+xml"/>
  <Override PartName="/ppt/media/image17.svg" ContentType="image/svg+xml"/>
  <Override PartName="/ppt/media/image18.svg" ContentType="image/svg+xml"/>
  <Override PartName="/ppt/media/image2.svg" ContentType="image/svg+xml"/>
  <Override PartName="/ppt/media/image4.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 id="2147483655" r:id="rId5"/>
    <p:sldMasterId id="2147483701" r:id="rId6"/>
    <p:sldMasterId id="2147483744" r:id="rId7"/>
    <p:sldMasterId id="2147483711" r:id="rId8"/>
  </p:sldMasterIdLst>
  <p:notesMasterIdLst>
    <p:notesMasterId r:id="rId33"/>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ight slides" id="{C82B514F-492D-BB4F-A270-BC351B4B9897}">
          <p14:sldIdLst>
            <p14:sldId id="256"/>
            <p14:sldId id="280"/>
            <p14:sldId id="274"/>
            <p14:sldId id="259"/>
            <p14:sldId id="270"/>
            <p14:sldId id="273"/>
          </p14:sldIdLst>
        </p14:section>
        <p14:section name="Dark slides" id="{27763B1D-D3CB-FB4C-88F2-82071928E21C}">
          <p14:sldIdLst>
            <p14:sldId id="264"/>
            <p14:sldId id="260"/>
            <p14:sldId id="279"/>
            <p14:sldId id="269"/>
            <p14:sldId id="278"/>
            <p14:sldId id="263"/>
            <p14:sldId id="277"/>
            <p14:sldId id="276"/>
          </p14:sldIdLst>
        </p14:section>
        <p14:section name="Design elements" id="{2CDF8548-A386-1146-9B69-A52437345734}">
          <p14:sldIdLst>
            <p14:sldId id="271"/>
          </p14:sldIdLst>
        </p14:section>
        <p14:section name="Maps" id="{BF5A40D3-8BF7-6541-AEA0-E26723830FD7}">
          <p14:sldIdLst>
            <p14:sldId id="315"/>
            <p14:sldId id="305"/>
            <p14:sldId id="311"/>
            <p14:sldId id="314"/>
            <p14:sldId id="309"/>
            <p14:sldId id="312"/>
            <p14:sldId id="313"/>
            <p14:sldId id="310"/>
            <p14:sldId id="30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2AFB07-142C-2385-7D6A-8D59CAAE37A8}" name="Michael Burnside" initials="MB" userId="S::z3129167@ad.unsw.edu.au::91074dd7-df98-4446-8070-64c9f171a6c4" providerId="AD"/>
  <p188:author id="{0C490AD4-7BC1-1CD2-B032-A5F97D783530}" name="Bella Charlesworth" initials="BC" userId="S::z5300447@ad.unsw.edu.au::56dd3e49-8e1a-4cbe-ab4b-306d16bb9756" providerId="AD"/>
  <p188:author id="{333DF7F7-F9E2-3252-CE4A-8F8CCF56581F}" name="Maria Alarcon" initials="" userId="S::z3541455@ad.unsw.edu.au::4e874ad4-feb6-4551-a04a-5b7544a719d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B9C7B"/>
    <a:srgbClr val="C4E1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AD20AD-1CF5-424B-A07D-BFDD02E337B2}" v="1" dt="2025-11-18T12:43:40.456"/>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2"/>
  </p:normalViewPr>
  <p:slideViewPr>
    <p:cSldViewPr snapToGrid="0">
      <p:cViewPr varScale="1">
        <p:scale>
          <a:sx n="112" d="100"/>
          <a:sy n="112" d="100"/>
        </p:scale>
        <p:origin x="76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microsoft.com/office/2016/11/relationships/changesInfo" Target="changesInfos/changesInfo1.xml"/><Relationship Id="rId39" Type="http://schemas.microsoft.com/office/2015/10/relationships/revisionInfo" Target="revisionInfo.xml"/><Relationship Id="rId4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lla Charlesworth" userId="56dd3e49-8e1a-4cbe-ab4b-306d16bb9756" providerId="ADAL" clId="{AA4E5E0E-517A-5F60-844F-76A495FD1C07}"/>
    <pc:docChg chg="undo custSel modSld">
      <pc:chgData name="Bella Charlesworth" userId="56dd3e49-8e1a-4cbe-ab4b-306d16bb9756" providerId="ADAL" clId="{AA4E5E0E-517A-5F60-844F-76A495FD1C07}" dt="2025-11-18T12:43:43.639" v="23"/>
      <pc:docMkLst>
        <pc:docMk/>
      </pc:docMkLst>
      <pc:sldChg chg="addSp delSp modSp mod">
        <pc:chgData name="Bella Charlesworth" userId="56dd3e49-8e1a-4cbe-ab4b-306d16bb9756" providerId="ADAL" clId="{AA4E5E0E-517A-5F60-844F-76A495FD1C07}" dt="2025-11-18T12:43:43.639" v="23"/>
        <pc:sldMkLst>
          <pc:docMk/>
          <pc:sldMk cId="3640713972" sldId="315"/>
        </pc:sldMkLst>
        <pc:spChg chg="mod">
          <ac:chgData name="Bella Charlesworth" userId="56dd3e49-8e1a-4cbe-ab4b-306d16bb9756" providerId="ADAL" clId="{AA4E5E0E-517A-5F60-844F-76A495FD1C07}" dt="2025-11-18T12:42:41.539" v="20" actId="14100"/>
          <ac:spMkLst>
            <pc:docMk/>
            <pc:sldMk cId="3640713972" sldId="315"/>
            <ac:spMk id="5" creationId="{500B426B-590D-284C-C3FF-4FA1176C57D8}"/>
          </ac:spMkLst>
        </pc:spChg>
        <pc:spChg chg="mod">
          <ac:chgData name="Bella Charlesworth" userId="56dd3e49-8e1a-4cbe-ab4b-306d16bb9756" providerId="ADAL" clId="{AA4E5E0E-517A-5F60-844F-76A495FD1C07}" dt="2025-11-18T12:42:41.539" v="20" actId="14100"/>
          <ac:spMkLst>
            <pc:docMk/>
            <pc:sldMk cId="3640713972" sldId="315"/>
            <ac:spMk id="20" creationId="{521AF60E-1842-1B39-5A2E-9199CEE43F53}"/>
          </ac:spMkLst>
        </pc:spChg>
        <pc:spChg chg="add del mod">
          <ac:chgData name="Bella Charlesworth" userId="56dd3e49-8e1a-4cbe-ab4b-306d16bb9756" providerId="ADAL" clId="{AA4E5E0E-517A-5F60-844F-76A495FD1C07}" dt="2025-11-18T12:43:43.639" v="23"/>
          <ac:spMkLst>
            <pc:docMk/>
            <pc:sldMk cId="3640713972" sldId="315"/>
            <ac:spMk id="23" creationId="{51C0A8D9-6281-B057-9333-FF32AAE0D632}"/>
          </ac:spMkLst>
        </pc:spChg>
        <pc:spChg chg="mod">
          <ac:chgData name="Bella Charlesworth" userId="56dd3e49-8e1a-4cbe-ab4b-306d16bb9756" providerId="ADAL" clId="{AA4E5E0E-517A-5F60-844F-76A495FD1C07}" dt="2025-11-18T12:42:41.539" v="20" actId="14100"/>
          <ac:spMkLst>
            <pc:docMk/>
            <pc:sldMk cId="3640713972" sldId="315"/>
            <ac:spMk id="31" creationId="{46A20BE7-50E8-7C57-9C60-26212B4C5A8F}"/>
          </ac:spMkLst>
        </pc:spChg>
        <pc:spChg chg="mod">
          <ac:chgData name="Bella Charlesworth" userId="56dd3e49-8e1a-4cbe-ab4b-306d16bb9756" providerId="ADAL" clId="{AA4E5E0E-517A-5F60-844F-76A495FD1C07}" dt="2025-11-18T12:42:41.539" v="20" actId="14100"/>
          <ac:spMkLst>
            <pc:docMk/>
            <pc:sldMk cId="3640713972" sldId="315"/>
            <ac:spMk id="41" creationId="{70989678-F657-E89B-4AC7-0B5873BB69A7}"/>
          </ac:spMkLst>
        </pc:spChg>
        <pc:spChg chg="mod">
          <ac:chgData name="Bella Charlesworth" userId="56dd3e49-8e1a-4cbe-ab4b-306d16bb9756" providerId="ADAL" clId="{AA4E5E0E-517A-5F60-844F-76A495FD1C07}" dt="2025-11-18T12:42:41.539" v="20" actId="14100"/>
          <ac:spMkLst>
            <pc:docMk/>
            <pc:sldMk cId="3640713972" sldId="315"/>
            <ac:spMk id="46" creationId="{939C4349-6B31-DCDA-52BD-B25283C2A982}"/>
          </ac:spMkLst>
        </pc:spChg>
        <pc:spChg chg="mod">
          <ac:chgData name="Bella Charlesworth" userId="56dd3e49-8e1a-4cbe-ab4b-306d16bb9756" providerId="ADAL" clId="{AA4E5E0E-517A-5F60-844F-76A495FD1C07}" dt="2025-11-18T12:42:41.539" v="20" actId="14100"/>
          <ac:spMkLst>
            <pc:docMk/>
            <pc:sldMk cId="3640713972" sldId="315"/>
            <ac:spMk id="62" creationId="{1EA401A4-7EBC-55EB-DB3D-017BF1E41EF1}"/>
          </ac:spMkLst>
        </pc:spChg>
        <pc:spChg chg="mod">
          <ac:chgData name="Bella Charlesworth" userId="56dd3e49-8e1a-4cbe-ab4b-306d16bb9756" providerId="ADAL" clId="{AA4E5E0E-517A-5F60-844F-76A495FD1C07}" dt="2025-11-18T12:42:41.539" v="20" actId="14100"/>
          <ac:spMkLst>
            <pc:docMk/>
            <pc:sldMk cId="3640713972" sldId="315"/>
            <ac:spMk id="74" creationId="{D083C8C9-357E-70F4-0831-970747C39FD3}"/>
          </ac:spMkLst>
        </pc:spChg>
        <pc:spChg chg="mod">
          <ac:chgData name="Bella Charlesworth" userId="56dd3e49-8e1a-4cbe-ab4b-306d16bb9756" providerId="ADAL" clId="{AA4E5E0E-517A-5F60-844F-76A495FD1C07}" dt="2025-11-18T12:42:41.539" v="20" actId="14100"/>
          <ac:spMkLst>
            <pc:docMk/>
            <pc:sldMk cId="3640713972" sldId="315"/>
            <ac:spMk id="106" creationId="{EFC258AE-08CF-E29C-38B9-31DE7E8F539A}"/>
          </ac:spMkLst>
        </pc:spChg>
        <pc:spChg chg="mod">
          <ac:chgData name="Bella Charlesworth" userId="56dd3e49-8e1a-4cbe-ab4b-306d16bb9756" providerId="ADAL" clId="{AA4E5E0E-517A-5F60-844F-76A495FD1C07}" dt="2025-11-18T12:42:41.539" v="20" actId="14100"/>
          <ac:spMkLst>
            <pc:docMk/>
            <pc:sldMk cId="3640713972" sldId="315"/>
            <ac:spMk id="112" creationId="{3FA66DA7-B8A6-769F-915A-4D0D09BD19F9}"/>
          </ac:spMkLst>
        </pc:spChg>
        <pc:spChg chg="mod">
          <ac:chgData name="Bella Charlesworth" userId="56dd3e49-8e1a-4cbe-ab4b-306d16bb9756" providerId="ADAL" clId="{AA4E5E0E-517A-5F60-844F-76A495FD1C07}" dt="2025-11-18T12:42:37.365" v="18" actId="1076"/>
          <ac:spMkLst>
            <pc:docMk/>
            <pc:sldMk cId="3640713972" sldId="315"/>
            <ac:spMk id="124" creationId="{1309D835-2A13-65BF-4944-BB60DBAD9790}"/>
          </ac:spMkLst>
        </pc:spChg>
        <pc:spChg chg="mod">
          <ac:chgData name="Bella Charlesworth" userId="56dd3e49-8e1a-4cbe-ab4b-306d16bb9756" providerId="ADAL" clId="{AA4E5E0E-517A-5F60-844F-76A495FD1C07}" dt="2025-11-18T12:42:41.539" v="20" actId="14100"/>
          <ac:spMkLst>
            <pc:docMk/>
            <pc:sldMk cId="3640713972" sldId="315"/>
            <ac:spMk id="133" creationId="{CDFA2561-1643-8856-3F9C-F1B6452C3C2C}"/>
          </ac:spMkLst>
        </pc:spChg>
        <pc:spChg chg="mod">
          <ac:chgData name="Bella Charlesworth" userId="56dd3e49-8e1a-4cbe-ab4b-306d16bb9756" providerId="ADAL" clId="{AA4E5E0E-517A-5F60-844F-76A495FD1C07}" dt="2025-11-18T12:41:43.113" v="8" actId="14100"/>
          <ac:spMkLst>
            <pc:docMk/>
            <pc:sldMk cId="3640713972" sldId="315"/>
            <ac:spMk id="166" creationId="{69415924-4628-DA41-16AB-06A4210F3CFE}"/>
          </ac:spMkLst>
        </pc:spChg>
        <pc:spChg chg="mod">
          <ac:chgData name="Bella Charlesworth" userId="56dd3e49-8e1a-4cbe-ab4b-306d16bb9756" providerId="ADAL" clId="{AA4E5E0E-517A-5F60-844F-76A495FD1C07}" dt="2025-11-18T12:42:10.581" v="14" actId="1035"/>
          <ac:spMkLst>
            <pc:docMk/>
            <pc:sldMk cId="3640713972" sldId="315"/>
            <ac:spMk id="167" creationId="{91D669D4-8522-45EF-5350-0F6379FB0ADD}"/>
          </ac:spMkLst>
        </pc:spChg>
        <pc:spChg chg="mod">
          <ac:chgData name="Bella Charlesworth" userId="56dd3e49-8e1a-4cbe-ab4b-306d16bb9756" providerId="ADAL" clId="{AA4E5E0E-517A-5F60-844F-76A495FD1C07}" dt="2025-11-18T12:41:46.450" v="9" actId="14100"/>
          <ac:spMkLst>
            <pc:docMk/>
            <pc:sldMk cId="3640713972" sldId="315"/>
            <ac:spMk id="168" creationId="{E8578A79-62BD-EFBD-3612-4D596BA80E2C}"/>
          </ac:spMkLst>
        </pc:spChg>
        <pc:spChg chg="mod">
          <ac:chgData name="Bella Charlesworth" userId="56dd3e49-8e1a-4cbe-ab4b-306d16bb9756" providerId="ADAL" clId="{AA4E5E0E-517A-5F60-844F-76A495FD1C07}" dt="2025-11-18T12:41:49.295" v="10" actId="1076"/>
          <ac:spMkLst>
            <pc:docMk/>
            <pc:sldMk cId="3640713972" sldId="315"/>
            <ac:spMk id="169" creationId="{70B0585C-17F6-F6B0-A918-421F3BD3A55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376E14-30F4-BF42-BCA4-1C2F435585FE}" type="datetimeFigureOut">
              <a:rPr lang="en-GB" smtClean="0"/>
              <a:t>18/11/2025</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C32532-C1F2-434D-BA45-33BAE22F7F3F}" type="slidenum">
              <a:rPr lang="en-GB" smtClean="0"/>
              <a:t>‹#›</a:t>
            </a:fld>
            <a:endParaRPr lang="en-GB"/>
          </a:p>
        </p:txBody>
      </p:sp>
    </p:spTree>
    <p:extLst>
      <p:ext uri="{BB962C8B-B14F-4D97-AF65-F5344CB8AC3E}">
        <p14:creationId xmlns:p14="http://schemas.microsoft.com/office/powerpoint/2010/main" val="3399158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4.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6.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6.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7.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6.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6.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7.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4.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18.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18.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6.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17.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14.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7.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7.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7.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7.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14.sv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18.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18.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5.png"/><Relationship Id="rId3"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62CD47-CA7C-4A4C-BDAA-EBBB142F84E3}"/>
              </a:ext>
            </a:extLst>
          </p:cNvPr>
          <p:cNvSpPr>
            <a:spLocks noGrp="1"/>
          </p:cNvSpPr>
          <p:nvPr>
            <p:ph type="ctrTitle" hasCustomPrompt="1"/>
          </p:nvPr>
        </p:nvSpPr>
        <p:spPr>
          <a:xfrm>
            <a:off x="865632" y="3127248"/>
            <a:ext cx="9144000" cy="1726883"/>
          </a:xfrm>
        </p:spPr>
        <p:txBody>
          <a:bodyPr anchor="b">
            <a:normAutofit/>
          </a:bodyPr>
          <a:lstStyle>
            <a:lvl1pPr algn="l">
              <a:defRPr sz="4400">
                <a:solidFill>
                  <a:schemeClr val="bg2"/>
                </a:solidFill>
              </a:defRPr>
            </a:lvl1pPr>
          </a:lstStyle>
          <a:p>
            <a:r>
              <a:rPr lang="en-GB" noProof="0"/>
              <a:t>Double tab to add title</a:t>
            </a:r>
          </a:p>
        </p:txBody>
      </p:sp>
      <p:sp>
        <p:nvSpPr>
          <p:cNvPr id="3" name="Ondertitel 2">
            <a:extLst>
              <a:ext uri="{FF2B5EF4-FFF2-40B4-BE49-F238E27FC236}">
                <a16:creationId xmlns:a16="http://schemas.microsoft.com/office/drawing/2014/main" id="{26066B79-DF24-4141-A77A-766FF5372967}"/>
              </a:ext>
            </a:extLst>
          </p:cNvPr>
          <p:cNvSpPr>
            <a:spLocks noGrp="1"/>
          </p:cNvSpPr>
          <p:nvPr>
            <p:ph type="subTitle" idx="1" hasCustomPrompt="1"/>
          </p:nvPr>
        </p:nvSpPr>
        <p:spPr>
          <a:xfrm>
            <a:off x="865632" y="4946207"/>
            <a:ext cx="9144000" cy="1655762"/>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Double tab to add subtitle. To add / change the background image, right click on the background and choose ‘format background’. Insert an image from the image library folder ‘PowerPoint images’ from Teams.</a:t>
            </a:r>
          </a:p>
        </p:txBody>
      </p:sp>
      <p:pic>
        <p:nvPicPr>
          <p:cNvPr id="12" name="Afbeelding 11">
            <a:extLst>
              <a:ext uri="{FF2B5EF4-FFF2-40B4-BE49-F238E27FC236}">
                <a16:creationId xmlns:a16="http://schemas.microsoft.com/office/drawing/2014/main" id="{D4655ADD-411E-0C41-876F-092D58051975}"/>
              </a:ext>
            </a:extLst>
          </p:cNvPr>
          <p:cNvPicPr>
            <a:picLocks noChangeAspect="1"/>
          </p:cNvPicPr>
          <p:nvPr/>
        </p:nvPicPr>
        <p:blipFill>
          <a:blip r:embed="rId2"/>
          <a:stretch>
            <a:fillRect/>
          </a:stretch>
        </p:blipFill>
        <p:spPr>
          <a:xfrm>
            <a:off x="354774" y="352968"/>
            <a:ext cx="2060720" cy="691761"/>
          </a:xfrm>
          <a:prstGeom prst="rect">
            <a:avLst/>
          </a:prstGeom>
        </p:spPr>
      </p:pic>
      <p:pic>
        <p:nvPicPr>
          <p:cNvPr id="7" name="Graphic 6">
            <a:extLst>
              <a:ext uri="{FF2B5EF4-FFF2-40B4-BE49-F238E27FC236}">
                <a16:creationId xmlns:a16="http://schemas.microsoft.com/office/drawing/2014/main" id="{1B97825F-AFB3-B144-9CF6-3B087C07C4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95760" y="5282767"/>
            <a:ext cx="377952" cy="1547801"/>
          </a:xfrm>
          <a:prstGeom prst="rect">
            <a:avLst/>
          </a:prstGeom>
        </p:spPr>
      </p:pic>
      <p:pic>
        <p:nvPicPr>
          <p:cNvPr id="6" name="Afbeelding 5">
            <a:extLst>
              <a:ext uri="{FF2B5EF4-FFF2-40B4-BE49-F238E27FC236}">
                <a16:creationId xmlns:a16="http://schemas.microsoft.com/office/drawing/2014/main" id="{2053F9CD-8FA4-ED4F-A74F-AD29C873FBA5}"/>
              </a:ext>
            </a:extLst>
          </p:cNvPr>
          <p:cNvPicPr>
            <a:picLocks noChangeAspect="1"/>
          </p:cNvPicPr>
          <p:nvPr userDrawn="1"/>
        </p:nvPicPr>
        <p:blipFill>
          <a:blip r:embed="rId2"/>
          <a:stretch>
            <a:fillRect/>
          </a:stretch>
        </p:blipFill>
        <p:spPr>
          <a:xfrm>
            <a:off x="354774" y="352968"/>
            <a:ext cx="2060720" cy="691761"/>
          </a:xfrm>
          <a:prstGeom prst="rect">
            <a:avLst/>
          </a:prstGeom>
        </p:spPr>
      </p:pic>
      <p:pic>
        <p:nvPicPr>
          <p:cNvPr id="8" name="Graphic 7">
            <a:extLst>
              <a:ext uri="{FF2B5EF4-FFF2-40B4-BE49-F238E27FC236}">
                <a16:creationId xmlns:a16="http://schemas.microsoft.com/office/drawing/2014/main" id="{E0C12441-4F4C-F943-929A-811B368DC6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795760" y="5282767"/>
            <a:ext cx="377952" cy="1547801"/>
          </a:xfrm>
          <a:prstGeom prst="rect">
            <a:avLst/>
          </a:prstGeom>
        </p:spPr>
      </p:pic>
      <p:sp>
        <p:nvSpPr>
          <p:cNvPr id="13" name="Tijdelijke aanduiding voor tekst 4">
            <a:extLst>
              <a:ext uri="{FF2B5EF4-FFF2-40B4-BE49-F238E27FC236}">
                <a16:creationId xmlns:a16="http://schemas.microsoft.com/office/drawing/2014/main" id="{BB347217-FCCC-8845-8101-0A165A85FCC9}"/>
              </a:ext>
            </a:extLst>
          </p:cNvPr>
          <p:cNvSpPr>
            <a:spLocks noGrp="1"/>
          </p:cNvSpPr>
          <p:nvPr>
            <p:ph type="body" sz="quarter" idx="10" hasCustomPrompt="1"/>
          </p:nvPr>
        </p:nvSpPr>
        <p:spPr>
          <a:xfrm>
            <a:off x="7134226" y="290513"/>
            <a:ext cx="4806950" cy="315912"/>
          </a:xfrm>
        </p:spPr>
        <p:txBody>
          <a:bodyPr>
            <a:noAutofit/>
          </a:bodyPr>
          <a:lstStyle>
            <a:lvl1pPr marL="0" indent="0" algn="r">
              <a:buNone/>
              <a:defRPr sz="1400">
                <a:solidFill>
                  <a:schemeClr val="bg1"/>
                </a:solidFill>
              </a:defRPr>
            </a:lvl1pPr>
            <a:lvl2pPr>
              <a:defRPr sz="1400"/>
            </a:lvl2pPr>
            <a:lvl3pPr>
              <a:defRPr sz="1400"/>
            </a:lvl3pPr>
            <a:lvl4pPr>
              <a:defRPr sz="1400"/>
            </a:lvl4pPr>
            <a:lvl5pPr>
              <a:defRPr sz="1400"/>
            </a:lvl5pPr>
          </a:lstStyle>
          <a:p>
            <a:pPr lvl="0"/>
            <a:r>
              <a:rPr lang="nl-NL"/>
              <a:t>Name </a:t>
            </a:r>
            <a:r>
              <a:rPr lang="nl-NL" err="1"/>
              <a:t>Surname</a:t>
            </a:r>
            <a:r>
              <a:rPr lang="nl-NL"/>
              <a:t>  |  18 September 2022</a:t>
            </a:r>
            <a:endParaRPr lang="en-GB"/>
          </a:p>
        </p:txBody>
      </p:sp>
    </p:spTree>
    <p:extLst>
      <p:ext uri="{BB962C8B-B14F-4D97-AF65-F5344CB8AC3E}">
        <p14:creationId xmlns:p14="http://schemas.microsoft.com/office/powerpoint/2010/main" val="1369469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9EE7B8-06F6-B44C-A7FB-AACD9316913F}"/>
              </a:ext>
            </a:extLst>
          </p:cNvPr>
          <p:cNvSpPr>
            <a:spLocks noGrp="1"/>
          </p:cNvSpPr>
          <p:nvPr>
            <p:ph type="title" hasCustomPrompt="1"/>
          </p:nvPr>
        </p:nvSpPr>
        <p:spPr/>
        <p:txBody>
          <a:bodyPr anchor="t"/>
          <a:lstStyle/>
          <a:p>
            <a:r>
              <a:rPr lang="en-US" noProof="0"/>
              <a:t>Double tab to add title</a:t>
            </a:r>
          </a:p>
        </p:txBody>
      </p:sp>
      <p:sp>
        <p:nvSpPr>
          <p:cNvPr id="3" name="Tijdelijke aanduiding voor dianummer 2">
            <a:extLst>
              <a:ext uri="{FF2B5EF4-FFF2-40B4-BE49-F238E27FC236}">
                <a16:creationId xmlns:a16="http://schemas.microsoft.com/office/drawing/2014/main" id="{70791ABD-1920-7440-80EF-C0D79BB19B32}"/>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6" name="Tijdelijke aanduiding voor tekst 5">
            <a:extLst>
              <a:ext uri="{FF2B5EF4-FFF2-40B4-BE49-F238E27FC236}">
                <a16:creationId xmlns:a16="http://schemas.microsoft.com/office/drawing/2014/main" id="{CA5098BB-FBE4-0E4A-A083-BA66D00ACAF3}"/>
              </a:ext>
            </a:extLst>
          </p:cNvPr>
          <p:cNvSpPr>
            <a:spLocks noGrp="1"/>
          </p:cNvSpPr>
          <p:nvPr>
            <p:ph type="body" sz="quarter" idx="11" hasCustomPrompt="1"/>
          </p:nvPr>
        </p:nvSpPr>
        <p:spPr>
          <a:xfrm>
            <a:off x="838200" y="1628555"/>
            <a:ext cx="10515600" cy="4646613"/>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59222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 2 text boxe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9EE7B8-06F6-B44C-A7FB-AACD9316913F}"/>
              </a:ext>
            </a:extLst>
          </p:cNvPr>
          <p:cNvSpPr>
            <a:spLocks noGrp="1"/>
          </p:cNvSpPr>
          <p:nvPr>
            <p:ph type="title" hasCustomPrompt="1"/>
          </p:nvPr>
        </p:nvSpPr>
        <p:spPr/>
        <p:txBody>
          <a:bodyPr anchor="t"/>
          <a:lstStyle/>
          <a:p>
            <a:r>
              <a:rPr lang="en-US" noProof="0"/>
              <a:t>Double tab to add title</a:t>
            </a:r>
          </a:p>
        </p:txBody>
      </p:sp>
      <p:sp>
        <p:nvSpPr>
          <p:cNvPr id="3" name="Tijdelijke aanduiding voor dianummer 2">
            <a:extLst>
              <a:ext uri="{FF2B5EF4-FFF2-40B4-BE49-F238E27FC236}">
                <a16:creationId xmlns:a16="http://schemas.microsoft.com/office/drawing/2014/main" id="{70791ABD-1920-7440-80EF-C0D79BB19B32}"/>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6" name="Tijdelijke aanduiding voor tekst 5">
            <a:extLst>
              <a:ext uri="{FF2B5EF4-FFF2-40B4-BE49-F238E27FC236}">
                <a16:creationId xmlns:a16="http://schemas.microsoft.com/office/drawing/2014/main" id="{CA5098BB-FBE4-0E4A-A083-BA66D00ACAF3}"/>
              </a:ext>
            </a:extLst>
          </p:cNvPr>
          <p:cNvSpPr>
            <a:spLocks noGrp="1"/>
          </p:cNvSpPr>
          <p:nvPr>
            <p:ph type="body" sz="quarter" idx="11" hasCustomPrompt="1"/>
          </p:nvPr>
        </p:nvSpPr>
        <p:spPr>
          <a:xfrm>
            <a:off x="838200" y="1628555"/>
            <a:ext cx="5176520" cy="4447189"/>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ijdelijke aanduiding voor tekst 5">
            <a:extLst>
              <a:ext uri="{FF2B5EF4-FFF2-40B4-BE49-F238E27FC236}">
                <a16:creationId xmlns:a16="http://schemas.microsoft.com/office/drawing/2014/main" id="{19D28746-64B2-9040-97A8-CC8F75C4092E}"/>
              </a:ext>
            </a:extLst>
          </p:cNvPr>
          <p:cNvSpPr>
            <a:spLocks noGrp="1"/>
          </p:cNvSpPr>
          <p:nvPr>
            <p:ph type="body" sz="quarter" idx="12" hasCustomPrompt="1"/>
          </p:nvPr>
        </p:nvSpPr>
        <p:spPr>
          <a:xfrm>
            <a:off x="6182360" y="1628555"/>
            <a:ext cx="5176520" cy="4447189"/>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85202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 text + image">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38BF49EA-8B92-6249-9ED6-1812C76BFCBA}"/>
              </a:ext>
            </a:extLst>
          </p:cNvPr>
          <p:cNvSpPr>
            <a:spLocks noGrp="1"/>
          </p:cNvSpPr>
          <p:nvPr>
            <p:ph type="title" hasCustomPrompt="1"/>
          </p:nvPr>
        </p:nvSpPr>
        <p:spPr>
          <a:xfrm>
            <a:off x="838201" y="782256"/>
            <a:ext cx="5898266" cy="1034969"/>
          </a:xfrm>
        </p:spPr>
        <p:txBody>
          <a:bodyPr anchor="t"/>
          <a:lstStyle/>
          <a:p>
            <a:r>
              <a:rPr lang="en-US" noProof="0"/>
              <a:t>Double tab to add title</a:t>
            </a:r>
          </a:p>
        </p:txBody>
      </p:sp>
      <p:sp>
        <p:nvSpPr>
          <p:cNvPr id="40" name="Rechthoek 39">
            <a:extLst>
              <a:ext uri="{FF2B5EF4-FFF2-40B4-BE49-F238E27FC236}">
                <a16:creationId xmlns:a16="http://schemas.microsoft.com/office/drawing/2014/main" id="{1B7424BF-5023-5443-AD8B-AE5CB1B901FE}"/>
              </a:ext>
            </a:extLst>
          </p:cNvPr>
          <p:cNvSpPr/>
          <p:nvPr/>
        </p:nvSpPr>
        <p:spPr>
          <a:xfrm>
            <a:off x="202878" y="6422717"/>
            <a:ext cx="249407" cy="24940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41" name="Tijdelijke aanduiding voor dianummer 5">
            <a:extLst>
              <a:ext uri="{FF2B5EF4-FFF2-40B4-BE49-F238E27FC236}">
                <a16:creationId xmlns:a16="http://schemas.microsoft.com/office/drawing/2014/main" id="{E40C638E-FEB4-A447-92B1-F104027A6758}"/>
              </a:ext>
            </a:extLst>
          </p:cNvPr>
          <p:cNvSpPr>
            <a:spLocks noGrp="1"/>
          </p:cNvSpPr>
          <p:nvPr>
            <p:ph type="sldNum" sz="quarter" idx="4"/>
          </p:nvPr>
        </p:nvSpPr>
        <p:spPr>
          <a:xfrm>
            <a:off x="143256" y="6364859"/>
            <a:ext cx="377952"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fld id="{03E7D791-E1C0-214A-A1AE-A2028F82F232}" type="slidenum">
              <a:rPr lang="en-GB" smtClean="0"/>
              <a:pPr/>
              <a:t>‹#›</a:t>
            </a:fld>
            <a:endParaRPr lang="en-GB"/>
          </a:p>
        </p:txBody>
      </p:sp>
      <p:sp>
        <p:nvSpPr>
          <p:cNvPr id="44" name="Tijdelijke aanduiding voor tekst 5">
            <a:extLst>
              <a:ext uri="{FF2B5EF4-FFF2-40B4-BE49-F238E27FC236}">
                <a16:creationId xmlns:a16="http://schemas.microsoft.com/office/drawing/2014/main" id="{3A2D7E61-85DE-8D44-8329-5B1008A354B7}"/>
              </a:ext>
            </a:extLst>
          </p:cNvPr>
          <p:cNvSpPr>
            <a:spLocks noGrp="1"/>
          </p:cNvSpPr>
          <p:nvPr>
            <p:ph type="body" sz="quarter" idx="12" hasCustomPrompt="1"/>
          </p:nvPr>
        </p:nvSpPr>
        <p:spPr>
          <a:xfrm>
            <a:off x="838201" y="1944547"/>
            <a:ext cx="5898266" cy="4330622"/>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 name="Tijdelijke aanduiding voor afbeelding 50">
            <a:extLst>
              <a:ext uri="{FF2B5EF4-FFF2-40B4-BE49-F238E27FC236}">
                <a16:creationId xmlns:a16="http://schemas.microsoft.com/office/drawing/2014/main" id="{DE301A6B-F87C-DD49-8619-C62B63A275F3}"/>
              </a:ext>
            </a:extLst>
          </p:cNvPr>
          <p:cNvSpPr>
            <a:spLocks noGrp="1"/>
          </p:cNvSpPr>
          <p:nvPr>
            <p:ph type="pic" sz="quarter" idx="13"/>
          </p:nvPr>
        </p:nvSpPr>
        <p:spPr>
          <a:xfrm>
            <a:off x="7072132" y="0"/>
            <a:ext cx="5119868" cy="6858000"/>
          </a:xfrm>
          <a:custGeom>
            <a:avLst/>
            <a:gdLst>
              <a:gd name="connsiteX0" fmla="*/ 0 w 5119868"/>
              <a:gd name="connsiteY0" fmla="*/ 0 h 6858000"/>
              <a:gd name="connsiteX1" fmla="*/ 5119868 w 5119868"/>
              <a:gd name="connsiteY1" fmla="*/ 0 h 6858000"/>
              <a:gd name="connsiteX2" fmla="*/ 5119868 w 5119868"/>
              <a:gd name="connsiteY2" fmla="*/ 6858000 h 6858000"/>
              <a:gd name="connsiteX3" fmla="*/ 3437680 w 5119868"/>
              <a:gd name="connsiteY3" fmla="*/ 6858000 h 6858000"/>
              <a:gd name="connsiteX4" fmla="*/ 3437680 w 5119868"/>
              <a:gd name="connsiteY4" fmla="*/ 5156522 h 6858000"/>
              <a:gd name="connsiteX5" fmla="*/ 1713052 w 5119868"/>
              <a:gd name="connsiteY5" fmla="*/ 5156522 h 6858000"/>
              <a:gd name="connsiteX6" fmla="*/ 1713052 w 5119868"/>
              <a:gd name="connsiteY6" fmla="*/ 1701478 h 6858000"/>
              <a:gd name="connsiteX7" fmla="*/ 0 w 5119868"/>
              <a:gd name="connsiteY7" fmla="*/ 17014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9868" h="6858000">
                <a:moveTo>
                  <a:pt x="0" y="0"/>
                </a:moveTo>
                <a:lnTo>
                  <a:pt x="5119868" y="0"/>
                </a:lnTo>
                <a:lnTo>
                  <a:pt x="5119868" y="6858000"/>
                </a:lnTo>
                <a:lnTo>
                  <a:pt x="3437680" y="6858000"/>
                </a:lnTo>
                <a:lnTo>
                  <a:pt x="3437680" y="5156522"/>
                </a:lnTo>
                <a:lnTo>
                  <a:pt x="1713052" y="5156522"/>
                </a:lnTo>
                <a:lnTo>
                  <a:pt x="1713052" y="1701478"/>
                </a:lnTo>
                <a:lnTo>
                  <a:pt x="0" y="1701478"/>
                </a:lnTo>
                <a:close/>
              </a:path>
            </a:pathLst>
          </a:custGeom>
        </p:spPr>
        <p:txBody>
          <a:bodyPr wrap="square">
            <a:noAutofit/>
          </a:bodyPr>
          <a:lstStyle/>
          <a:p>
            <a:r>
              <a:rPr lang="nl-NL"/>
              <a:t>Klik op het pictogram als u een afbeelding wilt toevoegen</a:t>
            </a:r>
            <a:endParaRPr lang="en-GB"/>
          </a:p>
        </p:txBody>
      </p:sp>
      <p:sp>
        <p:nvSpPr>
          <p:cNvPr id="7" name="Rechthoek 6">
            <a:extLst>
              <a:ext uri="{FF2B5EF4-FFF2-40B4-BE49-F238E27FC236}">
                <a16:creationId xmlns:a16="http://schemas.microsoft.com/office/drawing/2014/main" id="{AC55321E-B88A-7443-829C-0D517CEB4F22}"/>
              </a:ext>
            </a:extLst>
          </p:cNvPr>
          <p:cNvSpPr/>
          <p:nvPr userDrawn="1"/>
        </p:nvSpPr>
        <p:spPr>
          <a:xfrm>
            <a:off x="202878" y="6422717"/>
            <a:ext cx="249407" cy="24940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453319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ext + tiles">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38BF49EA-8B92-6249-9ED6-1812C76BFCBA}"/>
              </a:ext>
            </a:extLst>
          </p:cNvPr>
          <p:cNvSpPr>
            <a:spLocks noGrp="1"/>
          </p:cNvSpPr>
          <p:nvPr>
            <p:ph type="title" hasCustomPrompt="1"/>
          </p:nvPr>
        </p:nvSpPr>
        <p:spPr>
          <a:xfrm>
            <a:off x="838201" y="782256"/>
            <a:ext cx="5898266" cy="1034969"/>
          </a:xfrm>
        </p:spPr>
        <p:txBody>
          <a:bodyPr anchor="t"/>
          <a:lstStyle/>
          <a:p>
            <a:r>
              <a:rPr lang="en-US" noProof="0"/>
              <a:t>Double tab to add title</a:t>
            </a:r>
          </a:p>
        </p:txBody>
      </p:sp>
      <p:sp>
        <p:nvSpPr>
          <p:cNvPr id="40" name="Rechthoek 39">
            <a:extLst>
              <a:ext uri="{FF2B5EF4-FFF2-40B4-BE49-F238E27FC236}">
                <a16:creationId xmlns:a16="http://schemas.microsoft.com/office/drawing/2014/main" id="{1B7424BF-5023-5443-AD8B-AE5CB1B901FE}"/>
              </a:ext>
            </a:extLst>
          </p:cNvPr>
          <p:cNvSpPr/>
          <p:nvPr/>
        </p:nvSpPr>
        <p:spPr>
          <a:xfrm>
            <a:off x="202878" y="6422717"/>
            <a:ext cx="249407" cy="24940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41" name="Tijdelijke aanduiding voor dianummer 5">
            <a:extLst>
              <a:ext uri="{FF2B5EF4-FFF2-40B4-BE49-F238E27FC236}">
                <a16:creationId xmlns:a16="http://schemas.microsoft.com/office/drawing/2014/main" id="{E40C638E-FEB4-A447-92B1-F104027A6758}"/>
              </a:ext>
            </a:extLst>
          </p:cNvPr>
          <p:cNvSpPr>
            <a:spLocks noGrp="1"/>
          </p:cNvSpPr>
          <p:nvPr>
            <p:ph type="sldNum" sz="quarter" idx="4"/>
          </p:nvPr>
        </p:nvSpPr>
        <p:spPr>
          <a:xfrm>
            <a:off x="143256" y="6364859"/>
            <a:ext cx="377952"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fld id="{03E7D791-E1C0-214A-A1AE-A2028F82F232}" type="slidenum">
              <a:rPr lang="en-GB" smtClean="0"/>
              <a:pPr/>
              <a:t>‹#›</a:t>
            </a:fld>
            <a:endParaRPr lang="en-GB"/>
          </a:p>
        </p:txBody>
      </p:sp>
      <p:sp>
        <p:nvSpPr>
          <p:cNvPr id="44" name="Tijdelijke aanduiding voor tekst 5">
            <a:extLst>
              <a:ext uri="{FF2B5EF4-FFF2-40B4-BE49-F238E27FC236}">
                <a16:creationId xmlns:a16="http://schemas.microsoft.com/office/drawing/2014/main" id="{3A2D7E61-85DE-8D44-8329-5B1008A354B7}"/>
              </a:ext>
            </a:extLst>
          </p:cNvPr>
          <p:cNvSpPr>
            <a:spLocks noGrp="1"/>
          </p:cNvSpPr>
          <p:nvPr>
            <p:ph type="body" sz="quarter" idx="12" hasCustomPrompt="1"/>
          </p:nvPr>
        </p:nvSpPr>
        <p:spPr>
          <a:xfrm>
            <a:off x="838201" y="1944547"/>
            <a:ext cx="5898266" cy="4330622"/>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Rechthoek 1">
            <a:extLst>
              <a:ext uri="{FF2B5EF4-FFF2-40B4-BE49-F238E27FC236}">
                <a16:creationId xmlns:a16="http://schemas.microsoft.com/office/drawing/2014/main" id="{07CEEF21-A75E-1D4B-8D68-C326D0F1FAAD}"/>
              </a:ext>
            </a:extLst>
          </p:cNvPr>
          <p:cNvSpPr/>
          <p:nvPr/>
        </p:nvSpPr>
        <p:spPr>
          <a:xfrm>
            <a:off x="7053937" y="0"/>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hthoek 22">
            <a:extLst>
              <a:ext uri="{FF2B5EF4-FFF2-40B4-BE49-F238E27FC236}">
                <a16:creationId xmlns:a16="http://schemas.microsoft.com/office/drawing/2014/main" id="{084156CF-A9DA-324B-A529-5FE7FDF68AE3}"/>
              </a:ext>
            </a:extLst>
          </p:cNvPr>
          <p:cNvSpPr/>
          <p:nvPr/>
        </p:nvSpPr>
        <p:spPr>
          <a:xfrm>
            <a:off x="10484141" y="0"/>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hthoek 23">
            <a:extLst>
              <a:ext uri="{FF2B5EF4-FFF2-40B4-BE49-F238E27FC236}">
                <a16:creationId xmlns:a16="http://schemas.microsoft.com/office/drawing/2014/main" id="{F8524F31-4FF5-9A4A-B642-13185C558B5C}"/>
              </a:ext>
            </a:extLst>
          </p:cNvPr>
          <p:cNvSpPr/>
          <p:nvPr/>
        </p:nvSpPr>
        <p:spPr>
          <a:xfrm>
            <a:off x="8769072" y="1715069"/>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hthoek 26">
            <a:extLst>
              <a:ext uri="{FF2B5EF4-FFF2-40B4-BE49-F238E27FC236}">
                <a16:creationId xmlns:a16="http://schemas.microsoft.com/office/drawing/2014/main" id="{638065A9-DF35-4549-B7D5-A2982398250C}"/>
              </a:ext>
            </a:extLst>
          </p:cNvPr>
          <p:cNvSpPr/>
          <p:nvPr/>
        </p:nvSpPr>
        <p:spPr>
          <a:xfrm>
            <a:off x="10484141" y="3430353"/>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jdelijke aanduiding voor afbeelding 6">
            <a:extLst>
              <a:ext uri="{FF2B5EF4-FFF2-40B4-BE49-F238E27FC236}">
                <a16:creationId xmlns:a16="http://schemas.microsoft.com/office/drawing/2014/main" id="{A8E8FDF1-AEB8-944A-914D-0457805601E7}"/>
              </a:ext>
            </a:extLst>
          </p:cNvPr>
          <p:cNvSpPr>
            <a:spLocks noGrp="1"/>
          </p:cNvSpPr>
          <p:nvPr>
            <p:ph type="pic" sz="quarter" idx="14" hasCustomPrompt="1"/>
          </p:nvPr>
        </p:nvSpPr>
        <p:spPr>
          <a:xfrm>
            <a:off x="8768617" y="0"/>
            <a:ext cx="1716087" cy="1714500"/>
          </a:xfrm>
        </p:spPr>
        <p:txBody>
          <a:bodyPr>
            <a:normAutofit/>
          </a:bodyPr>
          <a:lstStyle>
            <a:lvl1pPr marL="0" indent="0">
              <a:lnSpc>
                <a:spcPct val="150000"/>
              </a:lnSpc>
              <a:buNone/>
              <a:defRPr sz="1600"/>
            </a:lvl1pPr>
          </a:lstStyle>
          <a:p>
            <a:r>
              <a:rPr lang="en-GB"/>
              <a:t>Add image - max size: 300kb</a:t>
            </a:r>
          </a:p>
        </p:txBody>
      </p:sp>
      <p:sp>
        <p:nvSpPr>
          <p:cNvPr id="33" name="Tijdelijke aanduiding voor afbeelding 6">
            <a:extLst>
              <a:ext uri="{FF2B5EF4-FFF2-40B4-BE49-F238E27FC236}">
                <a16:creationId xmlns:a16="http://schemas.microsoft.com/office/drawing/2014/main" id="{A501ACD8-E37A-7E43-8487-37737E70228F}"/>
              </a:ext>
            </a:extLst>
          </p:cNvPr>
          <p:cNvSpPr>
            <a:spLocks noGrp="1"/>
          </p:cNvSpPr>
          <p:nvPr>
            <p:ph type="pic" sz="quarter" idx="15" hasCustomPrompt="1"/>
          </p:nvPr>
        </p:nvSpPr>
        <p:spPr>
          <a:xfrm>
            <a:off x="10483686" y="1715069"/>
            <a:ext cx="1716087" cy="1714500"/>
          </a:xfrm>
        </p:spPr>
        <p:txBody>
          <a:bodyPr>
            <a:normAutofit/>
          </a:bodyPr>
          <a:lstStyle>
            <a:lvl1pPr marL="0" indent="0">
              <a:lnSpc>
                <a:spcPct val="150000"/>
              </a:lnSpc>
              <a:buNone/>
              <a:defRPr sz="1600"/>
            </a:lvl1pPr>
          </a:lstStyle>
          <a:p>
            <a:r>
              <a:rPr lang="en-GB"/>
              <a:t>Add image - max size: 300kb</a:t>
            </a:r>
          </a:p>
        </p:txBody>
      </p:sp>
      <p:sp>
        <p:nvSpPr>
          <p:cNvPr id="34" name="Tijdelijke aanduiding voor afbeelding 6">
            <a:extLst>
              <a:ext uri="{FF2B5EF4-FFF2-40B4-BE49-F238E27FC236}">
                <a16:creationId xmlns:a16="http://schemas.microsoft.com/office/drawing/2014/main" id="{889C2EF5-0E57-1940-A3AC-9BF816B62E00}"/>
              </a:ext>
            </a:extLst>
          </p:cNvPr>
          <p:cNvSpPr>
            <a:spLocks noGrp="1"/>
          </p:cNvSpPr>
          <p:nvPr>
            <p:ph type="pic" sz="quarter" idx="16" hasCustomPrompt="1"/>
          </p:nvPr>
        </p:nvSpPr>
        <p:spPr>
          <a:xfrm>
            <a:off x="8768617" y="3427647"/>
            <a:ext cx="1716087" cy="1721540"/>
          </a:xfrm>
        </p:spPr>
        <p:txBody>
          <a:bodyPr>
            <a:normAutofit/>
          </a:bodyPr>
          <a:lstStyle>
            <a:lvl1pPr marL="0" indent="0">
              <a:lnSpc>
                <a:spcPct val="150000"/>
              </a:lnSpc>
              <a:buNone/>
              <a:defRPr sz="1600"/>
            </a:lvl1pPr>
          </a:lstStyle>
          <a:p>
            <a:r>
              <a:rPr lang="en-GB"/>
              <a:t>Add image - max size: 300kb</a:t>
            </a:r>
          </a:p>
        </p:txBody>
      </p:sp>
      <p:sp>
        <p:nvSpPr>
          <p:cNvPr id="36" name="Tijdelijke aanduiding voor afbeelding 6">
            <a:extLst>
              <a:ext uri="{FF2B5EF4-FFF2-40B4-BE49-F238E27FC236}">
                <a16:creationId xmlns:a16="http://schemas.microsoft.com/office/drawing/2014/main" id="{0FA8BAD9-79AE-3C45-943A-60EC1DD8095A}"/>
              </a:ext>
            </a:extLst>
          </p:cNvPr>
          <p:cNvSpPr>
            <a:spLocks noGrp="1"/>
          </p:cNvSpPr>
          <p:nvPr>
            <p:ph type="pic" sz="quarter" idx="17" hasCustomPrompt="1"/>
          </p:nvPr>
        </p:nvSpPr>
        <p:spPr>
          <a:xfrm>
            <a:off x="10483686" y="5145207"/>
            <a:ext cx="1716087" cy="1714500"/>
          </a:xfrm>
        </p:spPr>
        <p:txBody>
          <a:bodyPr>
            <a:normAutofit/>
          </a:bodyPr>
          <a:lstStyle>
            <a:lvl1pPr marL="0" indent="0">
              <a:lnSpc>
                <a:spcPct val="150000"/>
              </a:lnSpc>
              <a:buNone/>
              <a:defRPr sz="1600"/>
            </a:lvl1pPr>
          </a:lstStyle>
          <a:p>
            <a:r>
              <a:rPr lang="en-GB"/>
              <a:t>Add image - max size: 300kb</a:t>
            </a:r>
          </a:p>
        </p:txBody>
      </p:sp>
      <p:sp>
        <p:nvSpPr>
          <p:cNvPr id="14" name="Rechthoek 13">
            <a:extLst>
              <a:ext uri="{FF2B5EF4-FFF2-40B4-BE49-F238E27FC236}">
                <a16:creationId xmlns:a16="http://schemas.microsoft.com/office/drawing/2014/main" id="{B29310B6-7315-3748-B341-68E33FDD90FD}"/>
              </a:ext>
            </a:extLst>
          </p:cNvPr>
          <p:cNvSpPr/>
          <p:nvPr userDrawn="1"/>
        </p:nvSpPr>
        <p:spPr>
          <a:xfrm>
            <a:off x="202878" y="6422717"/>
            <a:ext cx="249407" cy="24940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B0A0DDCA-5B07-4A4A-B222-B73786529734}"/>
              </a:ext>
            </a:extLst>
          </p:cNvPr>
          <p:cNvSpPr/>
          <p:nvPr userDrawn="1"/>
        </p:nvSpPr>
        <p:spPr>
          <a:xfrm>
            <a:off x="7053937" y="0"/>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hthoek 15">
            <a:extLst>
              <a:ext uri="{FF2B5EF4-FFF2-40B4-BE49-F238E27FC236}">
                <a16:creationId xmlns:a16="http://schemas.microsoft.com/office/drawing/2014/main" id="{DF81EAE9-EF6C-F24C-9EED-0CD33FD8849B}"/>
              </a:ext>
            </a:extLst>
          </p:cNvPr>
          <p:cNvSpPr/>
          <p:nvPr userDrawn="1"/>
        </p:nvSpPr>
        <p:spPr>
          <a:xfrm>
            <a:off x="10484141" y="0"/>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hthoek 16">
            <a:extLst>
              <a:ext uri="{FF2B5EF4-FFF2-40B4-BE49-F238E27FC236}">
                <a16:creationId xmlns:a16="http://schemas.microsoft.com/office/drawing/2014/main" id="{3C23F8BE-F848-3141-A293-97F9E77D946D}"/>
              </a:ext>
            </a:extLst>
          </p:cNvPr>
          <p:cNvSpPr/>
          <p:nvPr userDrawn="1"/>
        </p:nvSpPr>
        <p:spPr>
          <a:xfrm>
            <a:off x="8769072" y="1715069"/>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hoek 17">
            <a:extLst>
              <a:ext uri="{FF2B5EF4-FFF2-40B4-BE49-F238E27FC236}">
                <a16:creationId xmlns:a16="http://schemas.microsoft.com/office/drawing/2014/main" id="{C0C136F0-710B-8A49-B67B-0CB834E2B80E}"/>
              </a:ext>
            </a:extLst>
          </p:cNvPr>
          <p:cNvSpPr/>
          <p:nvPr userDrawn="1"/>
        </p:nvSpPr>
        <p:spPr>
          <a:xfrm>
            <a:off x="10484141" y="3430353"/>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80028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ackground image + block text">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9E74C8DC-37BE-0145-B803-8458657275AE}"/>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7" name="Tijdelijke aanduiding voor tekst 6">
            <a:extLst>
              <a:ext uri="{FF2B5EF4-FFF2-40B4-BE49-F238E27FC236}">
                <a16:creationId xmlns:a16="http://schemas.microsoft.com/office/drawing/2014/main" id="{22AFE609-E85F-E443-8E90-3DADD6C2F031}"/>
              </a:ext>
            </a:extLst>
          </p:cNvPr>
          <p:cNvSpPr>
            <a:spLocks noGrp="1"/>
          </p:cNvSpPr>
          <p:nvPr>
            <p:ph type="body" sz="quarter" idx="11" hasCustomPrompt="1"/>
          </p:nvPr>
        </p:nvSpPr>
        <p:spPr>
          <a:xfrm>
            <a:off x="815049" y="2232949"/>
            <a:ext cx="4625052" cy="4625052"/>
          </a:xfrm>
          <a:solidFill>
            <a:schemeClr val="tx1"/>
          </a:solidFill>
        </p:spPr>
        <p:txBody>
          <a:bodyPr lIns="396000" tIns="1655999" rIns="396000" bIns="540000" anchor="t">
            <a:normAutofit/>
          </a:bodyPr>
          <a:lstStyle>
            <a:lvl1pPr marL="0" marR="0" indent="0" algn="l" defTabSz="914400" rtl="0" eaLnBrk="1" fontAlgn="auto" latinLnBrk="0" hangingPunct="1">
              <a:lnSpc>
                <a:spcPct val="100000"/>
              </a:lnSpc>
              <a:spcBef>
                <a:spcPts val="1000"/>
              </a:spcBef>
              <a:spcAft>
                <a:spcPts val="0"/>
              </a:spcAft>
              <a:buClr>
                <a:schemeClr val="bg2"/>
              </a:buClr>
              <a:buSzTx/>
              <a:buFont typeface="Wingdings" pitchFamily="2" charset="2"/>
              <a:buNone/>
              <a:tabLst/>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bg2"/>
              </a:buClr>
              <a:buSzTx/>
              <a:buFont typeface="Wingdings" pitchFamily="2" charset="2"/>
              <a:buNone/>
              <a:tabLst/>
              <a:defRPr/>
            </a:pPr>
            <a:r>
              <a:rPr lang="en-US" noProof="0"/>
              <a:t>Double tab to add text. </a:t>
            </a:r>
            <a:r>
              <a:rPr lang="en-GB" noProof="0"/>
              <a:t>To add / change the background image, right click on the background and choose ‘format background’. Insert an image from the image library folder ‘PowerPoint images’ from Teams.</a:t>
            </a:r>
          </a:p>
          <a:p>
            <a:pPr lvl="0"/>
            <a:endParaRPr lang="en-US" noProof="0"/>
          </a:p>
        </p:txBody>
      </p:sp>
      <p:sp>
        <p:nvSpPr>
          <p:cNvPr id="2" name="Titel 1">
            <a:extLst>
              <a:ext uri="{FF2B5EF4-FFF2-40B4-BE49-F238E27FC236}">
                <a16:creationId xmlns:a16="http://schemas.microsoft.com/office/drawing/2014/main" id="{604F2AD7-47E6-E24E-8F88-E8B6FAB6DB79}"/>
              </a:ext>
            </a:extLst>
          </p:cNvPr>
          <p:cNvSpPr>
            <a:spLocks noGrp="1"/>
          </p:cNvSpPr>
          <p:nvPr>
            <p:ph type="title" hasCustomPrompt="1"/>
          </p:nvPr>
        </p:nvSpPr>
        <p:spPr>
          <a:xfrm>
            <a:off x="1115992" y="2928396"/>
            <a:ext cx="4023168" cy="802494"/>
          </a:xfrm>
        </p:spPr>
        <p:txBody>
          <a:bodyPr anchor="b">
            <a:normAutofit/>
          </a:bodyPr>
          <a:lstStyle>
            <a:lvl1pPr>
              <a:defRPr sz="2400">
                <a:solidFill>
                  <a:schemeClr val="bg2"/>
                </a:solidFill>
              </a:defRPr>
            </a:lvl1pPr>
          </a:lstStyle>
          <a:p>
            <a:r>
              <a:rPr lang="en-US" noProof="0"/>
              <a:t>Double tab to add title</a:t>
            </a:r>
          </a:p>
        </p:txBody>
      </p:sp>
    </p:spTree>
    <p:extLst>
      <p:ext uri="{BB962C8B-B14F-4D97-AF65-F5344CB8AC3E}">
        <p14:creationId xmlns:p14="http://schemas.microsoft.com/office/powerpoint/2010/main" val="2838538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mpty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6413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840937-EF63-DE46-9EE0-2CB3E4C8607B}"/>
              </a:ext>
            </a:extLst>
          </p:cNvPr>
          <p:cNvSpPr>
            <a:spLocks noGrp="1"/>
          </p:cNvSpPr>
          <p:nvPr>
            <p:ph type="title" hasCustomPrompt="1"/>
          </p:nvPr>
        </p:nvSpPr>
        <p:spPr/>
        <p:txBody>
          <a:bodyPr anchor="t"/>
          <a:lstStyle/>
          <a:p>
            <a:r>
              <a:rPr lang="en-US" noProof="0"/>
              <a:t>Double tab to add title</a:t>
            </a:r>
          </a:p>
        </p:txBody>
      </p:sp>
      <p:sp>
        <p:nvSpPr>
          <p:cNvPr id="3" name="Tijdelijke aanduiding voor dianummer 2">
            <a:extLst>
              <a:ext uri="{FF2B5EF4-FFF2-40B4-BE49-F238E27FC236}">
                <a16:creationId xmlns:a16="http://schemas.microsoft.com/office/drawing/2014/main" id="{946DE453-0C63-BA43-9914-FC9F156EF1C1}"/>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4" name="Tijdelijke aanduiding voor tekst 5">
            <a:extLst>
              <a:ext uri="{FF2B5EF4-FFF2-40B4-BE49-F238E27FC236}">
                <a16:creationId xmlns:a16="http://schemas.microsoft.com/office/drawing/2014/main" id="{F9428C38-8549-314C-ADB8-2B8974BF93BC}"/>
              </a:ext>
            </a:extLst>
          </p:cNvPr>
          <p:cNvSpPr>
            <a:spLocks noGrp="1"/>
          </p:cNvSpPr>
          <p:nvPr>
            <p:ph type="body" sz="quarter" idx="11" hasCustomPrompt="1"/>
          </p:nvPr>
        </p:nvSpPr>
        <p:spPr>
          <a:xfrm>
            <a:off x="838200" y="1628556"/>
            <a:ext cx="10515600" cy="703137"/>
          </a:xfrm>
        </p:spPr>
        <p:txBody>
          <a:bodyPr>
            <a:normAutofit/>
          </a:bodyPr>
          <a:lstStyle>
            <a:lvl1pPr marL="0" indent="0">
              <a:buClr>
                <a:srgbClr val="3B9C7B"/>
              </a:buClr>
              <a:buNone/>
              <a:defRPr sz="1800"/>
            </a:lvl1pPr>
            <a:lvl2pPr marL="457200" indent="0">
              <a:buClr>
                <a:srgbClr val="3B9C7B"/>
              </a:buClr>
              <a:buNone/>
              <a:defRPr/>
            </a:lvl2pPr>
            <a:lvl3pPr marL="914400" indent="0">
              <a:buClr>
                <a:srgbClr val="3B9C7B"/>
              </a:buClr>
              <a:buNone/>
              <a:defRPr/>
            </a:lvl3pPr>
            <a:lvl4pPr marL="1371600" indent="0">
              <a:buClr>
                <a:srgbClr val="3B9C7B"/>
              </a:buClr>
              <a:buNone/>
              <a:defRPr/>
            </a:lvl4pPr>
            <a:lvl5pPr marL="1828800" indent="0">
              <a:buClr>
                <a:srgbClr val="3B9C7B"/>
              </a:buClr>
              <a:buNone/>
              <a:defRPr/>
            </a:lvl5pPr>
          </a:lstStyle>
          <a:p>
            <a:pPr lvl="0"/>
            <a:r>
              <a:rPr lang="en-US" noProof="0"/>
              <a:t>Double tab to add text</a:t>
            </a:r>
          </a:p>
        </p:txBody>
      </p:sp>
    </p:spTree>
    <p:extLst>
      <p:ext uri="{BB962C8B-B14F-4D97-AF65-F5344CB8AC3E}">
        <p14:creationId xmlns:p14="http://schemas.microsoft.com/office/powerpoint/2010/main" val="398529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Intro">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62CD47-CA7C-4A4C-BDAA-EBBB142F84E3}"/>
              </a:ext>
            </a:extLst>
          </p:cNvPr>
          <p:cNvSpPr>
            <a:spLocks noGrp="1"/>
          </p:cNvSpPr>
          <p:nvPr>
            <p:ph type="ctrTitle" hasCustomPrompt="1"/>
          </p:nvPr>
        </p:nvSpPr>
        <p:spPr>
          <a:xfrm>
            <a:off x="865632" y="3127248"/>
            <a:ext cx="9144000" cy="1726883"/>
          </a:xfrm>
        </p:spPr>
        <p:txBody>
          <a:bodyPr anchor="b">
            <a:normAutofit/>
          </a:bodyPr>
          <a:lstStyle>
            <a:lvl1pPr algn="l">
              <a:defRPr sz="4400">
                <a:solidFill>
                  <a:schemeClr val="bg2"/>
                </a:solidFill>
              </a:defRPr>
            </a:lvl1pPr>
          </a:lstStyle>
          <a:p>
            <a:r>
              <a:rPr lang="en-GB" noProof="0"/>
              <a:t>Double tab to add title</a:t>
            </a:r>
          </a:p>
        </p:txBody>
      </p:sp>
      <p:sp>
        <p:nvSpPr>
          <p:cNvPr id="3" name="Ondertitel 2">
            <a:extLst>
              <a:ext uri="{FF2B5EF4-FFF2-40B4-BE49-F238E27FC236}">
                <a16:creationId xmlns:a16="http://schemas.microsoft.com/office/drawing/2014/main" id="{26066B79-DF24-4141-A77A-766FF5372967}"/>
              </a:ext>
            </a:extLst>
          </p:cNvPr>
          <p:cNvSpPr>
            <a:spLocks noGrp="1"/>
          </p:cNvSpPr>
          <p:nvPr>
            <p:ph type="subTitle" idx="1" hasCustomPrompt="1"/>
          </p:nvPr>
        </p:nvSpPr>
        <p:spPr>
          <a:xfrm>
            <a:off x="865632" y="4946207"/>
            <a:ext cx="9144000" cy="1655762"/>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Double tab to add subtitle. To add / change the background image, right click on the background and choose ‘format background’. Insert an image from the image library folder ‘PowerPoint images’ from Teams.</a:t>
            </a:r>
          </a:p>
        </p:txBody>
      </p:sp>
      <p:pic>
        <p:nvPicPr>
          <p:cNvPr id="12" name="Afbeelding 11">
            <a:extLst>
              <a:ext uri="{FF2B5EF4-FFF2-40B4-BE49-F238E27FC236}">
                <a16:creationId xmlns:a16="http://schemas.microsoft.com/office/drawing/2014/main" id="{D4655ADD-411E-0C41-876F-092D58051975}"/>
              </a:ext>
            </a:extLst>
          </p:cNvPr>
          <p:cNvPicPr>
            <a:picLocks noChangeAspect="1"/>
          </p:cNvPicPr>
          <p:nvPr userDrawn="1"/>
        </p:nvPicPr>
        <p:blipFill>
          <a:blip r:embed="rId2"/>
          <a:stretch>
            <a:fillRect/>
          </a:stretch>
        </p:blipFill>
        <p:spPr>
          <a:xfrm>
            <a:off x="354774" y="352968"/>
            <a:ext cx="2060720" cy="691761"/>
          </a:xfrm>
          <a:prstGeom prst="rect">
            <a:avLst/>
          </a:prstGeom>
        </p:spPr>
      </p:pic>
      <p:pic>
        <p:nvPicPr>
          <p:cNvPr id="7" name="Graphic 6">
            <a:extLst>
              <a:ext uri="{FF2B5EF4-FFF2-40B4-BE49-F238E27FC236}">
                <a16:creationId xmlns:a16="http://schemas.microsoft.com/office/drawing/2014/main" id="{1B97825F-AFB3-B144-9CF6-3B087C07C48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795760" y="5282767"/>
            <a:ext cx="377952" cy="1547801"/>
          </a:xfrm>
          <a:prstGeom prst="rect">
            <a:avLst/>
          </a:prstGeom>
        </p:spPr>
      </p:pic>
    </p:spTree>
    <p:extLst>
      <p:ext uri="{BB962C8B-B14F-4D97-AF65-F5344CB8AC3E}">
        <p14:creationId xmlns:p14="http://schemas.microsoft.com/office/powerpoint/2010/main" val="2820604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9EE7B8-06F6-B44C-A7FB-AACD9316913F}"/>
              </a:ext>
            </a:extLst>
          </p:cNvPr>
          <p:cNvSpPr>
            <a:spLocks noGrp="1"/>
          </p:cNvSpPr>
          <p:nvPr>
            <p:ph type="title" hasCustomPrompt="1"/>
          </p:nvPr>
        </p:nvSpPr>
        <p:spPr/>
        <p:txBody>
          <a:bodyPr anchor="t"/>
          <a:lstStyle/>
          <a:p>
            <a:r>
              <a:rPr lang="en-US" noProof="0"/>
              <a:t>Double tab to add title</a:t>
            </a:r>
          </a:p>
        </p:txBody>
      </p:sp>
      <p:sp>
        <p:nvSpPr>
          <p:cNvPr id="3" name="Tijdelijke aanduiding voor dianummer 2">
            <a:extLst>
              <a:ext uri="{FF2B5EF4-FFF2-40B4-BE49-F238E27FC236}">
                <a16:creationId xmlns:a16="http://schemas.microsoft.com/office/drawing/2014/main" id="{70791ABD-1920-7440-80EF-C0D79BB19B32}"/>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6" name="Tijdelijke aanduiding voor tekst 5">
            <a:extLst>
              <a:ext uri="{FF2B5EF4-FFF2-40B4-BE49-F238E27FC236}">
                <a16:creationId xmlns:a16="http://schemas.microsoft.com/office/drawing/2014/main" id="{CA5098BB-FBE4-0E4A-A083-BA66D00ACAF3}"/>
              </a:ext>
            </a:extLst>
          </p:cNvPr>
          <p:cNvSpPr>
            <a:spLocks noGrp="1"/>
          </p:cNvSpPr>
          <p:nvPr>
            <p:ph type="body" sz="quarter" idx="11" hasCustomPrompt="1"/>
          </p:nvPr>
        </p:nvSpPr>
        <p:spPr>
          <a:xfrm>
            <a:off x="838200" y="1628555"/>
            <a:ext cx="10515600" cy="4646613"/>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56018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Title + text + image">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38BF49EA-8B92-6249-9ED6-1812C76BFCBA}"/>
              </a:ext>
            </a:extLst>
          </p:cNvPr>
          <p:cNvSpPr>
            <a:spLocks noGrp="1"/>
          </p:cNvSpPr>
          <p:nvPr>
            <p:ph type="title" hasCustomPrompt="1"/>
          </p:nvPr>
        </p:nvSpPr>
        <p:spPr>
          <a:xfrm>
            <a:off x="838201" y="782256"/>
            <a:ext cx="5898266" cy="1034969"/>
          </a:xfrm>
        </p:spPr>
        <p:txBody>
          <a:bodyPr anchor="t"/>
          <a:lstStyle/>
          <a:p>
            <a:r>
              <a:rPr lang="en-US" noProof="0"/>
              <a:t>Double tab to add title</a:t>
            </a:r>
          </a:p>
        </p:txBody>
      </p:sp>
      <p:sp>
        <p:nvSpPr>
          <p:cNvPr id="40" name="Rechthoek 39">
            <a:extLst>
              <a:ext uri="{FF2B5EF4-FFF2-40B4-BE49-F238E27FC236}">
                <a16:creationId xmlns:a16="http://schemas.microsoft.com/office/drawing/2014/main" id="{1B7424BF-5023-5443-AD8B-AE5CB1B901FE}"/>
              </a:ext>
            </a:extLst>
          </p:cNvPr>
          <p:cNvSpPr/>
          <p:nvPr userDrawn="1"/>
        </p:nvSpPr>
        <p:spPr>
          <a:xfrm>
            <a:off x="202878" y="6422717"/>
            <a:ext cx="249407" cy="24940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41" name="Tijdelijke aanduiding voor dianummer 5">
            <a:extLst>
              <a:ext uri="{FF2B5EF4-FFF2-40B4-BE49-F238E27FC236}">
                <a16:creationId xmlns:a16="http://schemas.microsoft.com/office/drawing/2014/main" id="{E40C638E-FEB4-A447-92B1-F104027A6758}"/>
              </a:ext>
            </a:extLst>
          </p:cNvPr>
          <p:cNvSpPr>
            <a:spLocks noGrp="1"/>
          </p:cNvSpPr>
          <p:nvPr>
            <p:ph type="sldNum" sz="quarter" idx="4"/>
          </p:nvPr>
        </p:nvSpPr>
        <p:spPr>
          <a:xfrm>
            <a:off x="143256" y="6364859"/>
            <a:ext cx="377952"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fld id="{03E7D791-E1C0-214A-A1AE-A2028F82F232}" type="slidenum">
              <a:rPr lang="en-GB" smtClean="0"/>
              <a:pPr/>
              <a:t>‹#›</a:t>
            </a:fld>
            <a:endParaRPr lang="en-GB"/>
          </a:p>
        </p:txBody>
      </p:sp>
      <p:sp>
        <p:nvSpPr>
          <p:cNvPr id="44" name="Tijdelijke aanduiding voor tekst 5">
            <a:extLst>
              <a:ext uri="{FF2B5EF4-FFF2-40B4-BE49-F238E27FC236}">
                <a16:creationId xmlns:a16="http://schemas.microsoft.com/office/drawing/2014/main" id="{3A2D7E61-85DE-8D44-8329-5B1008A354B7}"/>
              </a:ext>
            </a:extLst>
          </p:cNvPr>
          <p:cNvSpPr>
            <a:spLocks noGrp="1"/>
          </p:cNvSpPr>
          <p:nvPr>
            <p:ph type="body" sz="quarter" idx="12" hasCustomPrompt="1"/>
          </p:nvPr>
        </p:nvSpPr>
        <p:spPr>
          <a:xfrm>
            <a:off x="838201" y="1944547"/>
            <a:ext cx="5898266" cy="4330622"/>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 name="Tijdelijke aanduiding voor afbeelding 50">
            <a:extLst>
              <a:ext uri="{FF2B5EF4-FFF2-40B4-BE49-F238E27FC236}">
                <a16:creationId xmlns:a16="http://schemas.microsoft.com/office/drawing/2014/main" id="{DE301A6B-F87C-DD49-8619-C62B63A275F3}"/>
              </a:ext>
            </a:extLst>
          </p:cNvPr>
          <p:cNvSpPr>
            <a:spLocks noGrp="1"/>
          </p:cNvSpPr>
          <p:nvPr>
            <p:ph type="pic" sz="quarter" idx="13"/>
          </p:nvPr>
        </p:nvSpPr>
        <p:spPr>
          <a:xfrm>
            <a:off x="7072132" y="0"/>
            <a:ext cx="5119868" cy="6858000"/>
          </a:xfrm>
          <a:custGeom>
            <a:avLst/>
            <a:gdLst>
              <a:gd name="connsiteX0" fmla="*/ 0 w 5119868"/>
              <a:gd name="connsiteY0" fmla="*/ 0 h 6858000"/>
              <a:gd name="connsiteX1" fmla="*/ 5119868 w 5119868"/>
              <a:gd name="connsiteY1" fmla="*/ 0 h 6858000"/>
              <a:gd name="connsiteX2" fmla="*/ 5119868 w 5119868"/>
              <a:gd name="connsiteY2" fmla="*/ 6858000 h 6858000"/>
              <a:gd name="connsiteX3" fmla="*/ 3437680 w 5119868"/>
              <a:gd name="connsiteY3" fmla="*/ 6858000 h 6858000"/>
              <a:gd name="connsiteX4" fmla="*/ 3437680 w 5119868"/>
              <a:gd name="connsiteY4" fmla="*/ 5156522 h 6858000"/>
              <a:gd name="connsiteX5" fmla="*/ 1713052 w 5119868"/>
              <a:gd name="connsiteY5" fmla="*/ 5156522 h 6858000"/>
              <a:gd name="connsiteX6" fmla="*/ 1713052 w 5119868"/>
              <a:gd name="connsiteY6" fmla="*/ 1701478 h 6858000"/>
              <a:gd name="connsiteX7" fmla="*/ 0 w 5119868"/>
              <a:gd name="connsiteY7" fmla="*/ 17014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9868" h="6858000">
                <a:moveTo>
                  <a:pt x="0" y="0"/>
                </a:moveTo>
                <a:lnTo>
                  <a:pt x="5119868" y="0"/>
                </a:lnTo>
                <a:lnTo>
                  <a:pt x="5119868" y="6858000"/>
                </a:lnTo>
                <a:lnTo>
                  <a:pt x="3437680" y="6858000"/>
                </a:lnTo>
                <a:lnTo>
                  <a:pt x="3437680" y="5156522"/>
                </a:lnTo>
                <a:lnTo>
                  <a:pt x="1713052" y="5156522"/>
                </a:lnTo>
                <a:lnTo>
                  <a:pt x="1713052" y="1701478"/>
                </a:lnTo>
                <a:lnTo>
                  <a:pt x="0" y="1701478"/>
                </a:lnTo>
                <a:close/>
              </a:path>
            </a:pathLst>
          </a:custGeom>
        </p:spPr>
        <p:txBody>
          <a:bodyPr wrap="square">
            <a:noAutofit/>
          </a:bodyPr>
          <a:lstStyle/>
          <a:p>
            <a:endParaRPr lang="en-GB"/>
          </a:p>
        </p:txBody>
      </p:sp>
    </p:spTree>
    <p:extLst>
      <p:ext uri="{BB962C8B-B14F-4D97-AF65-F5344CB8AC3E}">
        <p14:creationId xmlns:p14="http://schemas.microsoft.com/office/powerpoint/2010/main" val="1182044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ext + tiles">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38BF49EA-8B92-6249-9ED6-1812C76BFCBA}"/>
              </a:ext>
            </a:extLst>
          </p:cNvPr>
          <p:cNvSpPr>
            <a:spLocks noGrp="1"/>
          </p:cNvSpPr>
          <p:nvPr>
            <p:ph type="title" hasCustomPrompt="1"/>
          </p:nvPr>
        </p:nvSpPr>
        <p:spPr>
          <a:xfrm>
            <a:off x="838201" y="782256"/>
            <a:ext cx="5898266" cy="1034969"/>
          </a:xfrm>
        </p:spPr>
        <p:txBody>
          <a:bodyPr anchor="t"/>
          <a:lstStyle/>
          <a:p>
            <a:r>
              <a:rPr lang="en-US" noProof="0"/>
              <a:t>Double tab to add title</a:t>
            </a:r>
          </a:p>
        </p:txBody>
      </p:sp>
      <p:sp>
        <p:nvSpPr>
          <p:cNvPr id="40" name="Rechthoek 39">
            <a:extLst>
              <a:ext uri="{FF2B5EF4-FFF2-40B4-BE49-F238E27FC236}">
                <a16:creationId xmlns:a16="http://schemas.microsoft.com/office/drawing/2014/main" id="{1B7424BF-5023-5443-AD8B-AE5CB1B901FE}"/>
              </a:ext>
            </a:extLst>
          </p:cNvPr>
          <p:cNvSpPr/>
          <p:nvPr userDrawn="1"/>
        </p:nvSpPr>
        <p:spPr>
          <a:xfrm>
            <a:off x="202878" y="6422717"/>
            <a:ext cx="249407" cy="24940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41" name="Tijdelijke aanduiding voor dianummer 5">
            <a:extLst>
              <a:ext uri="{FF2B5EF4-FFF2-40B4-BE49-F238E27FC236}">
                <a16:creationId xmlns:a16="http://schemas.microsoft.com/office/drawing/2014/main" id="{E40C638E-FEB4-A447-92B1-F104027A6758}"/>
              </a:ext>
            </a:extLst>
          </p:cNvPr>
          <p:cNvSpPr>
            <a:spLocks noGrp="1"/>
          </p:cNvSpPr>
          <p:nvPr>
            <p:ph type="sldNum" sz="quarter" idx="4"/>
          </p:nvPr>
        </p:nvSpPr>
        <p:spPr>
          <a:xfrm>
            <a:off x="143256" y="6364859"/>
            <a:ext cx="377952"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fld id="{03E7D791-E1C0-214A-A1AE-A2028F82F232}" type="slidenum">
              <a:rPr lang="en-GB" smtClean="0"/>
              <a:pPr/>
              <a:t>‹#›</a:t>
            </a:fld>
            <a:endParaRPr lang="en-GB"/>
          </a:p>
        </p:txBody>
      </p:sp>
      <p:sp>
        <p:nvSpPr>
          <p:cNvPr id="44" name="Tijdelijke aanduiding voor tekst 5">
            <a:extLst>
              <a:ext uri="{FF2B5EF4-FFF2-40B4-BE49-F238E27FC236}">
                <a16:creationId xmlns:a16="http://schemas.microsoft.com/office/drawing/2014/main" id="{3A2D7E61-85DE-8D44-8329-5B1008A354B7}"/>
              </a:ext>
            </a:extLst>
          </p:cNvPr>
          <p:cNvSpPr>
            <a:spLocks noGrp="1"/>
          </p:cNvSpPr>
          <p:nvPr>
            <p:ph type="body" sz="quarter" idx="12" hasCustomPrompt="1"/>
          </p:nvPr>
        </p:nvSpPr>
        <p:spPr>
          <a:xfrm>
            <a:off x="838201" y="1944547"/>
            <a:ext cx="5898266" cy="4330622"/>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Rechthoek 1">
            <a:extLst>
              <a:ext uri="{FF2B5EF4-FFF2-40B4-BE49-F238E27FC236}">
                <a16:creationId xmlns:a16="http://schemas.microsoft.com/office/drawing/2014/main" id="{07CEEF21-A75E-1D4B-8D68-C326D0F1FAAD}"/>
              </a:ext>
            </a:extLst>
          </p:cNvPr>
          <p:cNvSpPr/>
          <p:nvPr userDrawn="1"/>
        </p:nvSpPr>
        <p:spPr>
          <a:xfrm>
            <a:off x="7053937" y="0"/>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hthoek 22">
            <a:extLst>
              <a:ext uri="{FF2B5EF4-FFF2-40B4-BE49-F238E27FC236}">
                <a16:creationId xmlns:a16="http://schemas.microsoft.com/office/drawing/2014/main" id="{084156CF-A9DA-324B-A529-5FE7FDF68AE3}"/>
              </a:ext>
            </a:extLst>
          </p:cNvPr>
          <p:cNvSpPr/>
          <p:nvPr userDrawn="1"/>
        </p:nvSpPr>
        <p:spPr>
          <a:xfrm>
            <a:off x="10484141" y="0"/>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hthoek 23">
            <a:extLst>
              <a:ext uri="{FF2B5EF4-FFF2-40B4-BE49-F238E27FC236}">
                <a16:creationId xmlns:a16="http://schemas.microsoft.com/office/drawing/2014/main" id="{F8524F31-4FF5-9A4A-B642-13185C558B5C}"/>
              </a:ext>
            </a:extLst>
          </p:cNvPr>
          <p:cNvSpPr/>
          <p:nvPr userDrawn="1"/>
        </p:nvSpPr>
        <p:spPr>
          <a:xfrm>
            <a:off x="8769072" y="1715069"/>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hthoek 26">
            <a:extLst>
              <a:ext uri="{FF2B5EF4-FFF2-40B4-BE49-F238E27FC236}">
                <a16:creationId xmlns:a16="http://schemas.microsoft.com/office/drawing/2014/main" id="{638065A9-DF35-4549-B7D5-A2982398250C}"/>
              </a:ext>
            </a:extLst>
          </p:cNvPr>
          <p:cNvSpPr/>
          <p:nvPr userDrawn="1"/>
        </p:nvSpPr>
        <p:spPr>
          <a:xfrm>
            <a:off x="10484141" y="3430353"/>
            <a:ext cx="1715176" cy="1715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jdelijke aanduiding voor afbeelding 6">
            <a:extLst>
              <a:ext uri="{FF2B5EF4-FFF2-40B4-BE49-F238E27FC236}">
                <a16:creationId xmlns:a16="http://schemas.microsoft.com/office/drawing/2014/main" id="{A8E8FDF1-AEB8-944A-914D-0457805601E7}"/>
              </a:ext>
            </a:extLst>
          </p:cNvPr>
          <p:cNvSpPr>
            <a:spLocks noGrp="1"/>
          </p:cNvSpPr>
          <p:nvPr>
            <p:ph type="pic" sz="quarter" idx="14" hasCustomPrompt="1"/>
          </p:nvPr>
        </p:nvSpPr>
        <p:spPr>
          <a:xfrm>
            <a:off x="8768617" y="0"/>
            <a:ext cx="1716087" cy="1714500"/>
          </a:xfrm>
        </p:spPr>
        <p:txBody>
          <a:bodyPr>
            <a:normAutofit/>
          </a:bodyPr>
          <a:lstStyle>
            <a:lvl1pPr marL="0" indent="0">
              <a:lnSpc>
                <a:spcPct val="150000"/>
              </a:lnSpc>
              <a:buNone/>
              <a:defRPr sz="1600"/>
            </a:lvl1pPr>
          </a:lstStyle>
          <a:p>
            <a:r>
              <a:rPr lang="en-GB"/>
              <a:t>Add image - max size: 300kb</a:t>
            </a:r>
          </a:p>
        </p:txBody>
      </p:sp>
      <p:sp>
        <p:nvSpPr>
          <p:cNvPr id="33" name="Tijdelijke aanduiding voor afbeelding 6">
            <a:extLst>
              <a:ext uri="{FF2B5EF4-FFF2-40B4-BE49-F238E27FC236}">
                <a16:creationId xmlns:a16="http://schemas.microsoft.com/office/drawing/2014/main" id="{A501ACD8-E37A-7E43-8487-37737E70228F}"/>
              </a:ext>
            </a:extLst>
          </p:cNvPr>
          <p:cNvSpPr>
            <a:spLocks noGrp="1"/>
          </p:cNvSpPr>
          <p:nvPr>
            <p:ph type="pic" sz="quarter" idx="15" hasCustomPrompt="1"/>
          </p:nvPr>
        </p:nvSpPr>
        <p:spPr>
          <a:xfrm>
            <a:off x="10483686" y="1715069"/>
            <a:ext cx="1716087" cy="1714500"/>
          </a:xfrm>
        </p:spPr>
        <p:txBody>
          <a:bodyPr>
            <a:normAutofit/>
          </a:bodyPr>
          <a:lstStyle>
            <a:lvl1pPr marL="0" indent="0">
              <a:lnSpc>
                <a:spcPct val="150000"/>
              </a:lnSpc>
              <a:buNone/>
              <a:defRPr sz="1600"/>
            </a:lvl1pPr>
          </a:lstStyle>
          <a:p>
            <a:r>
              <a:rPr lang="en-GB"/>
              <a:t>Add image - max size: 300kb</a:t>
            </a:r>
          </a:p>
        </p:txBody>
      </p:sp>
      <p:sp>
        <p:nvSpPr>
          <p:cNvPr id="34" name="Tijdelijke aanduiding voor afbeelding 6">
            <a:extLst>
              <a:ext uri="{FF2B5EF4-FFF2-40B4-BE49-F238E27FC236}">
                <a16:creationId xmlns:a16="http://schemas.microsoft.com/office/drawing/2014/main" id="{889C2EF5-0E57-1940-A3AC-9BF816B62E00}"/>
              </a:ext>
            </a:extLst>
          </p:cNvPr>
          <p:cNvSpPr>
            <a:spLocks noGrp="1"/>
          </p:cNvSpPr>
          <p:nvPr>
            <p:ph type="pic" sz="quarter" idx="16" hasCustomPrompt="1"/>
          </p:nvPr>
        </p:nvSpPr>
        <p:spPr>
          <a:xfrm>
            <a:off x="8768617" y="3427647"/>
            <a:ext cx="1716087" cy="1721540"/>
          </a:xfrm>
        </p:spPr>
        <p:txBody>
          <a:bodyPr>
            <a:normAutofit/>
          </a:bodyPr>
          <a:lstStyle>
            <a:lvl1pPr marL="0" indent="0">
              <a:lnSpc>
                <a:spcPct val="150000"/>
              </a:lnSpc>
              <a:buNone/>
              <a:defRPr sz="1600"/>
            </a:lvl1pPr>
          </a:lstStyle>
          <a:p>
            <a:r>
              <a:rPr lang="en-GB"/>
              <a:t>Add image - max size: 300kb</a:t>
            </a:r>
          </a:p>
        </p:txBody>
      </p:sp>
      <p:sp>
        <p:nvSpPr>
          <p:cNvPr id="36" name="Tijdelijke aanduiding voor afbeelding 6">
            <a:extLst>
              <a:ext uri="{FF2B5EF4-FFF2-40B4-BE49-F238E27FC236}">
                <a16:creationId xmlns:a16="http://schemas.microsoft.com/office/drawing/2014/main" id="{0FA8BAD9-79AE-3C45-943A-60EC1DD8095A}"/>
              </a:ext>
            </a:extLst>
          </p:cNvPr>
          <p:cNvSpPr>
            <a:spLocks noGrp="1"/>
          </p:cNvSpPr>
          <p:nvPr>
            <p:ph type="pic" sz="quarter" idx="17" hasCustomPrompt="1"/>
          </p:nvPr>
        </p:nvSpPr>
        <p:spPr>
          <a:xfrm>
            <a:off x="10483686" y="5145207"/>
            <a:ext cx="1716087" cy="1714500"/>
          </a:xfrm>
        </p:spPr>
        <p:txBody>
          <a:bodyPr>
            <a:normAutofit/>
          </a:bodyPr>
          <a:lstStyle>
            <a:lvl1pPr marL="0" indent="0">
              <a:lnSpc>
                <a:spcPct val="150000"/>
              </a:lnSpc>
              <a:buNone/>
              <a:defRPr sz="1600"/>
            </a:lvl1pPr>
          </a:lstStyle>
          <a:p>
            <a:r>
              <a:rPr lang="en-GB"/>
              <a:t>Add image - max size: 300kb</a:t>
            </a:r>
          </a:p>
        </p:txBody>
      </p:sp>
    </p:spTree>
    <p:extLst>
      <p:ext uri="{BB962C8B-B14F-4D97-AF65-F5344CB8AC3E}">
        <p14:creationId xmlns:p14="http://schemas.microsoft.com/office/powerpoint/2010/main" val="1561026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Background image + block text">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9E74C8DC-37BE-0145-B803-8458657275AE}"/>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7" name="Tijdelijke aanduiding voor tekst 6">
            <a:extLst>
              <a:ext uri="{FF2B5EF4-FFF2-40B4-BE49-F238E27FC236}">
                <a16:creationId xmlns:a16="http://schemas.microsoft.com/office/drawing/2014/main" id="{22AFE609-E85F-E443-8E90-3DADD6C2F031}"/>
              </a:ext>
            </a:extLst>
          </p:cNvPr>
          <p:cNvSpPr>
            <a:spLocks noGrp="1"/>
          </p:cNvSpPr>
          <p:nvPr>
            <p:ph type="body" sz="quarter" idx="11" hasCustomPrompt="1"/>
          </p:nvPr>
        </p:nvSpPr>
        <p:spPr>
          <a:xfrm>
            <a:off x="815049" y="2232949"/>
            <a:ext cx="4625052" cy="4625052"/>
          </a:xfrm>
          <a:solidFill>
            <a:schemeClr val="tx1"/>
          </a:solidFill>
        </p:spPr>
        <p:txBody>
          <a:bodyPr lIns="396000" tIns="1655999" rIns="396000" bIns="540000" anchor="t">
            <a:normAutofit/>
          </a:bodyPr>
          <a:lstStyle>
            <a:lvl1pPr marL="0" marR="0" indent="0" algn="l" defTabSz="914400" rtl="0" eaLnBrk="1" fontAlgn="auto" latinLnBrk="0" hangingPunct="1">
              <a:lnSpc>
                <a:spcPct val="100000"/>
              </a:lnSpc>
              <a:spcBef>
                <a:spcPts val="1000"/>
              </a:spcBef>
              <a:spcAft>
                <a:spcPts val="0"/>
              </a:spcAft>
              <a:buClr>
                <a:schemeClr val="bg2"/>
              </a:buClr>
              <a:buSzTx/>
              <a:buFont typeface="Wingdings" pitchFamily="2" charset="2"/>
              <a:buNone/>
              <a:tabLst/>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bg2"/>
              </a:buClr>
              <a:buSzTx/>
              <a:buFont typeface="Wingdings" pitchFamily="2" charset="2"/>
              <a:buNone/>
              <a:tabLst/>
              <a:defRPr/>
            </a:pPr>
            <a:r>
              <a:rPr lang="en-US" noProof="0"/>
              <a:t>Double tab to add text. </a:t>
            </a:r>
            <a:r>
              <a:rPr lang="en-GB" noProof="0"/>
              <a:t>To add / change the background image, right click on the background and choose ‘format background’. Insert an image from the image library folder ‘PowerPoint images’ from Teams.</a:t>
            </a:r>
          </a:p>
          <a:p>
            <a:pPr lvl="0"/>
            <a:endParaRPr lang="en-US" noProof="0"/>
          </a:p>
        </p:txBody>
      </p:sp>
      <p:sp>
        <p:nvSpPr>
          <p:cNvPr id="2" name="Titel 1">
            <a:extLst>
              <a:ext uri="{FF2B5EF4-FFF2-40B4-BE49-F238E27FC236}">
                <a16:creationId xmlns:a16="http://schemas.microsoft.com/office/drawing/2014/main" id="{604F2AD7-47E6-E24E-8F88-E8B6FAB6DB79}"/>
              </a:ext>
            </a:extLst>
          </p:cNvPr>
          <p:cNvSpPr>
            <a:spLocks noGrp="1"/>
          </p:cNvSpPr>
          <p:nvPr>
            <p:ph type="title" hasCustomPrompt="1"/>
          </p:nvPr>
        </p:nvSpPr>
        <p:spPr>
          <a:xfrm>
            <a:off x="1115992" y="2928396"/>
            <a:ext cx="4023168" cy="802494"/>
          </a:xfrm>
        </p:spPr>
        <p:txBody>
          <a:bodyPr anchor="b">
            <a:normAutofit/>
          </a:bodyPr>
          <a:lstStyle>
            <a:lvl1pPr>
              <a:defRPr sz="2400">
                <a:solidFill>
                  <a:schemeClr val="bg2"/>
                </a:solidFill>
              </a:defRPr>
            </a:lvl1pPr>
          </a:lstStyle>
          <a:p>
            <a:r>
              <a:rPr lang="en-US" noProof="0"/>
              <a:t>Double tab to add title</a:t>
            </a:r>
          </a:p>
        </p:txBody>
      </p:sp>
    </p:spTree>
    <p:extLst>
      <p:ext uri="{BB962C8B-B14F-4D97-AF65-F5344CB8AC3E}">
        <p14:creationId xmlns:p14="http://schemas.microsoft.com/office/powerpoint/2010/main" val="24797913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Empty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89752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840937-EF63-DE46-9EE0-2CB3E4C8607B}"/>
              </a:ext>
            </a:extLst>
          </p:cNvPr>
          <p:cNvSpPr>
            <a:spLocks noGrp="1"/>
          </p:cNvSpPr>
          <p:nvPr>
            <p:ph type="title" hasCustomPrompt="1"/>
          </p:nvPr>
        </p:nvSpPr>
        <p:spPr/>
        <p:txBody>
          <a:bodyPr anchor="t"/>
          <a:lstStyle/>
          <a:p>
            <a:r>
              <a:rPr lang="en-US" noProof="0"/>
              <a:t>Double tab to add title</a:t>
            </a:r>
          </a:p>
        </p:txBody>
      </p:sp>
      <p:sp>
        <p:nvSpPr>
          <p:cNvPr id="3" name="Tijdelijke aanduiding voor dianummer 2">
            <a:extLst>
              <a:ext uri="{FF2B5EF4-FFF2-40B4-BE49-F238E27FC236}">
                <a16:creationId xmlns:a16="http://schemas.microsoft.com/office/drawing/2014/main" id="{946DE453-0C63-BA43-9914-FC9F156EF1C1}"/>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4" name="Tijdelijke aanduiding voor tekst 5">
            <a:extLst>
              <a:ext uri="{FF2B5EF4-FFF2-40B4-BE49-F238E27FC236}">
                <a16:creationId xmlns:a16="http://schemas.microsoft.com/office/drawing/2014/main" id="{F9428C38-8549-314C-ADB8-2B8974BF93BC}"/>
              </a:ext>
            </a:extLst>
          </p:cNvPr>
          <p:cNvSpPr>
            <a:spLocks noGrp="1"/>
          </p:cNvSpPr>
          <p:nvPr>
            <p:ph type="body" sz="quarter" idx="11" hasCustomPrompt="1"/>
          </p:nvPr>
        </p:nvSpPr>
        <p:spPr>
          <a:xfrm>
            <a:off x="838200" y="1628556"/>
            <a:ext cx="10515600" cy="703137"/>
          </a:xfrm>
        </p:spPr>
        <p:txBody>
          <a:bodyPr>
            <a:normAutofit/>
          </a:bodyPr>
          <a:lstStyle>
            <a:lvl1pPr marL="0" indent="0">
              <a:buClr>
                <a:srgbClr val="3B9C7B"/>
              </a:buClr>
              <a:buNone/>
              <a:defRPr sz="1800"/>
            </a:lvl1pPr>
            <a:lvl2pPr marL="457200" indent="0">
              <a:buClr>
                <a:srgbClr val="3B9C7B"/>
              </a:buClr>
              <a:buNone/>
              <a:defRPr/>
            </a:lvl2pPr>
            <a:lvl3pPr marL="914400" indent="0">
              <a:buClr>
                <a:srgbClr val="3B9C7B"/>
              </a:buClr>
              <a:buNone/>
              <a:defRPr/>
            </a:lvl3pPr>
            <a:lvl4pPr marL="1371600" indent="0">
              <a:buClr>
                <a:srgbClr val="3B9C7B"/>
              </a:buClr>
              <a:buNone/>
              <a:defRPr/>
            </a:lvl4pPr>
            <a:lvl5pPr marL="1828800" indent="0">
              <a:buClr>
                <a:srgbClr val="3B9C7B"/>
              </a:buClr>
              <a:buNone/>
              <a:defRPr/>
            </a:lvl5pPr>
          </a:lstStyle>
          <a:p>
            <a:pPr lvl="0"/>
            <a:r>
              <a:rPr lang="en-US" noProof="0"/>
              <a:t>Double tab to add text</a:t>
            </a:r>
          </a:p>
        </p:txBody>
      </p:sp>
    </p:spTree>
    <p:extLst>
      <p:ext uri="{BB962C8B-B14F-4D97-AF65-F5344CB8AC3E}">
        <p14:creationId xmlns:p14="http://schemas.microsoft.com/office/powerpoint/2010/main" val="42255704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text - dar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9EE7B8-06F6-B44C-A7FB-AACD9316913F}"/>
              </a:ext>
            </a:extLst>
          </p:cNvPr>
          <p:cNvSpPr>
            <a:spLocks noGrp="1"/>
          </p:cNvSpPr>
          <p:nvPr>
            <p:ph type="title" hasCustomPrompt="1"/>
          </p:nvPr>
        </p:nvSpPr>
        <p:spPr/>
        <p:txBody>
          <a:bodyPr anchor="t"/>
          <a:lstStyle/>
          <a:p>
            <a:r>
              <a:rPr lang="en-US" noProof="0"/>
              <a:t>Double tab to add title</a:t>
            </a:r>
          </a:p>
        </p:txBody>
      </p:sp>
      <p:sp>
        <p:nvSpPr>
          <p:cNvPr id="3" name="Tijdelijke aanduiding voor dianummer 2">
            <a:extLst>
              <a:ext uri="{FF2B5EF4-FFF2-40B4-BE49-F238E27FC236}">
                <a16:creationId xmlns:a16="http://schemas.microsoft.com/office/drawing/2014/main" id="{70791ABD-1920-7440-80EF-C0D79BB19B32}"/>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6" name="Tijdelijke aanduiding voor tekst 5">
            <a:extLst>
              <a:ext uri="{FF2B5EF4-FFF2-40B4-BE49-F238E27FC236}">
                <a16:creationId xmlns:a16="http://schemas.microsoft.com/office/drawing/2014/main" id="{CA5098BB-FBE4-0E4A-A083-BA66D00ACAF3}"/>
              </a:ext>
            </a:extLst>
          </p:cNvPr>
          <p:cNvSpPr>
            <a:spLocks noGrp="1"/>
          </p:cNvSpPr>
          <p:nvPr>
            <p:ph type="body" sz="quarter" idx="11" hasCustomPrompt="1"/>
          </p:nvPr>
        </p:nvSpPr>
        <p:spPr>
          <a:xfrm>
            <a:off x="838200" y="1628555"/>
            <a:ext cx="10515600" cy="4447189"/>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1617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 2 text boxes - dar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9EE7B8-06F6-B44C-A7FB-AACD9316913F}"/>
              </a:ext>
            </a:extLst>
          </p:cNvPr>
          <p:cNvSpPr>
            <a:spLocks noGrp="1"/>
          </p:cNvSpPr>
          <p:nvPr>
            <p:ph type="title" hasCustomPrompt="1"/>
          </p:nvPr>
        </p:nvSpPr>
        <p:spPr/>
        <p:txBody>
          <a:bodyPr anchor="t"/>
          <a:lstStyle/>
          <a:p>
            <a:r>
              <a:rPr lang="en-US" noProof="0"/>
              <a:t>Double tab to add title</a:t>
            </a:r>
          </a:p>
        </p:txBody>
      </p:sp>
      <p:sp>
        <p:nvSpPr>
          <p:cNvPr id="3" name="Tijdelijke aanduiding voor dianummer 2">
            <a:extLst>
              <a:ext uri="{FF2B5EF4-FFF2-40B4-BE49-F238E27FC236}">
                <a16:creationId xmlns:a16="http://schemas.microsoft.com/office/drawing/2014/main" id="{70791ABD-1920-7440-80EF-C0D79BB19B32}"/>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6" name="Tijdelijke aanduiding voor tekst 5">
            <a:extLst>
              <a:ext uri="{FF2B5EF4-FFF2-40B4-BE49-F238E27FC236}">
                <a16:creationId xmlns:a16="http://schemas.microsoft.com/office/drawing/2014/main" id="{CA5098BB-FBE4-0E4A-A083-BA66D00ACAF3}"/>
              </a:ext>
            </a:extLst>
          </p:cNvPr>
          <p:cNvSpPr>
            <a:spLocks noGrp="1"/>
          </p:cNvSpPr>
          <p:nvPr>
            <p:ph type="body" sz="quarter" idx="11" hasCustomPrompt="1"/>
          </p:nvPr>
        </p:nvSpPr>
        <p:spPr>
          <a:xfrm>
            <a:off x="838200" y="1628555"/>
            <a:ext cx="5176520" cy="4447189"/>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ijdelijke aanduiding voor tekst 5">
            <a:extLst>
              <a:ext uri="{FF2B5EF4-FFF2-40B4-BE49-F238E27FC236}">
                <a16:creationId xmlns:a16="http://schemas.microsoft.com/office/drawing/2014/main" id="{19D28746-64B2-9040-97A8-CC8F75C4092E}"/>
              </a:ext>
            </a:extLst>
          </p:cNvPr>
          <p:cNvSpPr>
            <a:spLocks noGrp="1"/>
          </p:cNvSpPr>
          <p:nvPr>
            <p:ph type="body" sz="quarter" idx="12" hasCustomPrompt="1"/>
          </p:nvPr>
        </p:nvSpPr>
        <p:spPr>
          <a:xfrm>
            <a:off x="6182360" y="1628555"/>
            <a:ext cx="5176520" cy="4447189"/>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208551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slide / thank you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65A5B8-9A22-144F-870C-F2264B1D49AD}"/>
              </a:ext>
            </a:extLst>
          </p:cNvPr>
          <p:cNvSpPr>
            <a:spLocks noGrp="1"/>
          </p:cNvSpPr>
          <p:nvPr>
            <p:ph type="title" hasCustomPrompt="1"/>
          </p:nvPr>
        </p:nvSpPr>
        <p:spPr>
          <a:xfrm>
            <a:off x="838200" y="2422002"/>
            <a:ext cx="10515600" cy="2013995"/>
          </a:xfrm>
        </p:spPr>
        <p:txBody>
          <a:bodyPr anchor="b"/>
          <a:lstStyle>
            <a:lvl1pPr algn="ctr">
              <a:defRPr>
                <a:solidFill>
                  <a:schemeClr val="bg2"/>
                </a:solidFill>
              </a:defRPr>
            </a:lvl1pPr>
          </a:lstStyle>
          <a:p>
            <a:r>
              <a:rPr lang="en-US" noProof="0"/>
              <a:t>Double tab to add title</a:t>
            </a:r>
          </a:p>
        </p:txBody>
      </p:sp>
      <p:sp>
        <p:nvSpPr>
          <p:cNvPr id="3" name="Tijdelijke aanduiding voor dianummer 2">
            <a:extLst>
              <a:ext uri="{FF2B5EF4-FFF2-40B4-BE49-F238E27FC236}">
                <a16:creationId xmlns:a16="http://schemas.microsoft.com/office/drawing/2014/main" id="{DA763225-6284-8F4D-925B-A82F9AA3E9D4}"/>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5" name="Ondertitel 2">
            <a:extLst>
              <a:ext uri="{FF2B5EF4-FFF2-40B4-BE49-F238E27FC236}">
                <a16:creationId xmlns:a16="http://schemas.microsoft.com/office/drawing/2014/main" id="{D4956ECB-36D2-F441-B631-C85929F75287}"/>
              </a:ext>
            </a:extLst>
          </p:cNvPr>
          <p:cNvSpPr>
            <a:spLocks noGrp="1"/>
          </p:cNvSpPr>
          <p:nvPr>
            <p:ph type="subTitle" idx="1" hasCustomPrompt="1"/>
          </p:nvPr>
        </p:nvSpPr>
        <p:spPr>
          <a:xfrm>
            <a:off x="838199" y="4541092"/>
            <a:ext cx="10515599" cy="1655762"/>
          </a:xfrm>
        </p:spPr>
        <p:txBody>
          <a:bodyPr>
            <a:normAutofit/>
          </a:bodyPr>
          <a:lstStyle>
            <a:lvl1pPr marL="0" marR="0" indent="0" algn="ctr" defTabSz="914400" rtl="0" eaLnBrk="1" fontAlgn="auto" latinLnBrk="0" hangingPunct="1">
              <a:lnSpc>
                <a:spcPct val="100000"/>
              </a:lnSpc>
              <a:spcBef>
                <a:spcPts val="1000"/>
              </a:spcBef>
              <a:spcAft>
                <a:spcPts val="0"/>
              </a:spcAft>
              <a:buClr>
                <a:schemeClr val="bg2"/>
              </a:buClr>
              <a:buSzTx/>
              <a:buFont typeface="Wingdings" pitchFamily="2" charset="2"/>
              <a:buNone/>
              <a:tabLst/>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ctr" defTabSz="914400" rtl="0" eaLnBrk="1" fontAlgn="auto" latinLnBrk="0" hangingPunct="1">
              <a:lnSpc>
                <a:spcPct val="100000"/>
              </a:lnSpc>
              <a:spcBef>
                <a:spcPts val="1000"/>
              </a:spcBef>
              <a:spcAft>
                <a:spcPts val="0"/>
              </a:spcAft>
              <a:buClr>
                <a:schemeClr val="bg2"/>
              </a:buClr>
              <a:buSzTx/>
              <a:buFont typeface="Wingdings" pitchFamily="2" charset="2"/>
              <a:buNone/>
              <a:tabLst/>
              <a:defRPr/>
            </a:pPr>
            <a:r>
              <a:rPr lang="en-GB" noProof="0"/>
              <a:t>Double tab to add subtitle. To add / change the background </a:t>
            </a:r>
            <a:r>
              <a:rPr lang="en-GB" noProof="0" err="1"/>
              <a:t>color</a:t>
            </a:r>
            <a:r>
              <a:rPr lang="en-GB" noProof="0"/>
              <a:t> / image, right click on the background and choose ‘format background’. Insert an image from the image library folder ‘PowerPoint images’ from Teams</a:t>
            </a:r>
          </a:p>
          <a:p>
            <a:endParaRPr lang="en-GB" noProof="0"/>
          </a:p>
        </p:txBody>
      </p:sp>
    </p:spTree>
    <p:extLst>
      <p:ext uri="{BB962C8B-B14F-4D97-AF65-F5344CB8AC3E}">
        <p14:creationId xmlns:p14="http://schemas.microsoft.com/office/powerpoint/2010/main" val="14925792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urbs - dar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62CD47-CA7C-4A4C-BDAA-EBBB142F84E3}"/>
              </a:ext>
            </a:extLst>
          </p:cNvPr>
          <p:cNvSpPr>
            <a:spLocks noGrp="1"/>
          </p:cNvSpPr>
          <p:nvPr>
            <p:ph type="ctrTitle" hasCustomPrompt="1"/>
          </p:nvPr>
        </p:nvSpPr>
        <p:spPr>
          <a:xfrm>
            <a:off x="865632" y="1756433"/>
            <a:ext cx="10454409" cy="463309"/>
          </a:xfrm>
        </p:spPr>
        <p:txBody>
          <a:bodyPr anchor="t">
            <a:normAutofit/>
          </a:bodyPr>
          <a:lstStyle>
            <a:lvl1pPr algn="l">
              <a:defRPr sz="3200">
                <a:solidFill>
                  <a:schemeClr val="bg2"/>
                </a:solidFill>
              </a:defRPr>
            </a:lvl1pPr>
          </a:lstStyle>
          <a:p>
            <a:r>
              <a:rPr lang="en-US" noProof="0"/>
              <a:t>Double tab to add title</a:t>
            </a:r>
          </a:p>
        </p:txBody>
      </p:sp>
      <p:sp>
        <p:nvSpPr>
          <p:cNvPr id="6" name="Tijdelijke aanduiding voor dianummer 5">
            <a:extLst>
              <a:ext uri="{FF2B5EF4-FFF2-40B4-BE49-F238E27FC236}">
                <a16:creationId xmlns:a16="http://schemas.microsoft.com/office/drawing/2014/main" id="{FB9A8726-E31D-1045-B47C-1B06895CB87D}"/>
              </a:ext>
            </a:extLst>
          </p:cNvPr>
          <p:cNvSpPr>
            <a:spLocks noGrp="1"/>
          </p:cNvSpPr>
          <p:nvPr>
            <p:ph type="sldNum" sz="quarter" idx="4"/>
          </p:nvPr>
        </p:nvSpPr>
        <p:spPr>
          <a:xfrm>
            <a:off x="143256" y="6364859"/>
            <a:ext cx="377952"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fld id="{03E7D791-E1C0-214A-A1AE-A2028F82F232}" type="slidenum">
              <a:rPr lang="en-GB" smtClean="0"/>
              <a:pPr/>
              <a:t>‹#›</a:t>
            </a:fld>
            <a:endParaRPr lang="en-GB"/>
          </a:p>
        </p:txBody>
      </p:sp>
      <p:sp>
        <p:nvSpPr>
          <p:cNvPr id="18" name="Tijdelijke aanduiding voor tekst 13">
            <a:extLst>
              <a:ext uri="{FF2B5EF4-FFF2-40B4-BE49-F238E27FC236}">
                <a16:creationId xmlns:a16="http://schemas.microsoft.com/office/drawing/2014/main" id="{C9DB7CEB-C86D-FE4F-891B-40A39161EA2B}"/>
              </a:ext>
            </a:extLst>
          </p:cNvPr>
          <p:cNvSpPr>
            <a:spLocks noGrp="1"/>
          </p:cNvSpPr>
          <p:nvPr>
            <p:ph type="body" sz="quarter" idx="13" hasCustomPrompt="1"/>
          </p:nvPr>
        </p:nvSpPr>
        <p:spPr>
          <a:xfrm>
            <a:off x="868102" y="4232275"/>
            <a:ext cx="3240911" cy="1864307"/>
          </a:xfrm>
        </p:spPr>
        <p:txBody>
          <a:bodyPr>
            <a:normAutofit/>
          </a:bodyPr>
          <a:lstStyle>
            <a:lvl1pPr marL="0" indent="0">
              <a:lnSpc>
                <a:spcPct val="100000"/>
              </a:lnSpc>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en-US" noProof="0"/>
              <a:t>Double tab to add text</a:t>
            </a:r>
          </a:p>
        </p:txBody>
      </p:sp>
      <p:sp>
        <p:nvSpPr>
          <p:cNvPr id="19" name="Tijdelijke aanduiding voor tekst 13">
            <a:extLst>
              <a:ext uri="{FF2B5EF4-FFF2-40B4-BE49-F238E27FC236}">
                <a16:creationId xmlns:a16="http://schemas.microsoft.com/office/drawing/2014/main" id="{3261F146-5A63-0A4A-9465-EA6462D0DEE5}"/>
              </a:ext>
            </a:extLst>
          </p:cNvPr>
          <p:cNvSpPr>
            <a:spLocks noGrp="1"/>
          </p:cNvSpPr>
          <p:nvPr>
            <p:ph type="body" sz="quarter" idx="14" hasCustomPrompt="1"/>
          </p:nvPr>
        </p:nvSpPr>
        <p:spPr>
          <a:xfrm>
            <a:off x="4473616" y="4232275"/>
            <a:ext cx="3240911" cy="1864307"/>
          </a:xfrm>
        </p:spPr>
        <p:txBody>
          <a:bodyPr>
            <a:normAutofit/>
          </a:bodyPr>
          <a:lstStyle>
            <a:lvl1pPr marL="0" indent="0">
              <a:lnSpc>
                <a:spcPct val="100000"/>
              </a:lnSpc>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en-US" noProof="0"/>
              <a:t>Double tab to add text</a:t>
            </a:r>
          </a:p>
        </p:txBody>
      </p:sp>
      <p:sp>
        <p:nvSpPr>
          <p:cNvPr id="20" name="Tijdelijke aanduiding voor tekst 13">
            <a:extLst>
              <a:ext uri="{FF2B5EF4-FFF2-40B4-BE49-F238E27FC236}">
                <a16:creationId xmlns:a16="http://schemas.microsoft.com/office/drawing/2014/main" id="{B9F9BD40-D03F-EB4C-9A3F-88A4B5B265AB}"/>
              </a:ext>
            </a:extLst>
          </p:cNvPr>
          <p:cNvSpPr>
            <a:spLocks noGrp="1"/>
          </p:cNvSpPr>
          <p:nvPr>
            <p:ph type="body" sz="quarter" idx="15" hasCustomPrompt="1"/>
          </p:nvPr>
        </p:nvSpPr>
        <p:spPr>
          <a:xfrm>
            <a:off x="8079130" y="4232275"/>
            <a:ext cx="3240911" cy="1864307"/>
          </a:xfrm>
        </p:spPr>
        <p:txBody>
          <a:bodyPr>
            <a:normAutofit/>
          </a:bodyPr>
          <a:lstStyle>
            <a:lvl1pPr marL="0" indent="0">
              <a:lnSpc>
                <a:spcPct val="100000"/>
              </a:lnSpc>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en-US" noProof="0"/>
              <a:t>Double tab to add text</a:t>
            </a:r>
          </a:p>
        </p:txBody>
      </p:sp>
      <p:sp>
        <p:nvSpPr>
          <p:cNvPr id="24" name="Tijdelijke aanduiding voor tekst 23">
            <a:extLst>
              <a:ext uri="{FF2B5EF4-FFF2-40B4-BE49-F238E27FC236}">
                <a16:creationId xmlns:a16="http://schemas.microsoft.com/office/drawing/2014/main" id="{81DE6A5C-87DC-9E43-BD7A-DF66351FFD81}"/>
              </a:ext>
            </a:extLst>
          </p:cNvPr>
          <p:cNvSpPr>
            <a:spLocks noGrp="1"/>
          </p:cNvSpPr>
          <p:nvPr>
            <p:ph type="body" sz="quarter" idx="16" hasCustomPrompt="1"/>
          </p:nvPr>
        </p:nvSpPr>
        <p:spPr>
          <a:xfrm>
            <a:off x="865632" y="3429000"/>
            <a:ext cx="3255963" cy="676275"/>
          </a:xfrm>
        </p:spPr>
        <p:txBody>
          <a:bodyPr>
            <a:noAutofit/>
          </a:bodyPr>
          <a:lstStyle>
            <a:lvl1pPr marL="0" indent="0">
              <a:buNone/>
              <a:defRPr sz="5000">
                <a:solidFill>
                  <a:schemeClr val="bg2"/>
                </a:solidFill>
              </a:defRPr>
            </a:lvl1pPr>
          </a:lstStyle>
          <a:p>
            <a:pPr lvl="0"/>
            <a:r>
              <a:rPr lang="en-US" noProof="0"/>
              <a:t>1</a:t>
            </a:r>
          </a:p>
        </p:txBody>
      </p:sp>
      <p:sp>
        <p:nvSpPr>
          <p:cNvPr id="25" name="Tijdelijke aanduiding voor tekst 23">
            <a:extLst>
              <a:ext uri="{FF2B5EF4-FFF2-40B4-BE49-F238E27FC236}">
                <a16:creationId xmlns:a16="http://schemas.microsoft.com/office/drawing/2014/main" id="{255AD460-AFA2-EE47-BBFE-3DD05098DFA1}"/>
              </a:ext>
            </a:extLst>
          </p:cNvPr>
          <p:cNvSpPr>
            <a:spLocks noGrp="1"/>
          </p:cNvSpPr>
          <p:nvPr>
            <p:ph type="body" sz="quarter" idx="17" hasCustomPrompt="1"/>
          </p:nvPr>
        </p:nvSpPr>
        <p:spPr>
          <a:xfrm>
            <a:off x="4465358" y="3429000"/>
            <a:ext cx="3255963" cy="676275"/>
          </a:xfrm>
        </p:spPr>
        <p:txBody>
          <a:bodyPr>
            <a:noAutofit/>
          </a:bodyPr>
          <a:lstStyle>
            <a:lvl1pPr marL="0" indent="0">
              <a:buNone/>
              <a:defRPr sz="5000">
                <a:solidFill>
                  <a:schemeClr val="bg2"/>
                </a:solidFill>
              </a:defRPr>
            </a:lvl1pPr>
          </a:lstStyle>
          <a:p>
            <a:pPr lvl="0"/>
            <a:r>
              <a:rPr lang="en-US" noProof="0"/>
              <a:t>2</a:t>
            </a:r>
          </a:p>
        </p:txBody>
      </p:sp>
      <p:sp>
        <p:nvSpPr>
          <p:cNvPr id="26" name="Tijdelijke aanduiding voor tekst 23">
            <a:extLst>
              <a:ext uri="{FF2B5EF4-FFF2-40B4-BE49-F238E27FC236}">
                <a16:creationId xmlns:a16="http://schemas.microsoft.com/office/drawing/2014/main" id="{462BE296-6181-624C-A0BD-B647B4146477}"/>
              </a:ext>
            </a:extLst>
          </p:cNvPr>
          <p:cNvSpPr>
            <a:spLocks noGrp="1"/>
          </p:cNvSpPr>
          <p:nvPr>
            <p:ph type="body" sz="quarter" idx="18" hasCustomPrompt="1"/>
          </p:nvPr>
        </p:nvSpPr>
        <p:spPr>
          <a:xfrm>
            <a:off x="8065084" y="3429000"/>
            <a:ext cx="3255963" cy="676275"/>
          </a:xfrm>
        </p:spPr>
        <p:txBody>
          <a:bodyPr>
            <a:noAutofit/>
          </a:bodyPr>
          <a:lstStyle>
            <a:lvl1pPr marL="0" indent="0">
              <a:buNone/>
              <a:defRPr sz="5000">
                <a:solidFill>
                  <a:schemeClr val="bg2"/>
                </a:solidFill>
              </a:defRPr>
            </a:lvl1pPr>
          </a:lstStyle>
          <a:p>
            <a:pPr lvl="0"/>
            <a:r>
              <a:rPr lang="en-US" noProof="0"/>
              <a:t>3</a:t>
            </a:r>
          </a:p>
        </p:txBody>
      </p:sp>
      <p:sp>
        <p:nvSpPr>
          <p:cNvPr id="29" name="Tijdelijke aanduiding voor tekst 28">
            <a:extLst>
              <a:ext uri="{FF2B5EF4-FFF2-40B4-BE49-F238E27FC236}">
                <a16:creationId xmlns:a16="http://schemas.microsoft.com/office/drawing/2014/main" id="{2A8B92C6-A7B9-A84C-890A-D5478630C238}"/>
              </a:ext>
            </a:extLst>
          </p:cNvPr>
          <p:cNvSpPr>
            <a:spLocks noGrp="1"/>
          </p:cNvSpPr>
          <p:nvPr>
            <p:ph type="body" sz="quarter" idx="19" hasCustomPrompt="1"/>
          </p:nvPr>
        </p:nvSpPr>
        <p:spPr>
          <a:xfrm>
            <a:off x="865188" y="2346742"/>
            <a:ext cx="10455275" cy="860008"/>
          </a:xfrm>
        </p:spPr>
        <p:txBody>
          <a:bodyPr>
            <a:normAutofit/>
          </a:bodyPr>
          <a:lstStyle>
            <a:lvl1pPr marL="0" indent="0">
              <a:lnSpc>
                <a:spcPct val="100000"/>
              </a:lnSpc>
              <a:buNone/>
              <a:defRPr sz="1800"/>
            </a:lvl1pPr>
          </a:lstStyle>
          <a:p>
            <a:pPr lvl="0"/>
            <a:r>
              <a:rPr lang="en-US" noProof="0"/>
              <a:t>Add sub text</a:t>
            </a:r>
          </a:p>
        </p:txBody>
      </p:sp>
    </p:spTree>
    <p:extLst>
      <p:ext uri="{BB962C8B-B14F-4D97-AF65-F5344CB8AC3E}">
        <p14:creationId xmlns:p14="http://schemas.microsoft.com/office/powerpoint/2010/main" val="39773350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ackground image + block text">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9E74C8DC-37BE-0145-B803-8458657275AE}"/>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7" name="Tijdelijke aanduiding voor tekst 6">
            <a:extLst>
              <a:ext uri="{FF2B5EF4-FFF2-40B4-BE49-F238E27FC236}">
                <a16:creationId xmlns:a16="http://schemas.microsoft.com/office/drawing/2014/main" id="{22AFE609-E85F-E443-8E90-3DADD6C2F031}"/>
              </a:ext>
            </a:extLst>
          </p:cNvPr>
          <p:cNvSpPr>
            <a:spLocks noGrp="1"/>
          </p:cNvSpPr>
          <p:nvPr>
            <p:ph type="body" sz="quarter" idx="11" hasCustomPrompt="1"/>
          </p:nvPr>
        </p:nvSpPr>
        <p:spPr>
          <a:xfrm>
            <a:off x="826624" y="2232949"/>
            <a:ext cx="4625052" cy="4625052"/>
          </a:xfrm>
          <a:solidFill>
            <a:schemeClr val="tx1"/>
          </a:solidFill>
        </p:spPr>
        <p:txBody>
          <a:bodyPr lIns="396000" tIns="2124000" rIns="396000" bIns="540000" anchor="t">
            <a:normAutofit/>
          </a:bodyPr>
          <a:lstStyle>
            <a:lvl1pPr marL="0" indent="0">
              <a:buNone/>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Double tab to add text. Double tab to add subtitle. To add / change the background color / image, right click on the background and choose ‘format background’. Insert an image from the image library folder ‘PowerPoint images’ from Teams</a:t>
            </a:r>
          </a:p>
          <a:p>
            <a:pPr lvl="0"/>
            <a:endParaRPr lang="en-US" noProof="0"/>
          </a:p>
          <a:p>
            <a:pPr lvl="0"/>
            <a:endParaRPr lang="en-US" noProof="0"/>
          </a:p>
          <a:p>
            <a:pPr lvl="0"/>
            <a:endParaRPr lang="en-US" noProof="0"/>
          </a:p>
          <a:p>
            <a:pPr lvl="0"/>
            <a:endParaRPr lang="en-US" noProof="0"/>
          </a:p>
        </p:txBody>
      </p:sp>
      <p:sp>
        <p:nvSpPr>
          <p:cNvPr id="2" name="Titel 1">
            <a:extLst>
              <a:ext uri="{FF2B5EF4-FFF2-40B4-BE49-F238E27FC236}">
                <a16:creationId xmlns:a16="http://schemas.microsoft.com/office/drawing/2014/main" id="{604F2AD7-47E6-E24E-8F88-E8B6FAB6DB79}"/>
              </a:ext>
            </a:extLst>
          </p:cNvPr>
          <p:cNvSpPr>
            <a:spLocks noGrp="1"/>
          </p:cNvSpPr>
          <p:nvPr>
            <p:ph type="title" hasCustomPrompt="1"/>
          </p:nvPr>
        </p:nvSpPr>
        <p:spPr>
          <a:xfrm>
            <a:off x="1104419" y="3525461"/>
            <a:ext cx="4069466" cy="703137"/>
          </a:xfrm>
        </p:spPr>
        <p:txBody>
          <a:bodyPr anchor="b">
            <a:normAutofit/>
          </a:bodyPr>
          <a:lstStyle>
            <a:lvl1pPr>
              <a:defRPr sz="2400">
                <a:solidFill>
                  <a:schemeClr val="bg2"/>
                </a:solidFill>
              </a:defRPr>
            </a:lvl1pPr>
          </a:lstStyle>
          <a:p>
            <a:r>
              <a:rPr lang="en-US" noProof="0"/>
              <a:t>Double tab to add title</a:t>
            </a:r>
          </a:p>
        </p:txBody>
      </p:sp>
    </p:spTree>
    <p:extLst>
      <p:ext uri="{BB962C8B-B14F-4D97-AF65-F5344CB8AC3E}">
        <p14:creationId xmlns:p14="http://schemas.microsoft.com/office/powerpoint/2010/main" val="1476870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ackground image + block text">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9E74C8DC-37BE-0145-B803-8458657275AE}"/>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7" name="Tijdelijke aanduiding voor tekst 6">
            <a:extLst>
              <a:ext uri="{FF2B5EF4-FFF2-40B4-BE49-F238E27FC236}">
                <a16:creationId xmlns:a16="http://schemas.microsoft.com/office/drawing/2014/main" id="{22AFE609-E85F-E443-8E90-3DADD6C2F031}"/>
              </a:ext>
            </a:extLst>
          </p:cNvPr>
          <p:cNvSpPr>
            <a:spLocks noGrp="1"/>
          </p:cNvSpPr>
          <p:nvPr>
            <p:ph type="body" sz="quarter" idx="11" hasCustomPrompt="1"/>
          </p:nvPr>
        </p:nvSpPr>
        <p:spPr>
          <a:xfrm>
            <a:off x="826624" y="2232949"/>
            <a:ext cx="4625052" cy="4625052"/>
          </a:xfrm>
          <a:solidFill>
            <a:schemeClr val="accent3"/>
          </a:solidFill>
        </p:spPr>
        <p:txBody>
          <a:bodyPr lIns="396000" tIns="2124000" rIns="396000" bIns="540000" anchor="t">
            <a:normAutofit/>
          </a:bodyPr>
          <a:lstStyle>
            <a:lvl1pPr marL="0" indent="0">
              <a:buNone/>
              <a:defRPr sz="140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Double tab to add text. Double tab to add subtitle. To add / change the background color / image, right click on the background and choose ‘format background’. Insert an image from the image library folder ‘PowerPoint images’ from Teams</a:t>
            </a:r>
          </a:p>
          <a:p>
            <a:pPr lvl="0"/>
            <a:endParaRPr lang="en-US" noProof="0"/>
          </a:p>
          <a:p>
            <a:pPr lvl="0"/>
            <a:endParaRPr lang="en-US" noProof="0"/>
          </a:p>
          <a:p>
            <a:pPr lvl="0"/>
            <a:endParaRPr lang="en-US" noProof="0"/>
          </a:p>
          <a:p>
            <a:pPr lvl="0"/>
            <a:endParaRPr lang="en-US" noProof="0"/>
          </a:p>
        </p:txBody>
      </p:sp>
      <p:sp>
        <p:nvSpPr>
          <p:cNvPr id="2" name="Titel 1">
            <a:extLst>
              <a:ext uri="{FF2B5EF4-FFF2-40B4-BE49-F238E27FC236}">
                <a16:creationId xmlns:a16="http://schemas.microsoft.com/office/drawing/2014/main" id="{604F2AD7-47E6-E24E-8F88-E8B6FAB6DB79}"/>
              </a:ext>
            </a:extLst>
          </p:cNvPr>
          <p:cNvSpPr>
            <a:spLocks noGrp="1"/>
          </p:cNvSpPr>
          <p:nvPr>
            <p:ph type="title" hasCustomPrompt="1"/>
          </p:nvPr>
        </p:nvSpPr>
        <p:spPr>
          <a:xfrm>
            <a:off x="1104419" y="3525461"/>
            <a:ext cx="4069466" cy="703137"/>
          </a:xfrm>
        </p:spPr>
        <p:txBody>
          <a:bodyPr anchor="b">
            <a:normAutofit/>
          </a:bodyPr>
          <a:lstStyle>
            <a:lvl1pPr>
              <a:defRPr sz="2400">
                <a:solidFill>
                  <a:schemeClr val="accent4"/>
                </a:solidFill>
              </a:defRPr>
            </a:lvl1pPr>
          </a:lstStyle>
          <a:p>
            <a:r>
              <a:rPr lang="en-US" noProof="0"/>
              <a:t>Double tab to add title</a:t>
            </a:r>
          </a:p>
        </p:txBody>
      </p:sp>
    </p:spTree>
    <p:extLst>
      <p:ext uri="{BB962C8B-B14F-4D97-AF65-F5344CB8AC3E}">
        <p14:creationId xmlns:p14="http://schemas.microsoft.com/office/powerpoint/2010/main" val="4952406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mpty slide - 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8197665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hank you - dar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65A5B8-9A22-144F-870C-F2264B1D49AD}"/>
              </a:ext>
            </a:extLst>
          </p:cNvPr>
          <p:cNvSpPr>
            <a:spLocks noGrp="1"/>
          </p:cNvSpPr>
          <p:nvPr>
            <p:ph type="title" hasCustomPrompt="1"/>
          </p:nvPr>
        </p:nvSpPr>
        <p:spPr>
          <a:xfrm>
            <a:off x="838200" y="2422003"/>
            <a:ext cx="10515600" cy="1294694"/>
          </a:xfrm>
        </p:spPr>
        <p:txBody>
          <a:bodyPr anchor="b"/>
          <a:lstStyle>
            <a:lvl1pPr algn="ctr">
              <a:defRPr>
                <a:solidFill>
                  <a:schemeClr val="bg2"/>
                </a:solidFill>
              </a:defRPr>
            </a:lvl1pPr>
          </a:lstStyle>
          <a:p>
            <a:r>
              <a:rPr lang="en-US" noProof="0"/>
              <a:t>Add thank you title</a:t>
            </a:r>
          </a:p>
        </p:txBody>
      </p:sp>
      <p:pic>
        <p:nvPicPr>
          <p:cNvPr id="6" name="Afbeelding 5">
            <a:extLst>
              <a:ext uri="{FF2B5EF4-FFF2-40B4-BE49-F238E27FC236}">
                <a16:creationId xmlns:a16="http://schemas.microsoft.com/office/drawing/2014/main" id="{504C7459-1BDC-6B42-97BC-01DBAF492922}"/>
              </a:ext>
            </a:extLst>
          </p:cNvPr>
          <p:cNvPicPr>
            <a:picLocks noChangeAspect="1"/>
          </p:cNvPicPr>
          <p:nvPr userDrawn="1"/>
        </p:nvPicPr>
        <p:blipFill>
          <a:blip r:embed="rId2"/>
          <a:stretch>
            <a:fillRect/>
          </a:stretch>
        </p:blipFill>
        <p:spPr>
          <a:xfrm>
            <a:off x="354774" y="352968"/>
            <a:ext cx="2060720" cy="691761"/>
          </a:xfrm>
          <a:prstGeom prst="rect">
            <a:avLst/>
          </a:prstGeom>
        </p:spPr>
      </p:pic>
      <p:sp>
        <p:nvSpPr>
          <p:cNvPr id="13" name="Tijdelijke aanduiding voor tekst 12">
            <a:extLst>
              <a:ext uri="{FF2B5EF4-FFF2-40B4-BE49-F238E27FC236}">
                <a16:creationId xmlns:a16="http://schemas.microsoft.com/office/drawing/2014/main" id="{02DDF741-072C-934D-9B9B-322EBF943764}"/>
              </a:ext>
            </a:extLst>
          </p:cNvPr>
          <p:cNvSpPr>
            <a:spLocks noGrp="1"/>
          </p:cNvSpPr>
          <p:nvPr>
            <p:ph type="body" sz="quarter" idx="11" hasCustomPrompt="1"/>
          </p:nvPr>
        </p:nvSpPr>
        <p:spPr>
          <a:xfrm>
            <a:off x="838201" y="4483817"/>
            <a:ext cx="10515600" cy="304800"/>
          </a:xfrm>
        </p:spPr>
        <p:txBody>
          <a:bodyPr>
            <a:noAutofit/>
          </a:bodyPr>
          <a:lstStyle>
            <a:lvl1pPr marL="0" indent="0" algn="ctr">
              <a:buNone/>
              <a:defRPr sz="1600">
                <a:solidFill>
                  <a:schemeClr val="bg2"/>
                </a:solidFill>
              </a:defRPr>
            </a:lvl1pPr>
          </a:lstStyle>
          <a:p>
            <a:pPr lvl="0"/>
            <a:r>
              <a:rPr lang="en-US" noProof="0"/>
              <a:t>Job title</a:t>
            </a:r>
          </a:p>
        </p:txBody>
      </p:sp>
      <p:sp>
        <p:nvSpPr>
          <p:cNvPr id="15" name="Tijdelijke aanduiding voor tekst 14">
            <a:extLst>
              <a:ext uri="{FF2B5EF4-FFF2-40B4-BE49-F238E27FC236}">
                <a16:creationId xmlns:a16="http://schemas.microsoft.com/office/drawing/2014/main" id="{290D5B76-0F35-6949-870E-28CBE4623B9E}"/>
              </a:ext>
            </a:extLst>
          </p:cNvPr>
          <p:cNvSpPr>
            <a:spLocks noGrp="1"/>
          </p:cNvSpPr>
          <p:nvPr>
            <p:ph type="body" sz="quarter" idx="12" hasCustomPrompt="1"/>
          </p:nvPr>
        </p:nvSpPr>
        <p:spPr>
          <a:xfrm>
            <a:off x="838200" y="5022417"/>
            <a:ext cx="10506075" cy="520700"/>
          </a:xfrm>
        </p:spPr>
        <p:txBody>
          <a:bodyPr>
            <a:normAutofit/>
          </a:bodyPr>
          <a:lstStyle>
            <a:lvl1pPr marL="0" marR="0" indent="0" algn="ctr" defTabSz="914400" rtl="0" eaLnBrk="1" fontAlgn="auto" latinLnBrk="0" hangingPunct="1">
              <a:lnSpc>
                <a:spcPct val="100000"/>
              </a:lnSpc>
              <a:spcBef>
                <a:spcPts val="1000"/>
              </a:spcBef>
              <a:spcAft>
                <a:spcPts val="0"/>
              </a:spcAft>
              <a:buClr>
                <a:schemeClr val="bg2"/>
              </a:buClr>
              <a:buSzTx/>
              <a:buFont typeface="Wingdings" pitchFamily="2" charset="2"/>
              <a:buNone/>
              <a:tabLst/>
              <a:defRPr lang="nl-NL" sz="1600" i="1" smtClean="0">
                <a:solidFill>
                  <a:schemeClr val="bg1"/>
                </a:solidFill>
                <a:effectLst/>
              </a:defRPr>
            </a:lvl1pPr>
          </a:lstStyle>
          <a:p>
            <a:pPr marL="0" marR="0" lvl="0" indent="0" algn="ctr" defTabSz="914400" rtl="0" eaLnBrk="1" fontAlgn="auto" latinLnBrk="0" hangingPunct="1">
              <a:lnSpc>
                <a:spcPct val="100000"/>
              </a:lnSpc>
              <a:spcBef>
                <a:spcPts val="1000"/>
              </a:spcBef>
              <a:spcAft>
                <a:spcPts val="0"/>
              </a:spcAft>
              <a:buClr>
                <a:schemeClr val="bg2"/>
              </a:buClr>
              <a:buSzTx/>
              <a:buFont typeface="Wingdings" pitchFamily="2" charset="2"/>
              <a:buNone/>
              <a:tabLst/>
              <a:defRPr/>
            </a:pPr>
            <a:r>
              <a:rPr lang="nl-NL" err="1">
                <a:solidFill>
                  <a:srgbClr val="FFFFFF"/>
                </a:solidFill>
                <a:effectLst/>
                <a:latin typeface="Arial" panose="020B0604020202020204" pitchFamily="34" charset="0"/>
              </a:rPr>
              <a:t>example@oceanaccounts.org</a:t>
            </a:r>
            <a:r>
              <a:rPr lang="nl-NL">
                <a:solidFill>
                  <a:srgbClr val="FFFFFF"/>
                </a:solidFill>
                <a:effectLst/>
                <a:latin typeface="Arial" panose="020B0604020202020204" pitchFamily="34" charset="0"/>
              </a:rPr>
              <a:t>  -  </a:t>
            </a:r>
            <a:r>
              <a:rPr lang="nl-NL" err="1">
                <a:solidFill>
                  <a:srgbClr val="FFFFFF"/>
                </a:solidFill>
                <a:effectLst/>
                <a:latin typeface="Arial" panose="020B0604020202020204" pitchFamily="34" charset="0"/>
              </a:rPr>
              <a:t>example@outlook.com</a:t>
            </a:r>
            <a:endParaRPr lang="nl-NL">
              <a:solidFill>
                <a:srgbClr val="FFFFFF"/>
              </a:solidFill>
              <a:effectLst/>
              <a:latin typeface="Arial" panose="020B0604020202020204" pitchFamily="34" charset="0"/>
            </a:endParaRPr>
          </a:p>
          <a:p>
            <a:endParaRPr lang="nl-NL">
              <a:solidFill>
                <a:srgbClr val="FFFFFF"/>
              </a:solidFill>
              <a:effectLst/>
              <a:latin typeface="Arial" panose="020B0604020202020204" pitchFamily="34" charset="0"/>
            </a:endParaRPr>
          </a:p>
        </p:txBody>
      </p:sp>
      <p:pic>
        <p:nvPicPr>
          <p:cNvPr id="16" name="Graphic 15">
            <a:extLst>
              <a:ext uri="{FF2B5EF4-FFF2-40B4-BE49-F238E27FC236}">
                <a16:creationId xmlns:a16="http://schemas.microsoft.com/office/drawing/2014/main" id="{1FB5D09C-9469-4642-9B00-7552AA162D2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795760" y="5282767"/>
            <a:ext cx="377952" cy="1547801"/>
          </a:xfrm>
          <a:prstGeom prst="rect">
            <a:avLst/>
          </a:prstGeom>
        </p:spPr>
      </p:pic>
      <p:sp>
        <p:nvSpPr>
          <p:cNvPr id="18" name="Tijdelijke aanduiding voor tekst 17">
            <a:extLst>
              <a:ext uri="{FF2B5EF4-FFF2-40B4-BE49-F238E27FC236}">
                <a16:creationId xmlns:a16="http://schemas.microsoft.com/office/drawing/2014/main" id="{78C40BBF-CA6F-D34F-AAEE-A17C0DDF6969}"/>
              </a:ext>
            </a:extLst>
          </p:cNvPr>
          <p:cNvSpPr>
            <a:spLocks noGrp="1"/>
          </p:cNvSpPr>
          <p:nvPr>
            <p:ph type="body" sz="quarter" idx="13" hasCustomPrompt="1"/>
          </p:nvPr>
        </p:nvSpPr>
        <p:spPr>
          <a:xfrm>
            <a:off x="838200" y="4179017"/>
            <a:ext cx="10515600" cy="304800"/>
          </a:xfrm>
        </p:spPr>
        <p:txBody>
          <a:bodyPr>
            <a:noAutofit/>
          </a:bodyPr>
          <a:lstStyle>
            <a:lvl1pPr marL="0" indent="0" algn="ctr">
              <a:buNone/>
              <a:defRPr sz="2000"/>
            </a:lvl1pPr>
          </a:lstStyle>
          <a:p>
            <a:pPr lvl="0"/>
            <a:r>
              <a:rPr lang="en-US" noProof="0"/>
              <a:t>Name Surname</a:t>
            </a:r>
          </a:p>
        </p:txBody>
      </p:sp>
    </p:spTree>
    <p:extLst>
      <p:ext uri="{BB962C8B-B14F-4D97-AF65-F5344CB8AC3E}">
        <p14:creationId xmlns:p14="http://schemas.microsoft.com/office/powerpoint/2010/main" val="19688679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text - dar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9EE7B8-06F6-B44C-A7FB-AACD9316913F}"/>
              </a:ext>
            </a:extLst>
          </p:cNvPr>
          <p:cNvSpPr>
            <a:spLocks noGrp="1"/>
          </p:cNvSpPr>
          <p:nvPr>
            <p:ph type="title" hasCustomPrompt="1"/>
          </p:nvPr>
        </p:nvSpPr>
        <p:spPr/>
        <p:txBody>
          <a:bodyPr anchor="t"/>
          <a:lstStyle/>
          <a:p>
            <a:r>
              <a:rPr lang="en-US" noProof="0"/>
              <a:t>Double tab to add title</a:t>
            </a:r>
          </a:p>
        </p:txBody>
      </p:sp>
      <p:sp>
        <p:nvSpPr>
          <p:cNvPr id="3" name="Tijdelijke aanduiding voor dianummer 2">
            <a:extLst>
              <a:ext uri="{FF2B5EF4-FFF2-40B4-BE49-F238E27FC236}">
                <a16:creationId xmlns:a16="http://schemas.microsoft.com/office/drawing/2014/main" id="{70791ABD-1920-7440-80EF-C0D79BB19B32}"/>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6" name="Tijdelijke aanduiding voor tekst 5">
            <a:extLst>
              <a:ext uri="{FF2B5EF4-FFF2-40B4-BE49-F238E27FC236}">
                <a16:creationId xmlns:a16="http://schemas.microsoft.com/office/drawing/2014/main" id="{CA5098BB-FBE4-0E4A-A083-BA66D00ACAF3}"/>
              </a:ext>
            </a:extLst>
          </p:cNvPr>
          <p:cNvSpPr>
            <a:spLocks noGrp="1"/>
          </p:cNvSpPr>
          <p:nvPr>
            <p:ph type="body" sz="quarter" idx="11" hasCustomPrompt="1"/>
          </p:nvPr>
        </p:nvSpPr>
        <p:spPr>
          <a:xfrm>
            <a:off x="838200" y="1628555"/>
            <a:ext cx="10515600" cy="4447189"/>
          </a:xfrm>
        </p:spPr>
        <p:txBody>
          <a:bodyPr/>
          <a:lstStyle>
            <a:lvl1pPr>
              <a:buClr>
                <a:srgbClr val="3B9C7B"/>
              </a:buClr>
              <a:defRPr/>
            </a:lvl1pPr>
            <a:lvl2pPr>
              <a:buClr>
                <a:srgbClr val="3B9C7B"/>
              </a:buClr>
              <a:defRPr/>
            </a:lvl2pPr>
            <a:lvl3pPr>
              <a:buClr>
                <a:srgbClr val="3B9C7B"/>
              </a:buClr>
              <a:defRPr/>
            </a:lvl3pPr>
            <a:lvl4pPr>
              <a:buClr>
                <a:srgbClr val="3B9C7B"/>
              </a:buClr>
              <a:defRPr/>
            </a:lvl4pPr>
            <a:lvl5pPr>
              <a:buClr>
                <a:srgbClr val="3B9C7B"/>
              </a:buClr>
              <a:defRPr/>
            </a:lvl5p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969655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slide / thank you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65A5B8-9A22-144F-870C-F2264B1D49AD}"/>
              </a:ext>
            </a:extLst>
          </p:cNvPr>
          <p:cNvSpPr>
            <a:spLocks noGrp="1"/>
          </p:cNvSpPr>
          <p:nvPr>
            <p:ph type="title" hasCustomPrompt="1"/>
          </p:nvPr>
        </p:nvSpPr>
        <p:spPr>
          <a:xfrm>
            <a:off x="838200" y="2422002"/>
            <a:ext cx="10515600" cy="2013995"/>
          </a:xfrm>
        </p:spPr>
        <p:txBody>
          <a:bodyPr anchor="b"/>
          <a:lstStyle>
            <a:lvl1pPr algn="ctr">
              <a:defRPr>
                <a:solidFill>
                  <a:schemeClr val="bg2"/>
                </a:solidFill>
              </a:defRPr>
            </a:lvl1pPr>
          </a:lstStyle>
          <a:p>
            <a:r>
              <a:rPr lang="en-US" noProof="0"/>
              <a:t>Double tab to add title</a:t>
            </a:r>
          </a:p>
        </p:txBody>
      </p:sp>
      <p:sp>
        <p:nvSpPr>
          <p:cNvPr id="3" name="Tijdelijke aanduiding voor dianummer 2">
            <a:extLst>
              <a:ext uri="{FF2B5EF4-FFF2-40B4-BE49-F238E27FC236}">
                <a16:creationId xmlns:a16="http://schemas.microsoft.com/office/drawing/2014/main" id="{DA763225-6284-8F4D-925B-A82F9AA3E9D4}"/>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5" name="Ondertitel 2">
            <a:extLst>
              <a:ext uri="{FF2B5EF4-FFF2-40B4-BE49-F238E27FC236}">
                <a16:creationId xmlns:a16="http://schemas.microsoft.com/office/drawing/2014/main" id="{D4956ECB-36D2-F441-B631-C85929F75287}"/>
              </a:ext>
            </a:extLst>
          </p:cNvPr>
          <p:cNvSpPr>
            <a:spLocks noGrp="1"/>
          </p:cNvSpPr>
          <p:nvPr>
            <p:ph type="subTitle" idx="1" hasCustomPrompt="1"/>
          </p:nvPr>
        </p:nvSpPr>
        <p:spPr>
          <a:xfrm>
            <a:off x="838199" y="4541092"/>
            <a:ext cx="10515599" cy="1655762"/>
          </a:xfrm>
        </p:spPr>
        <p:txBody>
          <a:bodyPr>
            <a:normAutofit/>
          </a:bodyPr>
          <a:lstStyle>
            <a:lvl1pPr marL="0" marR="0" indent="0" algn="ctr" defTabSz="914400" rtl="0" eaLnBrk="1" fontAlgn="auto" latinLnBrk="0" hangingPunct="1">
              <a:lnSpc>
                <a:spcPct val="100000"/>
              </a:lnSpc>
              <a:spcBef>
                <a:spcPts val="1000"/>
              </a:spcBef>
              <a:spcAft>
                <a:spcPts val="0"/>
              </a:spcAft>
              <a:buClr>
                <a:schemeClr val="bg2"/>
              </a:buClr>
              <a:buSzTx/>
              <a:buFont typeface="Wingdings" pitchFamily="2" charset="2"/>
              <a:buNone/>
              <a:tabLst/>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ctr" defTabSz="914400" rtl="0" eaLnBrk="1" fontAlgn="auto" latinLnBrk="0" hangingPunct="1">
              <a:lnSpc>
                <a:spcPct val="100000"/>
              </a:lnSpc>
              <a:spcBef>
                <a:spcPts val="1000"/>
              </a:spcBef>
              <a:spcAft>
                <a:spcPts val="0"/>
              </a:spcAft>
              <a:buClr>
                <a:schemeClr val="bg2"/>
              </a:buClr>
              <a:buSzTx/>
              <a:buFont typeface="Wingdings" pitchFamily="2" charset="2"/>
              <a:buNone/>
              <a:tabLst/>
              <a:defRPr/>
            </a:pPr>
            <a:r>
              <a:rPr lang="en-GB" noProof="0"/>
              <a:t>Double tab to add subtitle. To add / change the background </a:t>
            </a:r>
            <a:r>
              <a:rPr lang="en-GB" noProof="0" err="1"/>
              <a:t>color</a:t>
            </a:r>
            <a:r>
              <a:rPr lang="en-GB" noProof="0"/>
              <a:t> / image, right click on the background and choose ‘format background’. Insert an image from the image library folder ‘PowerPoint images’ from Teams</a:t>
            </a:r>
          </a:p>
          <a:p>
            <a:endParaRPr lang="en-GB" noProof="0"/>
          </a:p>
        </p:txBody>
      </p:sp>
    </p:spTree>
    <p:extLst>
      <p:ext uri="{BB962C8B-B14F-4D97-AF65-F5344CB8AC3E}">
        <p14:creationId xmlns:p14="http://schemas.microsoft.com/office/powerpoint/2010/main" val="3572590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urbs - dar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62CD47-CA7C-4A4C-BDAA-EBBB142F84E3}"/>
              </a:ext>
            </a:extLst>
          </p:cNvPr>
          <p:cNvSpPr>
            <a:spLocks noGrp="1"/>
          </p:cNvSpPr>
          <p:nvPr>
            <p:ph type="ctrTitle" hasCustomPrompt="1"/>
          </p:nvPr>
        </p:nvSpPr>
        <p:spPr>
          <a:xfrm>
            <a:off x="865632" y="1756433"/>
            <a:ext cx="10454409" cy="463309"/>
          </a:xfrm>
        </p:spPr>
        <p:txBody>
          <a:bodyPr anchor="t">
            <a:normAutofit/>
          </a:bodyPr>
          <a:lstStyle>
            <a:lvl1pPr algn="l">
              <a:defRPr sz="3200">
                <a:solidFill>
                  <a:schemeClr val="bg2"/>
                </a:solidFill>
              </a:defRPr>
            </a:lvl1pPr>
          </a:lstStyle>
          <a:p>
            <a:r>
              <a:rPr lang="en-US" noProof="0"/>
              <a:t>Double tab to add title</a:t>
            </a:r>
          </a:p>
        </p:txBody>
      </p:sp>
      <p:sp>
        <p:nvSpPr>
          <p:cNvPr id="6" name="Tijdelijke aanduiding voor dianummer 5">
            <a:extLst>
              <a:ext uri="{FF2B5EF4-FFF2-40B4-BE49-F238E27FC236}">
                <a16:creationId xmlns:a16="http://schemas.microsoft.com/office/drawing/2014/main" id="{FB9A8726-E31D-1045-B47C-1B06895CB87D}"/>
              </a:ext>
            </a:extLst>
          </p:cNvPr>
          <p:cNvSpPr>
            <a:spLocks noGrp="1"/>
          </p:cNvSpPr>
          <p:nvPr>
            <p:ph type="sldNum" sz="quarter" idx="4"/>
          </p:nvPr>
        </p:nvSpPr>
        <p:spPr>
          <a:xfrm>
            <a:off x="143256" y="6364859"/>
            <a:ext cx="377952"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fld id="{03E7D791-E1C0-214A-A1AE-A2028F82F232}" type="slidenum">
              <a:rPr lang="en-GB" smtClean="0"/>
              <a:pPr/>
              <a:t>‹#›</a:t>
            </a:fld>
            <a:endParaRPr lang="en-GB"/>
          </a:p>
        </p:txBody>
      </p:sp>
      <p:sp>
        <p:nvSpPr>
          <p:cNvPr id="18" name="Tijdelijke aanduiding voor tekst 13">
            <a:extLst>
              <a:ext uri="{FF2B5EF4-FFF2-40B4-BE49-F238E27FC236}">
                <a16:creationId xmlns:a16="http://schemas.microsoft.com/office/drawing/2014/main" id="{C9DB7CEB-C86D-FE4F-891B-40A39161EA2B}"/>
              </a:ext>
            </a:extLst>
          </p:cNvPr>
          <p:cNvSpPr>
            <a:spLocks noGrp="1"/>
          </p:cNvSpPr>
          <p:nvPr>
            <p:ph type="body" sz="quarter" idx="13" hasCustomPrompt="1"/>
          </p:nvPr>
        </p:nvSpPr>
        <p:spPr>
          <a:xfrm>
            <a:off x="868102" y="4232275"/>
            <a:ext cx="3240911" cy="1864307"/>
          </a:xfrm>
        </p:spPr>
        <p:txBody>
          <a:bodyPr>
            <a:normAutofit/>
          </a:bodyPr>
          <a:lstStyle>
            <a:lvl1pPr marL="0" indent="0">
              <a:lnSpc>
                <a:spcPct val="100000"/>
              </a:lnSpc>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en-US" noProof="0"/>
              <a:t>Double tab to add text</a:t>
            </a:r>
          </a:p>
        </p:txBody>
      </p:sp>
      <p:sp>
        <p:nvSpPr>
          <p:cNvPr id="19" name="Tijdelijke aanduiding voor tekst 13">
            <a:extLst>
              <a:ext uri="{FF2B5EF4-FFF2-40B4-BE49-F238E27FC236}">
                <a16:creationId xmlns:a16="http://schemas.microsoft.com/office/drawing/2014/main" id="{3261F146-5A63-0A4A-9465-EA6462D0DEE5}"/>
              </a:ext>
            </a:extLst>
          </p:cNvPr>
          <p:cNvSpPr>
            <a:spLocks noGrp="1"/>
          </p:cNvSpPr>
          <p:nvPr>
            <p:ph type="body" sz="quarter" idx="14" hasCustomPrompt="1"/>
          </p:nvPr>
        </p:nvSpPr>
        <p:spPr>
          <a:xfrm>
            <a:off x="4473616" y="4232275"/>
            <a:ext cx="3240911" cy="1864307"/>
          </a:xfrm>
        </p:spPr>
        <p:txBody>
          <a:bodyPr>
            <a:normAutofit/>
          </a:bodyPr>
          <a:lstStyle>
            <a:lvl1pPr marL="0" indent="0">
              <a:lnSpc>
                <a:spcPct val="100000"/>
              </a:lnSpc>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en-US" noProof="0"/>
              <a:t>Double tab to add text</a:t>
            </a:r>
          </a:p>
        </p:txBody>
      </p:sp>
      <p:sp>
        <p:nvSpPr>
          <p:cNvPr id="20" name="Tijdelijke aanduiding voor tekst 13">
            <a:extLst>
              <a:ext uri="{FF2B5EF4-FFF2-40B4-BE49-F238E27FC236}">
                <a16:creationId xmlns:a16="http://schemas.microsoft.com/office/drawing/2014/main" id="{B9F9BD40-D03F-EB4C-9A3F-88A4B5B265AB}"/>
              </a:ext>
            </a:extLst>
          </p:cNvPr>
          <p:cNvSpPr>
            <a:spLocks noGrp="1"/>
          </p:cNvSpPr>
          <p:nvPr>
            <p:ph type="body" sz="quarter" idx="15" hasCustomPrompt="1"/>
          </p:nvPr>
        </p:nvSpPr>
        <p:spPr>
          <a:xfrm>
            <a:off x="8079130" y="4232275"/>
            <a:ext cx="3240911" cy="1864307"/>
          </a:xfrm>
        </p:spPr>
        <p:txBody>
          <a:bodyPr>
            <a:normAutofit/>
          </a:bodyPr>
          <a:lstStyle>
            <a:lvl1pPr marL="0" indent="0">
              <a:lnSpc>
                <a:spcPct val="100000"/>
              </a:lnSpc>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en-US" noProof="0"/>
              <a:t>Double tab to add text</a:t>
            </a:r>
          </a:p>
        </p:txBody>
      </p:sp>
      <p:sp>
        <p:nvSpPr>
          <p:cNvPr id="24" name="Tijdelijke aanduiding voor tekst 23">
            <a:extLst>
              <a:ext uri="{FF2B5EF4-FFF2-40B4-BE49-F238E27FC236}">
                <a16:creationId xmlns:a16="http://schemas.microsoft.com/office/drawing/2014/main" id="{81DE6A5C-87DC-9E43-BD7A-DF66351FFD81}"/>
              </a:ext>
            </a:extLst>
          </p:cNvPr>
          <p:cNvSpPr>
            <a:spLocks noGrp="1"/>
          </p:cNvSpPr>
          <p:nvPr>
            <p:ph type="body" sz="quarter" idx="16" hasCustomPrompt="1"/>
          </p:nvPr>
        </p:nvSpPr>
        <p:spPr>
          <a:xfrm>
            <a:off x="865632" y="3429000"/>
            <a:ext cx="3255963" cy="676275"/>
          </a:xfrm>
        </p:spPr>
        <p:txBody>
          <a:bodyPr>
            <a:noAutofit/>
          </a:bodyPr>
          <a:lstStyle>
            <a:lvl1pPr marL="0" indent="0">
              <a:buNone/>
              <a:defRPr sz="5000">
                <a:solidFill>
                  <a:schemeClr val="bg2"/>
                </a:solidFill>
              </a:defRPr>
            </a:lvl1pPr>
          </a:lstStyle>
          <a:p>
            <a:pPr lvl="0"/>
            <a:r>
              <a:rPr lang="en-US" noProof="0"/>
              <a:t>1</a:t>
            </a:r>
          </a:p>
        </p:txBody>
      </p:sp>
      <p:sp>
        <p:nvSpPr>
          <p:cNvPr id="25" name="Tijdelijke aanduiding voor tekst 23">
            <a:extLst>
              <a:ext uri="{FF2B5EF4-FFF2-40B4-BE49-F238E27FC236}">
                <a16:creationId xmlns:a16="http://schemas.microsoft.com/office/drawing/2014/main" id="{255AD460-AFA2-EE47-BBFE-3DD05098DFA1}"/>
              </a:ext>
            </a:extLst>
          </p:cNvPr>
          <p:cNvSpPr>
            <a:spLocks noGrp="1"/>
          </p:cNvSpPr>
          <p:nvPr>
            <p:ph type="body" sz="quarter" idx="17" hasCustomPrompt="1"/>
          </p:nvPr>
        </p:nvSpPr>
        <p:spPr>
          <a:xfrm>
            <a:off x="4465358" y="3429000"/>
            <a:ext cx="3255963" cy="676275"/>
          </a:xfrm>
        </p:spPr>
        <p:txBody>
          <a:bodyPr>
            <a:noAutofit/>
          </a:bodyPr>
          <a:lstStyle>
            <a:lvl1pPr marL="0" indent="0">
              <a:buNone/>
              <a:defRPr sz="5000">
                <a:solidFill>
                  <a:schemeClr val="bg2"/>
                </a:solidFill>
              </a:defRPr>
            </a:lvl1pPr>
          </a:lstStyle>
          <a:p>
            <a:pPr lvl="0"/>
            <a:r>
              <a:rPr lang="en-US" noProof="0"/>
              <a:t>2</a:t>
            </a:r>
          </a:p>
        </p:txBody>
      </p:sp>
      <p:sp>
        <p:nvSpPr>
          <p:cNvPr id="26" name="Tijdelijke aanduiding voor tekst 23">
            <a:extLst>
              <a:ext uri="{FF2B5EF4-FFF2-40B4-BE49-F238E27FC236}">
                <a16:creationId xmlns:a16="http://schemas.microsoft.com/office/drawing/2014/main" id="{462BE296-6181-624C-A0BD-B647B4146477}"/>
              </a:ext>
            </a:extLst>
          </p:cNvPr>
          <p:cNvSpPr>
            <a:spLocks noGrp="1"/>
          </p:cNvSpPr>
          <p:nvPr>
            <p:ph type="body" sz="quarter" idx="18" hasCustomPrompt="1"/>
          </p:nvPr>
        </p:nvSpPr>
        <p:spPr>
          <a:xfrm>
            <a:off x="8065084" y="3429000"/>
            <a:ext cx="3255963" cy="676275"/>
          </a:xfrm>
        </p:spPr>
        <p:txBody>
          <a:bodyPr>
            <a:noAutofit/>
          </a:bodyPr>
          <a:lstStyle>
            <a:lvl1pPr marL="0" indent="0">
              <a:buNone/>
              <a:defRPr sz="5000">
                <a:solidFill>
                  <a:schemeClr val="bg2"/>
                </a:solidFill>
              </a:defRPr>
            </a:lvl1pPr>
          </a:lstStyle>
          <a:p>
            <a:pPr lvl="0"/>
            <a:r>
              <a:rPr lang="en-US" noProof="0"/>
              <a:t>3</a:t>
            </a:r>
          </a:p>
        </p:txBody>
      </p:sp>
      <p:sp>
        <p:nvSpPr>
          <p:cNvPr id="29" name="Tijdelijke aanduiding voor tekst 28">
            <a:extLst>
              <a:ext uri="{FF2B5EF4-FFF2-40B4-BE49-F238E27FC236}">
                <a16:creationId xmlns:a16="http://schemas.microsoft.com/office/drawing/2014/main" id="{2A8B92C6-A7B9-A84C-890A-D5478630C238}"/>
              </a:ext>
            </a:extLst>
          </p:cNvPr>
          <p:cNvSpPr>
            <a:spLocks noGrp="1"/>
          </p:cNvSpPr>
          <p:nvPr>
            <p:ph type="body" sz="quarter" idx="19" hasCustomPrompt="1"/>
          </p:nvPr>
        </p:nvSpPr>
        <p:spPr>
          <a:xfrm>
            <a:off x="865188" y="2346742"/>
            <a:ext cx="10455275" cy="860008"/>
          </a:xfrm>
        </p:spPr>
        <p:txBody>
          <a:bodyPr>
            <a:normAutofit/>
          </a:bodyPr>
          <a:lstStyle>
            <a:lvl1pPr marL="0" indent="0">
              <a:lnSpc>
                <a:spcPct val="100000"/>
              </a:lnSpc>
              <a:buNone/>
              <a:defRPr sz="1800"/>
            </a:lvl1pPr>
          </a:lstStyle>
          <a:p>
            <a:pPr lvl="0"/>
            <a:r>
              <a:rPr lang="en-US" noProof="0"/>
              <a:t>Add sub text</a:t>
            </a:r>
          </a:p>
        </p:txBody>
      </p:sp>
    </p:spTree>
    <p:extLst>
      <p:ext uri="{BB962C8B-B14F-4D97-AF65-F5344CB8AC3E}">
        <p14:creationId xmlns:p14="http://schemas.microsoft.com/office/powerpoint/2010/main" val="8762322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ackground image + block text">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9E74C8DC-37BE-0145-B803-8458657275AE}"/>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7" name="Tijdelijke aanduiding voor tekst 6">
            <a:extLst>
              <a:ext uri="{FF2B5EF4-FFF2-40B4-BE49-F238E27FC236}">
                <a16:creationId xmlns:a16="http://schemas.microsoft.com/office/drawing/2014/main" id="{22AFE609-E85F-E443-8E90-3DADD6C2F031}"/>
              </a:ext>
            </a:extLst>
          </p:cNvPr>
          <p:cNvSpPr>
            <a:spLocks noGrp="1"/>
          </p:cNvSpPr>
          <p:nvPr>
            <p:ph type="body" sz="quarter" idx="11" hasCustomPrompt="1"/>
          </p:nvPr>
        </p:nvSpPr>
        <p:spPr>
          <a:xfrm>
            <a:off x="826624" y="2232949"/>
            <a:ext cx="4625052" cy="4625052"/>
          </a:xfrm>
          <a:solidFill>
            <a:schemeClr val="tx1"/>
          </a:solidFill>
        </p:spPr>
        <p:txBody>
          <a:bodyPr lIns="396000" tIns="2124000" rIns="396000" bIns="540000" anchor="t">
            <a:normAutofit/>
          </a:bodyPr>
          <a:lstStyle>
            <a:lvl1pPr marL="0" indent="0">
              <a:buNone/>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Double tab to add text. Double tab to add subtitle. To add / change the background color / image, right click on the background and choose ‘format background’. Insert an image from the image library folder ‘PowerPoint images’ from Teams</a:t>
            </a:r>
          </a:p>
          <a:p>
            <a:pPr lvl="0"/>
            <a:endParaRPr lang="en-US" noProof="0"/>
          </a:p>
          <a:p>
            <a:pPr lvl="0"/>
            <a:endParaRPr lang="en-US" noProof="0"/>
          </a:p>
          <a:p>
            <a:pPr lvl="0"/>
            <a:endParaRPr lang="en-US" noProof="0"/>
          </a:p>
          <a:p>
            <a:pPr lvl="0"/>
            <a:endParaRPr lang="en-US" noProof="0"/>
          </a:p>
        </p:txBody>
      </p:sp>
      <p:sp>
        <p:nvSpPr>
          <p:cNvPr id="2" name="Titel 1">
            <a:extLst>
              <a:ext uri="{FF2B5EF4-FFF2-40B4-BE49-F238E27FC236}">
                <a16:creationId xmlns:a16="http://schemas.microsoft.com/office/drawing/2014/main" id="{604F2AD7-47E6-E24E-8F88-E8B6FAB6DB79}"/>
              </a:ext>
            </a:extLst>
          </p:cNvPr>
          <p:cNvSpPr>
            <a:spLocks noGrp="1"/>
          </p:cNvSpPr>
          <p:nvPr>
            <p:ph type="title" hasCustomPrompt="1"/>
          </p:nvPr>
        </p:nvSpPr>
        <p:spPr>
          <a:xfrm>
            <a:off x="1104419" y="3525461"/>
            <a:ext cx="4069466" cy="703137"/>
          </a:xfrm>
        </p:spPr>
        <p:txBody>
          <a:bodyPr anchor="b">
            <a:normAutofit/>
          </a:bodyPr>
          <a:lstStyle>
            <a:lvl1pPr>
              <a:defRPr sz="2400">
                <a:solidFill>
                  <a:schemeClr val="bg2"/>
                </a:solidFill>
              </a:defRPr>
            </a:lvl1pPr>
          </a:lstStyle>
          <a:p>
            <a:r>
              <a:rPr lang="en-US" noProof="0"/>
              <a:t>Double tab to add title</a:t>
            </a:r>
          </a:p>
        </p:txBody>
      </p:sp>
    </p:spTree>
    <p:extLst>
      <p:ext uri="{BB962C8B-B14F-4D97-AF65-F5344CB8AC3E}">
        <p14:creationId xmlns:p14="http://schemas.microsoft.com/office/powerpoint/2010/main" val="20113217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background image + block text">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9E74C8DC-37BE-0145-B803-8458657275AE}"/>
              </a:ext>
            </a:extLst>
          </p:cNvPr>
          <p:cNvSpPr>
            <a:spLocks noGrp="1"/>
          </p:cNvSpPr>
          <p:nvPr>
            <p:ph type="sldNum" sz="quarter" idx="10"/>
          </p:nvPr>
        </p:nvSpPr>
        <p:spPr/>
        <p:txBody>
          <a:bodyPr/>
          <a:lstStyle/>
          <a:p>
            <a:fld id="{03E7D791-E1C0-214A-A1AE-A2028F82F232}" type="slidenum">
              <a:rPr lang="en-GB" smtClean="0"/>
              <a:pPr/>
              <a:t>‹#›</a:t>
            </a:fld>
            <a:endParaRPr lang="en-GB"/>
          </a:p>
        </p:txBody>
      </p:sp>
      <p:sp>
        <p:nvSpPr>
          <p:cNvPr id="7" name="Tijdelijke aanduiding voor tekst 6">
            <a:extLst>
              <a:ext uri="{FF2B5EF4-FFF2-40B4-BE49-F238E27FC236}">
                <a16:creationId xmlns:a16="http://schemas.microsoft.com/office/drawing/2014/main" id="{22AFE609-E85F-E443-8E90-3DADD6C2F031}"/>
              </a:ext>
            </a:extLst>
          </p:cNvPr>
          <p:cNvSpPr>
            <a:spLocks noGrp="1"/>
          </p:cNvSpPr>
          <p:nvPr>
            <p:ph type="body" sz="quarter" idx="11" hasCustomPrompt="1"/>
          </p:nvPr>
        </p:nvSpPr>
        <p:spPr>
          <a:xfrm>
            <a:off x="826624" y="2232949"/>
            <a:ext cx="4625052" cy="4625052"/>
          </a:xfrm>
          <a:solidFill>
            <a:schemeClr val="accent3"/>
          </a:solidFill>
        </p:spPr>
        <p:txBody>
          <a:bodyPr lIns="396000" tIns="2124000" rIns="396000" bIns="540000" anchor="t">
            <a:normAutofit/>
          </a:bodyPr>
          <a:lstStyle>
            <a:lvl1pPr marL="0" indent="0">
              <a:buNone/>
              <a:defRPr sz="140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Double tab to add text. Double tab to add subtitle. To add / change the background color / image, right click on the background and choose ‘format background’. Insert an image from the image library folder ‘PowerPoint images’ from Teams</a:t>
            </a:r>
          </a:p>
          <a:p>
            <a:pPr lvl="0"/>
            <a:endParaRPr lang="en-US" noProof="0"/>
          </a:p>
          <a:p>
            <a:pPr lvl="0"/>
            <a:endParaRPr lang="en-US" noProof="0"/>
          </a:p>
          <a:p>
            <a:pPr lvl="0"/>
            <a:endParaRPr lang="en-US" noProof="0"/>
          </a:p>
          <a:p>
            <a:pPr lvl="0"/>
            <a:endParaRPr lang="en-US" noProof="0"/>
          </a:p>
        </p:txBody>
      </p:sp>
      <p:sp>
        <p:nvSpPr>
          <p:cNvPr id="2" name="Titel 1">
            <a:extLst>
              <a:ext uri="{FF2B5EF4-FFF2-40B4-BE49-F238E27FC236}">
                <a16:creationId xmlns:a16="http://schemas.microsoft.com/office/drawing/2014/main" id="{604F2AD7-47E6-E24E-8F88-E8B6FAB6DB79}"/>
              </a:ext>
            </a:extLst>
          </p:cNvPr>
          <p:cNvSpPr>
            <a:spLocks noGrp="1"/>
          </p:cNvSpPr>
          <p:nvPr>
            <p:ph type="title" hasCustomPrompt="1"/>
          </p:nvPr>
        </p:nvSpPr>
        <p:spPr>
          <a:xfrm>
            <a:off x="1104419" y="3525461"/>
            <a:ext cx="4069466" cy="703137"/>
          </a:xfrm>
        </p:spPr>
        <p:txBody>
          <a:bodyPr anchor="b">
            <a:normAutofit/>
          </a:bodyPr>
          <a:lstStyle>
            <a:lvl1pPr>
              <a:defRPr sz="2400">
                <a:solidFill>
                  <a:schemeClr val="accent4"/>
                </a:solidFill>
              </a:defRPr>
            </a:lvl1pPr>
          </a:lstStyle>
          <a:p>
            <a:r>
              <a:rPr lang="en-US" noProof="0"/>
              <a:t>Double tab to add title</a:t>
            </a:r>
          </a:p>
        </p:txBody>
      </p:sp>
    </p:spTree>
    <p:extLst>
      <p:ext uri="{BB962C8B-B14F-4D97-AF65-F5344CB8AC3E}">
        <p14:creationId xmlns:p14="http://schemas.microsoft.com/office/powerpoint/2010/main" val="35753432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Empty slide - 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99848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hank you - dar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65A5B8-9A22-144F-870C-F2264B1D49AD}"/>
              </a:ext>
            </a:extLst>
          </p:cNvPr>
          <p:cNvSpPr>
            <a:spLocks noGrp="1"/>
          </p:cNvSpPr>
          <p:nvPr>
            <p:ph type="title" hasCustomPrompt="1"/>
          </p:nvPr>
        </p:nvSpPr>
        <p:spPr>
          <a:xfrm>
            <a:off x="838200" y="2422003"/>
            <a:ext cx="10515600" cy="1294694"/>
          </a:xfrm>
        </p:spPr>
        <p:txBody>
          <a:bodyPr anchor="b"/>
          <a:lstStyle>
            <a:lvl1pPr algn="ctr">
              <a:defRPr>
                <a:solidFill>
                  <a:schemeClr val="bg2"/>
                </a:solidFill>
              </a:defRPr>
            </a:lvl1pPr>
          </a:lstStyle>
          <a:p>
            <a:r>
              <a:rPr lang="en-US" noProof="0"/>
              <a:t>Add thank you title</a:t>
            </a:r>
          </a:p>
        </p:txBody>
      </p:sp>
      <p:pic>
        <p:nvPicPr>
          <p:cNvPr id="6" name="Afbeelding 5">
            <a:extLst>
              <a:ext uri="{FF2B5EF4-FFF2-40B4-BE49-F238E27FC236}">
                <a16:creationId xmlns:a16="http://schemas.microsoft.com/office/drawing/2014/main" id="{504C7459-1BDC-6B42-97BC-01DBAF492922}"/>
              </a:ext>
            </a:extLst>
          </p:cNvPr>
          <p:cNvPicPr>
            <a:picLocks noChangeAspect="1"/>
          </p:cNvPicPr>
          <p:nvPr/>
        </p:nvPicPr>
        <p:blipFill>
          <a:blip r:embed="rId2"/>
          <a:stretch>
            <a:fillRect/>
          </a:stretch>
        </p:blipFill>
        <p:spPr>
          <a:xfrm>
            <a:off x="354774" y="352968"/>
            <a:ext cx="2060720" cy="691761"/>
          </a:xfrm>
          <a:prstGeom prst="rect">
            <a:avLst/>
          </a:prstGeom>
        </p:spPr>
      </p:pic>
      <p:sp>
        <p:nvSpPr>
          <p:cNvPr id="13" name="Tijdelijke aanduiding voor tekst 12">
            <a:extLst>
              <a:ext uri="{FF2B5EF4-FFF2-40B4-BE49-F238E27FC236}">
                <a16:creationId xmlns:a16="http://schemas.microsoft.com/office/drawing/2014/main" id="{02DDF741-072C-934D-9B9B-322EBF943764}"/>
              </a:ext>
            </a:extLst>
          </p:cNvPr>
          <p:cNvSpPr>
            <a:spLocks noGrp="1"/>
          </p:cNvSpPr>
          <p:nvPr>
            <p:ph type="body" sz="quarter" idx="11" hasCustomPrompt="1"/>
          </p:nvPr>
        </p:nvSpPr>
        <p:spPr>
          <a:xfrm>
            <a:off x="838201" y="4483817"/>
            <a:ext cx="10515600" cy="304800"/>
          </a:xfrm>
        </p:spPr>
        <p:txBody>
          <a:bodyPr>
            <a:noAutofit/>
          </a:bodyPr>
          <a:lstStyle>
            <a:lvl1pPr marL="0" indent="0" algn="ctr">
              <a:buNone/>
              <a:defRPr sz="1600">
                <a:solidFill>
                  <a:schemeClr val="bg2"/>
                </a:solidFill>
              </a:defRPr>
            </a:lvl1pPr>
          </a:lstStyle>
          <a:p>
            <a:pPr lvl="0"/>
            <a:r>
              <a:rPr lang="en-US" noProof="0"/>
              <a:t>Job title</a:t>
            </a:r>
          </a:p>
        </p:txBody>
      </p:sp>
      <p:sp>
        <p:nvSpPr>
          <p:cNvPr id="15" name="Tijdelijke aanduiding voor tekst 14">
            <a:extLst>
              <a:ext uri="{FF2B5EF4-FFF2-40B4-BE49-F238E27FC236}">
                <a16:creationId xmlns:a16="http://schemas.microsoft.com/office/drawing/2014/main" id="{290D5B76-0F35-6949-870E-28CBE4623B9E}"/>
              </a:ext>
            </a:extLst>
          </p:cNvPr>
          <p:cNvSpPr>
            <a:spLocks noGrp="1"/>
          </p:cNvSpPr>
          <p:nvPr>
            <p:ph type="body" sz="quarter" idx="12" hasCustomPrompt="1"/>
          </p:nvPr>
        </p:nvSpPr>
        <p:spPr>
          <a:xfrm>
            <a:off x="838200" y="5022417"/>
            <a:ext cx="10506075" cy="520700"/>
          </a:xfrm>
        </p:spPr>
        <p:txBody>
          <a:bodyPr>
            <a:normAutofit/>
          </a:bodyPr>
          <a:lstStyle>
            <a:lvl1pPr marL="0" marR="0" indent="0" algn="ctr" defTabSz="914400" rtl="0" eaLnBrk="1" fontAlgn="auto" latinLnBrk="0" hangingPunct="1">
              <a:lnSpc>
                <a:spcPct val="100000"/>
              </a:lnSpc>
              <a:spcBef>
                <a:spcPts val="1000"/>
              </a:spcBef>
              <a:spcAft>
                <a:spcPts val="0"/>
              </a:spcAft>
              <a:buClr>
                <a:schemeClr val="bg2"/>
              </a:buClr>
              <a:buSzTx/>
              <a:buFont typeface="Wingdings" pitchFamily="2" charset="2"/>
              <a:buNone/>
              <a:tabLst/>
              <a:defRPr lang="nl-NL" sz="1600" i="1" smtClean="0">
                <a:solidFill>
                  <a:schemeClr val="bg1"/>
                </a:solidFill>
                <a:effectLst/>
              </a:defRPr>
            </a:lvl1pPr>
          </a:lstStyle>
          <a:p>
            <a:pPr marL="0" marR="0" lvl="0" indent="0" algn="ctr" defTabSz="914400" rtl="0" eaLnBrk="1" fontAlgn="auto" latinLnBrk="0" hangingPunct="1">
              <a:lnSpc>
                <a:spcPct val="100000"/>
              </a:lnSpc>
              <a:spcBef>
                <a:spcPts val="1000"/>
              </a:spcBef>
              <a:spcAft>
                <a:spcPts val="0"/>
              </a:spcAft>
              <a:buClr>
                <a:schemeClr val="bg2"/>
              </a:buClr>
              <a:buSzTx/>
              <a:buFont typeface="Wingdings" pitchFamily="2" charset="2"/>
              <a:buNone/>
              <a:tabLst/>
              <a:defRPr/>
            </a:pPr>
            <a:r>
              <a:rPr lang="nl-NL" err="1">
                <a:solidFill>
                  <a:srgbClr val="FFFFFF"/>
                </a:solidFill>
                <a:effectLst/>
                <a:latin typeface="Arial" panose="020B0604020202020204" pitchFamily="34" charset="0"/>
              </a:rPr>
              <a:t>example@oceanaccounts.org</a:t>
            </a:r>
            <a:r>
              <a:rPr lang="nl-NL">
                <a:solidFill>
                  <a:srgbClr val="FFFFFF"/>
                </a:solidFill>
                <a:effectLst/>
                <a:latin typeface="Arial" panose="020B0604020202020204" pitchFamily="34" charset="0"/>
              </a:rPr>
              <a:t>  -  </a:t>
            </a:r>
            <a:r>
              <a:rPr lang="nl-NL" err="1">
                <a:solidFill>
                  <a:srgbClr val="FFFFFF"/>
                </a:solidFill>
                <a:effectLst/>
                <a:latin typeface="Arial" panose="020B0604020202020204" pitchFamily="34" charset="0"/>
              </a:rPr>
              <a:t>example@outlook.com</a:t>
            </a:r>
            <a:endParaRPr lang="nl-NL">
              <a:solidFill>
                <a:srgbClr val="FFFFFF"/>
              </a:solidFill>
              <a:effectLst/>
              <a:latin typeface="Arial" panose="020B0604020202020204" pitchFamily="34" charset="0"/>
            </a:endParaRPr>
          </a:p>
          <a:p>
            <a:endParaRPr lang="nl-NL">
              <a:solidFill>
                <a:srgbClr val="FFFFFF"/>
              </a:solidFill>
              <a:effectLst/>
              <a:latin typeface="Arial" panose="020B0604020202020204" pitchFamily="34" charset="0"/>
            </a:endParaRPr>
          </a:p>
        </p:txBody>
      </p:sp>
      <p:pic>
        <p:nvPicPr>
          <p:cNvPr id="16" name="Graphic 15">
            <a:extLst>
              <a:ext uri="{FF2B5EF4-FFF2-40B4-BE49-F238E27FC236}">
                <a16:creationId xmlns:a16="http://schemas.microsoft.com/office/drawing/2014/main" id="{1FB5D09C-9469-4642-9B00-7552AA162D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95760" y="5282767"/>
            <a:ext cx="377952" cy="1547801"/>
          </a:xfrm>
          <a:prstGeom prst="rect">
            <a:avLst/>
          </a:prstGeom>
        </p:spPr>
      </p:pic>
      <p:sp>
        <p:nvSpPr>
          <p:cNvPr id="18" name="Tijdelijke aanduiding voor tekst 17">
            <a:extLst>
              <a:ext uri="{FF2B5EF4-FFF2-40B4-BE49-F238E27FC236}">
                <a16:creationId xmlns:a16="http://schemas.microsoft.com/office/drawing/2014/main" id="{78C40BBF-CA6F-D34F-AAEE-A17C0DDF6969}"/>
              </a:ext>
            </a:extLst>
          </p:cNvPr>
          <p:cNvSpPr>
            <a:spLocks noGrp="1"/>
          </p:cNvSpPr>
          <p:nvPr>
            <p:ph type="body" sz="quarter" idx="13" hasCustomPrompt="1"/>
          </p:nvPr>
        </p:nvSpPr>
        <p:spPr>
          <a:xfrm>
            <a:off x="838200" y="4179017"/>
            <a:ext cx="10515600" cy="304800"/>
          </a:xfrm>
        </p:spPr>
        <p:txBody>
          <a:bodyPr>
            <a:noAutofit/>
          </a:bodyPr>
          <a:lstStyle>
            <a:lvl1pPr marL="0" indent="0" algn="ctr">
              <a:buNone/>
              <a:defRPr sz="2000"/>
            </a:lvl1pPr>
          </a:lstStyle>
          <a:p>
            <a:pPr lvl="0"/>
            <a:r>
              <a:rPr lang="en-US" noProof="0"/>
              <a:t>Name Surname</a:t>
            </a:r>
          </a:p>
        </p:txBody>
      </p:sp>
    </p:spTree>
    <p:extLst>
      <p:ext uri="{BB962C8B-B14F-4D97-AF65-F5344CB8AC3E}">
        <p14:creationId xmlns:p14="http://schemas.microsoft.com/office/powerpoint/2010/main" val="14070454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1524000" y="2102666"/>
            <a:ext cx="9144000" cy="2387600"/>
          </a:xfrm>
          <a:prstGeom prst="rect">
            <a:avLst/>
          </a:prstGeom>
        </p:spPr>
        <p:txBody>
          <a:bodyPr anchor="b"/>
          <a:lstStyle>
            <a:lvl1pPr algn="ctr">
              <a:defRPr sz="6000">
                <a:solidFill>
                  <a:schemeClr val="tx2"/>
                </a:solidFill>
              </a:defRPr>
            </a:lvl1pPr>
          </a:lstStyle>
          <a:p>
            <a:r>
              <a:rPr lang="en-GB"/>
              <a:t>Click to edit Master title style</a:t>
            </a:r>
          </a:p>
        </p:txBody>
      </p:sp>
      <p:sp>
        <p:nvSpPr>
          <p:cNvPr id="3" name="Subtitle 2">
            <a:extLst>
              <a:ext uri="{FF2B5EF4-FFF2-40B4-BE49-F238E27FC236}">
                <a16:creationId xmlns:a16="http://schemas.microsoft.com/office/drawing/2014/main" id="{D193E50A-0518-EBB3-A9FE-262EC2557EEB}"/>
              </a:ext>
            </a:extLst>
          </p:cNvPr>
          <p:cNvSpPr>
            <a:spLocks noGrp="1"/>
          </p:cNvSpPr>
          <p:nvPr>
            <p:ph type="subTitle" idx="1" hasCustomPrompt="1"/>
          </p:nvPr>
        </p:nvSpPr>
        <p:spPr>
          <a:xfrm>
            <a:off x="1524000" y="4582341"/>
            <a:ext cx="9144000" cy="1062584"/>
          </a:xfrm>
          <a:prstGeom prst="rect">
            <a:avLst/>
          </a:prstGeo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 Add / change background image: right click on the background -&gt; ‘format background’. </a:t>
            </a:r>
          </a:p>
        </p:txBody>
      </p:sp>
      <p:sp>
        <p:nvSpPr>
          <p:cNvPr id="6" name="Slide Number Placeholder 5">
            <a:extLst>
              <a:ext uri="{FF2B5EF4-FFF2-40B4-BE49-F238E27FC236}">
                <a16:creationId xmlns:a16="http://schemas.microsoft.com/office/drawing/2014/main" id="{AF7424C0-A569-559C-08FC-9860782401CE}"/>
              </a:ext>
            </a:extLst>
          </p:cNvPr>
          <p:cNvSpPr>
            <a:spLocks noGrp="1"/>
          </p:cNvSpPr>
          <p:nvPr>
            <p:ph type="sldNum" sz="quarter" idx="12"/>
          </p:nvPr>
        </p:nvSpPr>
        <p:spPr/>
        <p:txBody>
          <a:bodyPr/>
          <a:lstStyle>
            <a:lvl1pPr>
              <a:defRPr sz="1050"/>
            </a:lvl1pPr>
          </a:lstStyle>
          <a:p>
            <a:fld id="{1E3508AD-6785-9A40-B664-AC186F99CF3B}" type="slidenum">
              <a:rPr lang="en-GB" smtClean="0"/>
              <a:pPr/>
              <a:t>‹#›</a:t>
            </a:fld>
            <a:endParaRPr lang="en-GB"/>
          </a:p>
        </p:txBody>
      </p:sp>
      <p:sp>
        <p:nvSpPr>
          <p:cNvPr id="9" name="Text Placeholder 8">
            <a:extLst>
              <a:ext uri="{FF2B5EF4-FFF2-40B4-BE49-F238E27FC236}">
                <a16:creationId xmlns:a16="http://schemas.microsoft.com/office/drawing/2014/main" id="{276E0DA4-BE98-F253-CE15-3E8CEBF9553F}"/>
              </a:ext>
            </a:extLst>
          </p:cNvPr>
          <p:cNvSpPr>
            <a:spLocks noGrp="1"/>
          </p:cNvSpPr>
          <p:nvPr>
            <p:ph type="body" sz="quarter" idx="13" hasCustomPrompt="1"/>
          </p:nvPr>
        </p:nvSpPr>
        <p:spPr>
          <a:xfrm>
            <a:off x="1524000" y="5719763"/>
            <a:ext cx="4327233" cy="223837"/>
          </a:xfrm>
        </p:spPr>
        <p:txBody>
          <a:bodyPr>
            <a:noAutofit/>
          </a:bodyPr>
          <a:lstStyle>
            <a:lvl1pPr marL="0" indent="0" algn="r">
              <a:buFont typeface="Arial" panose="020B0604020202020204" pitchFamily="34" charset="0"/>
              <a:buNone/>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Name Surname </a:t>
            </a:r>
          </a:p>
        </p:txBody>
      </p:sp>
      <p:sp>
        <p:nvSpPr>
          <p:cNvPr id="10" name="Text Placeholder 8">
            <a:extLst>
              <a:ext uri="{FF2B5EF4-FFF2-40B4-BE49-F238E27FC236}">
                <a16:creationId xmlns:a16="http://schemas.microsoft.com/office/drawing/2014/main" id="{47FF9569-251D-28D9-04A1-30874C376F83}"/>
              </a:ext>
            </a:extLst>
          </p:cNvPr>
          <p:cNvSpPr>
            <a:spLocks noGrp="1"/>
          </p:cNvSpPr>
          <p:nvPr>
            <p:ph type="body" sz="quarter" idx="14" hasCustomPrompt="1"/>
          </p:nvPr>
        </p:nvSpPr>
        <p:spPr>
          <a:xfrm>
            <a:off x="6340766" y="5719763"/>
            <a:ext cx="4327233" cy="223837"/>
          </a:xfrm>
        </p:spPr>
        <p:txBody>
          <a:bodyPr>
            <a:noAutofit/>
          </a:bodyPr>
          <a:lstStyle>
            <a:lvl1pPr marL="0" indent="0" algn="l">
              <a:buFont typeface="Arial" panose="020B0604020202020204" pitchFamily="34" charset="0"/>
              <a:buNone/>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5 May 2023 13:30</a:t>
            </a:r>
          </a:p>
        </p:txBody>
      </p:sp>
      <p:pic>
        <p:nvPicPr>
          <p:cNvPr id="17" name="Graphic 16">
            <a:extLst>
              <a:ext uri="{FF2B5EF4-FFF2-40B4-BE49-F238E27FC236}">
                <a16:creationId xmlns:a16="http://schemas.microsoft.com/office/drawing/2014/main" id="{50D863FC-F0C7-62AE-69C0-C523970917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953297" y="5811410"/>
            <a:ext cx="285407" cy="63897"/>
          </a:xfrm>
          <a:prstGeom prst="rect">
            <a:avLst/>
          </a:prstGeom>
        </p:spPr>
      </p:pic>
      <p:sp>
        <p:nvSpPr>
          <p:cNvPr id="18" name="Footer Placeholder 17">
            <a:extLst>
              <a:ext uri="{FF2B5EF4-FFF2-40B4-BE49-F238E27FC236}">
                <a16:creationId xmlns:a16="http://schemas.microsoft.com/office/drawing/2014/main" id="{32780F77-8A04-C3F6-58E2-4E56BC3474E5}"/>
              </a:ext>
            </a:extLst>
          </p:cNvPr>
          <p:cNvSpPr>
            <a:spLocks noGrp="1"/>
          </p:cNvSpPr>
          <p:nvPr>
            <p:ph type="ftr" sz="quarter" idx="15"/>
          </p:nvPr>
        </p:nvSpPr>
        <p:spPr/>
        <p:txBody>
          <a:bodyPr/>
          <a:lstStyle/>
          <a:p>
            <a:r>
              <a:rPr lang="en-GB"/>
              <a:t>SDR HUB OVERVIEW</a:t>
            </a:r>
          </a:p>
        </p:txBody>
      </p:sp>
    </p:spTree>
    <p:extLst>
      <p:ext uri="{BB962C8B-B14F-4D97-AF65-F5344CB8AC3E}">
        <p14:creationId xmlns:p14="http://schemas.microsoft.com/office/powerpoint/2010/main" val="910366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1524000" y="2102666"/>
            <a:ext cx="9144000" cy="2387600"/>
          </a:xfrm>
          <a:prstGeom prst="rect">
            <a:avLst/>
          </a:prstGeom>
        </p:spPr>
        <p:txBody>
          <a:bodyPr anchor="b"/>
          <a:lstStyle>
            <a:lvl1pPr algn="ctr">
              <a:defRPr sz="6000">
                <a:solidFill>
                  <a:schemeClr val="tx2"/>
                </a:solidFill>
              </a:defRPr>
            </a:lvl1pPr>
          </a:lstStyle>
          <a:p>
            <a:r>
              <a:rPr lang="en-GB"/>
              <a:t>Click to edit Master title style</a:t>
            </a:r>
          </a:p>
        </p:txBody>
      </p:sp>
      <p:sp>
        <p:nvSpPr>
          <p:cNvPr id="3" name="Subtitle 2">
            <a:extLst>
              <a:ext uri="{FF2B5EF4-FFF2-40B4-BE49-F238E27FC236}">
                <a16:creationId xmlns:a16="http://schemas.microsoft.com/office/drawing/2014/main" id="{D193E50A-0518-EBB3-A9FE-262EC2557EEB}"/>
              </a:ext>
            </a:extLst>
          </p:cNvPr>
          <p:cNvSpPr>
            <a:spLocks noGrp="1"/>
          </p:cNvSpPr>
          <p:nvPr>
            <p:ph type="subTitle" idx="1" hasCustomPrompt="1"/>
          </p:nvPr>
        </p:nvSpPr>
        <p:spPr>
          <a:xfrm>
            <a:off x="1524000" y="4582341"/>
            <a:ext cx="9144000" cy="1062584"/>
          </a:xfrm>
          <a:prstGeom prst="rect">
            <a:avLst/>
          </a:prstGeo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 Add / change background image: right click on the background -&gt; ‘format background’. </a:t>
            </a:r>
          </a:p>
        </p:txBody>
      </p:sp>
      <p:sp>
        <p:nvSpPr>
          <p:cNvPr id="6" name="Slide Number Placeholder 5">
            <a:extLst>
              <a:ext uri="{FF2B5EF4-FFF2-40B4-BE49-F238E27FC236}">
                <a16:creationId xmlns:a16="http://schemas.microsoft.com/office/drawing/2014/main" id="{AF7424C0-A569-559C-08FC-9860782401CE}"/>
              </a:ext>
            </a:extLst>
          </p:cNvPr>
          <p:cNvSpPr>
            <a:spLocks noGrp="1"/>
          </p:cNvSpPr>
          <p:nvPr>
            <p:ph type="sldNum" sz="quarter" idx="12"/>
          </p:nvPr>
        </p:nvSpPr>
        <p:spPr/>
        <p:txBody>
          <a:bodyPr/>
          <a:lstStyle>
            <a:lvl1pPr>
              <a:defRPr sz="1050"/>
            </a:lvl1pPr>
          </a:lstStyle>
          <a:p>
            <a:fld id="{1E3508AD-6785-9A40-B664-AC186F99CF3B}" type="slidenum">
              <a:rPr lang="en-GB" smtClean="0"/>
              <a:pPr/>
              <a:t>‹#›</a:t>
            </a:fld>
            <a:endParaRPr lang="en-GB"/>
          </a:p>
        </p:txBody>
      </p:sp>
      <p:sp>
        <p:nvSpPr>
          <p:cNvPr id="9" name="Text Placeholder 8">
            <a:extLst>
              <a:ext uri="{FF2B5EF4-FFF2-40B4-BE49-F238E27FC236}">
                <a16:creationId xmlns:a16="http://schemas.microsoft.com/office/drawing/2014/main" id="{276E0DA4-BE98-F253-CE15-3E8CEBF9553F}"/>
              </a:ext>
            </a:extLst>
          </p:cNvPr>
          <p:cNvSpPr>
            <a:spLocks noGrp="1"/>
          </p:cNvSpPr>
          <p:nvPr>
            <p:ph type="body" sz="quarter" idx="13" hasCustomPrompt="1"/>
          </p:nvPr>
        </p:nvSpPr>
        <p:spPr>
          <a:xfrm>
            <a:off x="1524000" y="5719763"/>
            <a:ext cx="4327233" cy="223837"/>
          </a:xfrm>
        </p:spPr>
        <p:txBody>
          <a:bodyPr>
            <a:noAutofit/>
          </a:bodyPr>
          <a:lstStyle>
            <a:lvl1pPr marL="0" indent="0" algn="r">
              <a:buFont typeface="Arial" panose="020B0604020202020204" pitchFamily="34" charset="0"/>
              <a:buNone/>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Name Surname </a:t>
            </a:r>
          </a:p>
        </p:txBody>
      </p:sp>
      <p:sp>
        <p:nvSpPr>
          <p:cNvPr id="10" name="Text Placeholder 8">
            <a:extLst>
              <a:ext uri="{FF2B5EF4-FFF2-40B4-BE49-F238E27FC236}">
                <a16:creationId xmlns:a16="http://schemas.microsoft.com/office/drawing/2014/main" id="{47FF9569-251D-28D9-04A1-30874C376F83}"/>
              </a:ext>
            </a:extLst>
          </p:cNvPr>
          <p:cNvSpPr>
            <a:spLocks noGrp="1"/>
          </p:cNvSpPr>
          <p:nvPr>
            <p:ph type="body" sz="quarter" idx="14" hasCustomPrompt="1"/>
          </p:nvPr>
        </p:nvSpPr>
        <p:spPr>
          <a:xfrm>
            <a:off x="6340766" y="5719763"/>
            <a:ext cx="4327233" cy="223837"/>
          </a:xfrm>
        </p:spPr>
        <p:txBody>
          <a:bodyPr>
            <a:noAutofit/>
          </a:bodyPr>
          <a:lstStyle>
            <a:lvl1pPr marL="0" indent="0" algn="l">
              <a:buFont typeface="Arial" panose="020B0604020202020204" pitchFamily="34" charset="0"/>
              <a:buNone/>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5 May 2023 13:30</a:t>
            </a:r>
          </a:p>
        </p:txBody>
      </p:sp>
      <p:pic>
        <p:nvPicPr>
          <p:cNvPr id="17" name="Graphic 16">
            <a:extLst>
              <a:ext uri="{FF2B5EF4-FFF2-40B4-BE49-F238E27FC236}">
                <a16:creationId xmlns:a16="http://schemas.microsoft.com/office/drawing/2014/main" id="{50D863FC-F0C7-62AE-69C0-C523970917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953297" y="5811410"/>
            <a:ext cx="285407" cy="63897"/>
          </a:xfrm>
          <a:prstGeom prst="rect">
            <a:avLst/>
          </a:prstGeom>
        </p:spPr>
      </p:pic>
      <p:sp>
        <p:nvSpPr>
          <p:cNvPr id="18" name="Footer Placeholder 17">
            <a:extLst>
              <a:ext uri="{FF2B5EF4-FFF2-40B4-BE49-F238E27FC236}">
                <a16:creationId xmlns:a16="http://schemas.microsoft.com/office/drawing/2014/main" id="{32780F77-8A04-C3F6-58E2-4E56BC3474E5}"/>
              </a:ext>
            </a:extLst>
          </p:cNvPr>
          <p:cNvSpPr>
            <a:spLocks noGrp="1"/>
          </p:cNvSpPr>
          <p:nvPr>
            <p:ph type="ftr" sz="quarter" idx="15"/>
          </p:nvPr>
        </p:nvSpPr>
        <p:spPr/>
        <p:txBody>
          <a:bodyPr/>
          <a:lstStyle/>
          <a:p>
            <a:r>
              <a:rPr lang="en-GB"/>
              <a:t>SDR HUB OVERVIEW</a:t>
            </a:r>
          </a:p>
        </p:txBody>
      </p:sp>
    </p:spTree>
    <p:extLst>
      <p:ext uri="{BB962C8B-B14F-4D97-AF65-F5344CB8AC3E}">
        <p14:creationId xmlns:p14="http://schemas.microsoft.com/office/powerpoint/2010/main" val="14361524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1524000" y="2477408"/>
            <a:ext cx="9144000" cy="620595"/>
          </a:xfrm>
          <a:prstGeom prst="rect">
            <a:avLst/>
          </a:prstGeom>
        </p:spPr>
        <p:txBody>
          <a:bodyPr anchor="b">
            <a:normAutofit/>
          </a:bodyPr>
          <a:lstStyle>
            <a:lvl1pPr algn="ctr">
              <a:defRPr sz="3600"/>
            </a:lvl1pPr>
          </a:lstStyle>
          <a:p>
            <a:r>
              <a:rPr lang="en-GB"/>
              <a:t>Click to edit Master title style</a:t>
            </a:r>
          </a:p>
        </p:txBody>
      </p:sp>
      <p:sp>
        <p:nvSpPr>
          <p:cNvPr id="3" name="Subtitle 2">
            <a:extLst>
              <a:ext uri="{FF2B5EF4-FFF2-40B4-BE49-F238E27FC236}">
                <a16:creationId xmlns:a16="http://schemas.microsoft.com/office/drawing/2014/main" id="{D193E50A-0518-EBB3-A9FE-262EC2557EEB}"/>
              </a:ext>
            </a:extLst>
          </p:cNvPr>
          <p:cNvSpPr>
            <a:spLocks noGrp="1"/>
          </p:cNvSpPr>
          <p:nvPr>
            <p:ph type="subTitle" idx="1" hasCustomPrompt="1"/>
          </p:nvPr>
        </p:nvSpPr>
        <p:spPr>
          <a:xfrm>
            <a:off x="1524000" y="3242800"/>
            <a:ext cx="9144000" cy="1062584"/>
          </a:xfrm>
          <a:prstGeom prst="rect">
            <a:avLst/>
          </a:prstGeom>
        </p:spPr>
        <p:txBody>
          <a:bodyPr>
            <a:normAutofit/>
          </a:bodyPr>
          <a:lstStyle>
            <a:lvl1pPr marL="0" indent="0" algn="ctr">
              <a:lnSpc>
                <a:spcPct val="100000"/>
              </a:lnSpc>
              <a:buNone/>
              <a:defRPr sz="16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a:t>
            </a:r>
            <a:r>
              <a:rPr lang="en-GB" err="1"/>
              <a:t>alinea</a:t>
            </a:r>
            <a:r>
              <a:rPr lang="en-GB"/>
              <a:t> text</a:t>
            </a:r>
          </a:p>
        </p:txBody>
      </p:sp>
      <p:sp>
        <p:nvSpPr>
          <p:cNvPr id="6" name="Slide Number Placeholder 5">
            <a:extLst>
              <a:ext uri="{FF2B5EF4-FFF2-40B4-BE49-F238E27FC236}">
                <a16:creationId xmlns:a16="http://schemas.microsoft.com/office/drawing/2014/main" id="{AF7424C0-A569-559C-08FC-9860782401CE}"/>
              </a:ext>
            </a:extLst>
          </p:cNvPr>
          <p:cNvSpPr>
            <a:spLocks noGrp="1"/>
          </p:cNvSpPr>
          <p:nvPr>
            <p:ph type="sldNum" sz="quarter" idx="12"/>
          </p:nvPr>
        </p:nvSpPr>
        <p:spPr/>
        <p:txBody>
          <a:bodyPr/>
          <a:lstStyle>
            <a:lvl1pPr>
              <a:defRPr sz="1050"/>
            </a:lvl1pPr>
          </a:lstStyle>
          <a:p>
            <a:fld id="{1E3508AD-6785-9A40-B664-AC186F99CF3B}" type="slidenum">
              <a:rPr lang="en-GB" smtClean="0"/>
              <a:pPr/>
              <a:t>‹#›</a:t>
            </a:fld>
            <a:endParaRPr lang="en-GB"/>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2064152" y="4450181"/>
            <a:ext cx="3888973" cy="1937700"/>
          </a:xfrm>
        </p:spPr>
        <p:txBody>
          <a:bodyPr>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2" name="Text Placeholder 10">
            <a:extLst>
              <a:ext uri="{FF2B5EF4-FFF2-40B4-BE49-F238E27FC236}">
                <a16:creationId xmlns:a16="http://schemas.microsoft.com/office/drawing/2014/main" id="{70F7D046-E958-9025-BEA4-08281F97C5CD}"/>
              </a:ext>
            </a:extLst>
          </p:cNvPr>
          <p:cNvSpPr>
            <a:spLocks noGrp="1"/>
          </p:cNvSpPr>
          <p:nvPr>
            <p:ph type="body" sz="quarter" idx="16" hasCustomPrompt="1"/>
          </p:nvPr>
        </p:nvSpPr>
        <p:spPr>
          <a:xfrm>
            <a:off x="6244281" y="4450181"/>
            <a:ext cx="3883567" cy="1937700"/>
          </a:xfrm>
        </p:spPr>
        <p:txBody>
          <a:bodyPr>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1524000" y="2074483"/>
            <a:ext cx="9144000" cy="295275"/>
          </a:xfrm>
        </p:spPr>
        <p:txBody>
          <a:bodyPr anchor="b">
            <a:noAutofit/>
          </a:bodyPr>
          <a:lstStyle>
            <a:lvl1pPr marL="0" indent="0" algn="ctr">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8" name="Footer Placeholder 17">
            <a:extLst>
              <a:ext uri="{FF2B5EF4-FFF2-40B4-BE49-F238E27FC236}">
                <a16:creationId xmlns:a16="http://schemas.microsoft.com/office/drawing/2014/main" id="{A48611BC-1417-DAEB-753E-502273FBC1B3}"/>
              </a:ext>
            </a:extLst>
          </p:cNvPr>
          <p:cNvSpPr>
            <a:spLocks noGrp="1"/>
          </p:cNvSpPr>
          <p:nvPr>
            <p:ph type="ftr" sz="quarter" idx="18"/>
          </p:nvPr>
        </p:nvSpPr>
        <p:spPr/>
        <p:txBody>
          <a:bodyPr/>
          <a:lstStyle/>
          <a:p>
            <a:r>
              <a:rPr lang="en-GB"/>
              <a:t>SDR HUB OVERVIEW</a:t>
            </a:r>
          </a:p>
        </p:txBody>
      </p:sp>
    </p:spTree>
    <p:extLst>
      <p:ext uri="{BB962C8B-B14F-4D97-AF65-F5344CB8AC3E}">
        <p14:creationId xmlns:p14="http://schemas.microsoft.com/office/powerpoint/2010/main" val="3225216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ext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0D407A-E5FF-CFF0-6724-857811503D1C}"/>
              </a:ext>
            </a:extLst>
          </p:cNvPr>
          <p:cNvSpPr/>
          <p:nvPr userDrawn="1"/>
        </p:nvSpPr>
        <p:spPr>
          <a:xfrm>
            <a:off x="0" y="0"/>
            <a:ext cx="6244281" cy="6858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lvl1pPr>
          </a:lstStyle>
          <a:p>
            <a:r>
              <a:rPr lang="en-GB"/>
              <a:t>Click to edit Master title style</a:t>
            </a:r>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841094" y="4297781"/>
            <a:ext cx="3888973" cy="1937700"/>
          </a:xfrm>
        </p:spPr>
        <p:txBody>
          <a:bodyPr anchor="b">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5" name="Slide Number Placeholder 5">
            <a:extLst>
              <a:ext uri="{FF2B5EF4-FFF2-40B4-BE49-F238E27FC236}">
                <a16:creationId xmlns:a16="http://schemas.microsoft.com/office/drawing/2014/main" id="{CEB86830-2793-955C-ABE4-4569F259B79E}"/>
              </a:ext>
            </a:extLst>
          </p:cNvPr>
          <p:cNvSpPr>
            <a:spLocks noGrp="1"/>
          </p:cNvSpPr>
          <p:nvPr>
            <p:ph type="sldNum" sz="quarter" idx="12"/>
          </p:nvPr>
        </p:nvSpPr>
        <p:spPr>
          <a:xfrm>
            <a:off x="11628645" y="6387881"/>
            <a:ext cx="418837" cy="365125"/>
          </a:xfrm>
        </p:spPr>
        <p:txBody>
          <a:bodyPr/>
          <a:lstStyle>
            <a:lvl1pPr>
              <a:defRPr sz="1050"/>
            </a:lvl1pPr>
          </a:lstStyle>
          <a:p>
            <a:fld id="{1E3508AD-6785-9A40-B664-AC186F99CF3B}" type="slidenum">
              <a:rPr lang="en-GB" smtClean="0"/>
              <a:pPr/>
              <a:t>‹#›</a:t>
            </a:fld>
            <a:endParaRPr lang="en-GB"/>
          </a:p>
        </p:txBody>
      </p:sp>
      <p:pic>
        <p:nvPicPr>
          <p:cNvPr id="7" name="Graphic 6">
            <a:extLst>
              <a:ext uri="{FF2B5EF4-FFF2-40B4-BE49-F238E27FC236}">
                <a16:creationId xmlns:a16="http://schemas.microsoft.com/office/drawing/2014/main" id="{20864F0E-21B6-DE0C-2B2F-F2AF808DC6D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8" name="Text Placeholder 15">
            <a:extLst>
              <a:ext uri="{FF2B5EF4-FFF2-40B4-BE49-F238E27FC236}">
                <a16:creationId xmlns:a16="http://schemas.microsoft.com/office/drawing/2014/main" id="{596A74EA-6452-D0A3-7869-186AE90BDEC9}"/>
              </a:ext>
            </a:extLst>
          </p:cNvPr>
          <p:cNvSpPr>
            <a:spLocks noGrp="1"/>
          </p:cNvSpPr>
          <p:nvPr>
            <p:ph type="body" sz="quarter" idx="18" hasCustomPrompt="1"/>
          </p:nvPr>
        </p:nvSpPr>
        <p:spPr>
          <a:xfrm>
            <a:off x="7130779" y="1627107"/>
            <a:ext cx="3888972" cy="295275"/>
          </a:xfrm>
        </p:spPr>
        <p:txBody>
          <a:bodyPr anchor="b">
            <a:noAutofit/>
          </a:bodyPr>
          <a:lstStyle>
            <a:lvl1pPr marL="0" indent="0" algn="ctr">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3" name="Text Placeholder 10">
            <a:extLst>
              <a:ext uri="{FF2B5EF4-FFF2-40B4-BE49-F238E27FC236}">
                <a16:creationId xmlns:a16="http://schemas.microsoft.com/office/drawing/2014/main" id="{498A49E1-CB1A-202E-647B-12A8DD7EF960}"/>
              </a:ext>
            </a:extLst>
          </p:cNvPr>
          <p:cNvSpPr>
            <a:spLocks noGrp="1"/>
          </p:cNvSpPr>
          <p:nvPr>
            <p:ph type="body" sz="quarter" idx="19" hasCustomPrompt="1"/>
          </p:nvPr>
        </p:nvSpPr>
        <p:spPr>
          <a:xfrm>
            <a:off x="7114573" y="5675023"/>
            <a:ext cx="3888973" cy="560457"/>
          </a:xfrm>
        </p:spPr>
        <p:txBody>
          <a:bodyPr anchor="t">
            <a:normAutofit/>
          </a:bodyPr>
          <a:lstStyle>
            <a:lvl1pPr marL="0" indent="0" algn="ctr">
              <a:lnSpc>
                <a:spcPct val="110000"/>
              </a:lnSpc>
              <a:buFont typeface="Arial" panose="020B0604020202020204" pitchFamily="34" charset="0"/>
              <a:buNone/>
              <a:defRPr sz="1200">
                <a:solidFill>
                  <a:schemeClr val="tx1">
                    <a:lumMod val="60000"/>
                    <a:lumOff val="40000"/>
                  </a:schemeClr>
                </a:solidFill>
              </a:defRPr>
            </a:lvl1pPr>
          </a:lstStyle>
          <a:p>
            <a:pPr lvl="0"/>
            <a:r>
              <a:rPr lang="en-GB"/>
              <a:t>Add more text</a:t>
            </a:r>
          </a:p>
        </p:txBody>
      </p:sp>
      <p:sp>
        <p:nvSpPr>
          <p:cNvPr id="14" name="Footer Placeholder 13">
            <a:extLst>
              <a:ext uri="{FF2B5EF4-FFF2-40B4-BE49-F238E27FC236}">
                <a16:creationId xmlns:a16="http://schemas.microsoft.com/office/drawing/2014/main" id="{AAC6F1BD-C235-33E8-17B0-58621362EDA6}"/>
              </a:ext>
            </a:extLst>
          </p:cNvPr>
          <p:cNvSpPr>
            <a:spLocks noGrp="1"/>
          </p:cNvSpPr>
          <p:nvPr>
            <p:ph type="ftr" sz="quarter" idx="20"/>
          </p:nvPr>
        </p:nvSpPr>
        <p:spPr/>
        <p:txBody>
          <a:bodyPr/>
          <a:lstStyle>
            <a:lvl1pPr>
              <a:defRPr>
                <a:solidFill>
                  <a:schemeClr val="bg2">
                    <a:lumMod val="75000"/>
                  </a:schemeClr>
                </a:solidFill>
              </a:defRPr>
            </a:lvl1pPr>
          </a:lstStyle>
          <a:p>
            <a:r>
              <a:rPr lang="en-GB"/>
              <a:t>SDR HUB OVERVIEW</a:t>
            </a:r>
          </a:p>
        </p:txBody>
      </p:sp>
    </p:spTree>
    <p:extLst>
      <p:ext uri="{BB962C8B-B14F-4D97-AF65-F5344CB8AC3E}">
        <p14:creationId xmlns:p14="http://schemas.microsoft.com/office/powerpoint/2010/main" val="27716142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Text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0D407A-E5FF-CFF0-6724-857811503D1C}"/>
              </a:ext>
            </a:extLst>
          </p:cNvPr>
          <p:cNvSpPr/>
          <p:nvPr userDrawn="1"/>
        </p:nvSpPr>
        <p:spPr>
          <a:xfrm>
            <a:off x="0" y="0"/>
            <a:ext cx="6244281" cy="6858000"/>
          </a:xfrm>
          <a:prstGeom prst="rect">
            <a:avLst/>
          </a:prstGeom>
          <a:solidFill>
            <a:srgbClr val="F2D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lvl1pPr>
          </a:lstStyle>
          <a:p>
            <a:r>
              <a:rPr lang="en-GB"/>
              <a:t>Click to edit Master title style</a:t>
            </a:r>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841094" y="4297781"/>
            <a:ext cx="3888973" cy="1937700"/>
          </a:xfrm>
        </p:spPr>
        <p:txBody>
          <a:bodyPr anchor="b">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5" name="Slide Number Placeholder 5">
            <a:extLst>
              <a:ext uri="{FF2B5EF4-FFF2-40B4-BE49-F238E27FC236}">
                <a16:creationId xmlns:a16="http://schemas.microsoft.com/office/drawing/2014/main" id="{CEB86830-2793-955C-ABE4-4569F259B79E}"/>
              </a:ext>
            </a:extLst>
          </p:cNvPr>
          <p:cNvSpPr>
            <a:spLocks noGrp="1"/>
          </p:cNvSpPr>
          <p:nvPr>
            <p:ph type="sldNum" sz="quarter" idx="12"/>
          </p:nvPr>
        </p:nvSpPr>
        <p:spPr>
          <a:xfrm>
            <a:off x="11628645" y="6387881"/>
            <a:ext cx="418837" cy="365125"/>
          </a:xfrm>
        </p:spPr>
        <p:txBody>
          <a:bodyPr/>
          <a:lstStyle>
            <a:lvl1pPr>
              <a:defRPr sz="1050"/>
            </a:lvl1pPr>
          </a:lstStyle>
          <a:p>
            <a:fld id="{1E3508AD-6785-9A40-B664-AC186F99CF3B}" type="slidenum">
              <a:rPr lang="en-GB" smtClean="0"/>
              <a:pPr/>
              <a:t>‹#›</a:t>
            </a:fld>
            <a:endParaRPr lang="en-GB"/>
          </a:p>
        </p:txBody>
      </p:sp>
      <p:pic>
        <p:nvPicPr>
          <p:cNvPr id="7" name="Graphic 6">
            <a:extLst>
              <a:ext uri="{FF2B5EF4-FFF2-40B4-BE49-F238E27FC236}">
                <a16:creationId xmlns:a16="http://schemas.microsoft.com/office/drawing/2014/main" id="{20864F0E-21B6-DE0C-2B2F-F2AF808DC6D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8" name="Text Placeholder 15">
            <a:extLst>
              <a:ext uri="{FF2B5EF4-FFF2-40B4-BE49-F238E27FC236}">
                <a16:creationId xmlns:a16="http://schemas.microsoft.com/office/drawing/2014/main" id="{596A74EA-6452-D0A3-7869-186AE90BDEC9}"/>
              </a:ext>
            </a:extLst>
          </p:cNvPr>
          <p:cNvSpPr>
            <a:spLocks noGrp="1"/>
          </p:cNvSpPr>
          <p:nvPr>
            <p:ph type="body" sz="quarter" idx="18" hasCustomPrompt="1"/>
          </p:nvPr>
        </p:nvSpPr>
        <p:spPr>
          <a:xfrm>
            <a:off x="7130779" y="1627107"/>
            <a:ext cx="3888972" cy="295275"/>
          </a:xfrm>
        </p:spPr>
        <p:txBody>
          <a:bodyPr anchor="b">
            <a:noAutofit/>
          </a:bodyPr>
          <a:lstStyle>
            <a:lvl1pPr marL="0" indent="0" algn="ctr">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3" name="Text Placeholder 10">
            <a:extLst>
              <a:ext uri="{FF2B5EF4-FFF2-40B4-BE49-F238E27FC236}">
                <a16:creationId xmlns:a16="http://schemas.microsoft.com/office/drawing/2014/main" id="{498A49E1-CB1A-202E-647B-12A8DD7EF960}"/>
              </a:ext>
            </a:extLst>
          </p:cNvPr>
          <p:cNvSpPr>
            <a:spLocks noGrp="1"/>
          </p:cNvSpPr>
          <p:nvPr>
            <p:ph type="body" sz="quarter" idx="19" hasCustomPrompt="1"/>
          </p:nvPr>
        </p:nvSpPr>
        <p:spPr>
          <a:xfrm>
            <a:off x="7114573" y="5675023"/>
            <a:ext cx="3888973" cy="560457"/>
          </a:xfrm>
        </p:spPr>
        <p:txBody>
          <a:bodyPr anchor="t">
            <a:normAutofit/>
          </a:bodyPr>
          <a:lstStyle>
            <a:lvl1pPr marL="0" indent="0" algn="ctr">
              <a:lnSpc>
                <a:spcPct val="110000"/>
              </a:lnSpc>
              <a:buFont typeface="Arial" panose="020B0604020202020204" pitchFamily="34" charset="0"/>
              <a:buNone/>
              <a:defRPr sz="1200">
                <a:solidFill>
                  <a:schemeClr val="tx1">
                    <a:lumMod val="60000"/>
                    <a:lumOff val="40000"/>
                  </a:schemeClr>
                </a:solidFill>
              </a:defRPr>
            </a:lvl1pPr>
          </a:lstStyle>
          <a:p>
            <a:pPr lvl="0"/>
            <a:r>
              <a:rPr lang="en-GB"/>
              <a:t>Add more text</a:t>
            </a:r>
          </a:p>
        </p:txBody>
      </p:sp>
      <p:sp>
        <p:nvSpPr>
          <p:cNvPr id="14" name="Footer Placeholder 13">
            <a:extLst>
              <a:ext uri="{FF2B5EF4-FFF2-40B4-BE49-F238E27FC236}">
                <a16:creationId xmlns:a16="http://schemas.microsoft.com/office/drawing/2014/main" id="{AAC6F1BD-C235-33E8-17B0-58621362EDA6}"/>
              </a:ext>
            </a:extLst>
          </p:cNvPr>
          <p:cNvSpPr>
            <a:spLocks noGrp="1"/>
          </p:cNvSpPr>
          <p:nvPr>
            <p:ph type="ftr" sz="quarter" idx="20"/>
          </p:nvPr>
        </p:nvSpPr>
        <p:spPr/>
        <p:txBody>
          <a:bodyPr/>
          <a:lstStyle>
            <a:lvl1pPr>
              <a:defRPr>
                <a:solidFill>
                  <a:schemeClr val="bg2">
                    <a:lumMod val="75000"/>
                  </a:schemeClr>
                </a:solidFill>
              </a:defRPr>
            </a:lvl1pPr>
          </a:lstStyle>
          <a:p>
            <a:r>
              <a:rPr lang="en-GB"/>
              <a:t>SDR HUB OVERVIEW</a:t>
            </a:r>
          </a:p>
        </p:txBody>
      </p:sp>
    </p:spTree>
    <p:extLst>
      <p:ext uri="{BB962C8B-B14F-4D97-AF65-F5344CB8AC3E}">
        <p14:creationId xmlns:p14="http://schemas.microsoft.com/office/powerpoint/2010/main" val="18489665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Text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0D407A-E5FF-CFF0-6724-857811503D1C}"/>
              </a:ext>
            </a:extLst>
          </p:cNvPr>
          <p:cNvSpPr/>
          <p:nvPr userDrawn="1"/>
        </p:nvSpPr>
        <p:spPr>
          <a:xfrm>
            <a:off x="0" y="0"/>
            <a:ext cx="6244281" cy="6858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lvl1pPr>
          </a:lstStyle>
          <a:p>
            <a:r>
              <a:rPr lang="en-GB"/>
              <a:t>Click to edit Master title style</a:t>
            </a:r>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841094" y="4297781"/>
            <a:ext cx="3888973" cy="1937700"/>
          </a:xfrm>
        </p:spPr>
        <p:txBody>
          <a:bodyPr anchor="b">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5" name="Slide Number Placeholder 5">
            <a:extLst>
              <a:ext uri="{FF2B5EF4-FFF2-40B4-BE49-F238E27FC236}">
                <a16:creationId xmlns:a16="http://schemas.microsoft.com/office/drawing/2014/main" id="{CEB86830-2793-955C-ABE4-4569F259B79E}"/>
              </a:ext>
            </a:extLst>
          </p:cNvPr>
          <p:cNvSpPr>
            <a:spLocks noGrp="1"/>
          </p:cNvSpPr>
          <p:nvPr>
            <p:ph type="sldNum" sz="quarter" idx="12"/>
          </p:nvPr>
        </p:nvSpPr>
        <p:spPr>
          <a:xfrm>
            <a:off x="11628645" y="6387881"/>
            <a:ext cx="418837" cy="365125"/>
          </a:xfrm>
        </p:spPr>
        <p:txBody>
          <a:bodyPr/>
          <a:lstStyle>
            <a:lvl1pPr>
              <a:defRPr sz="1050"/>
            </a:lvl1pPr>
          </a:lstStyle>
          <a:p>
            <a:fld id="{1E3508AD-6785-9A40-B664-AC186F99CF3B}" type="slidenum">
              <a:rPr lang="en-GB" smtClean="0"/>
              <a:pPr/>
              <a:t>‹#›</a:t>
            </a:fld>
            <a:endParaRPr lang="en-GB"/>
          </a:p>
        </p:txBody>
      </p:sp>
      <p:pic>
        <p:nvPicPr>
          <p:cNvPr id="7" name="Graphic 6">
            <a:extLst>
              <a:ext uri="{FF2B5EF4-FFF2-40B4-BE49-F238E27FC236}">
                <a16:creationId xmlns:a16="http://schemas.microsoft.com/office/drawing/2014/main" id="{20864F0E-21B6-DE0C-2B2F-F2AF808DC6D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8" name="Text Placeholder 15">
            <a:extLst>
              <a:ext uri="{FF2B5EF4-FFF2-40B4-BE49-F238E27FC236}">
                <a16:creationId xmlns:a16="http://schemas.microsoft.com/office/drawing/2014/main" id="{596A74EA-6452-D0A3-7869-186AE90BDEC9}"/>
              </a:ext>
            </a:extLst>
          </p:cNvPr>
          <p:cNvSpPr>
            <a:spLocks noGrp="1"/>
          </p:cNvSpPr>
          <p:nvPr>
            <p:ph type="body" sz="quarter" idx="18" hasCustomPrompt="1"/>
          </p:nvPr>
        </p:nvSpPr>
        <p:spPr>
          <a:xfrm>
            <a:off x="7130779" y="1627107"/>
            <a:ext cx="3888972" cy="295275"/>
          </a:xfrm>
        </p:spPr>
        <p:txBody>
          <a:bodyPr anchor="b">
            <a:noAutofit/>
          </a:bodyPr>
          <a:lstStyle>
            <a:lvl1pPr marL="0" indent="0" algn="ctr">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3" name="Text Placeholder 10">
            <a:extLst>
              <a:ext uri="{FF2B5EF4-FFF2-40B4-BE49-F238E27FC236}">
                <a16:creationId xmlns:a16="http://schemas.microsoft.com/office/drawing/2014/main" id="{498A49E1-CB1A-202E-647B-12A8DD7EF960}"/>
              </a:ext>
            </a:extLst>
          </p:cNvPr>
          <p:cNvSpPr>
            <a:spLocks noGrp="1"/>
          </p:cNvSpPr>
          <p:nvPr>
            <p:ph type="body" sz="quarter" idx="19" hasCustomPrompt="1"/>
          </p:nvPr>
        </p:nvSpPr>
        <p:spPr>
          <a:xfrm>
            <a:off x="7114573" y="5675023"/>
            <a:ext cx="3888973" cy="560457"/>
          </a:xfrm>
        </p:spPr>
        <p:txBody>
          <a:bodyPr anchor="t">
            <a:normAutofit/>
          </a:bodyPr>
          <a:lstStyle>
            <a:lvl1pPr marL="0" indent="0" algn="ctr">
              <a:lnSpc>
                <a:spcPct val="110000"/>
              </a:lnSpc>
              <a:buFont typeface="Arial" panose="020B0604020202020204" pitchFamily="34" charset="0"/>
              <a:buNone/>
              <a:defRPr sz="1200">
                <a:solidFill>
                  <a:schemeClr val="tx1">
                    <a:lumMod val="60000"/>
                    <a:lumOff val="40000"/>
                  </a:schemeClr>
                </a:solidFill>
              </a:defRPr>
            </a:lvl1pPr>
          </a:lstStyle>
          <a:p>
            <a:pPr lvl="0"/>
            <a:r>
              <a:rPr lang="en-GB"/>
              <a:t>Add more text</a:t>
            </a:r>
          </a:p>
        </p:txBody>
      </p:sp>
      <p:sp>
        <p:nvSpPr>
          <p:cNvPr id="14" name="Footer Placeholder 13">
            <a:extLst>
              <a:ext uri="{FF2B5EF4-FFF2-40B4-BE49-F238E27FC236}">
                <a16:creationId xmlns:a16="http://schemas.microsoft.com/office/drawing/2014/main" id="{AAC6F1BD-C235-33E8-17B0-58621362EDA6}"/>
              </a:ext>
            </a:extLst>
          </p:cNvPr>
          <p:cNvSpPr>
            <a:spLocks noGrp="1"/>
          </p:cNvSpPr>
          <p:nvPr>
            <p:ph type="ftr" sz="quarter" idx="20"/>
          </p:nvPr>
        </p:nvSpPr>
        <p:spPr/>
        <p:txBody>
          <a:bodyPr/>
          <a:lstStyle>
            <a:lvl1pPr>
              <a:defRPr>
                <a:solidFill>
                  <a:schemeClr val="bg2">
                    <a:lumMod val="75000"/>
                  </a:schemeClr>
                </a:solidFill>
              </a:defRPr>
            </a:lvl1pPr>
          </a:lstStyle>
          <a:p>
            <a:r>
              <a:rPr lang="en-GB"/>
              <a:t>SDR HUB OVERVIEW</a:t>
            </a:r>
          </a:p>
        </p:txBody>
      </p:sp>
    </p:spTree>
    <p:extLst>
      <p:ext uri="{BB962C8B-B14F-4D97-AF65-F5344CB8AC3E}">
        <p14:creationId xmlns:p14="http://schemas.microsoft.com/office/powerpoint/2010/main" val="8829993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_Text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0D407A-E5FF-CFF0-6724-857811503D1C}"/>
              </a:ext>
            </a:extLst>
          </p:cNvPr>
          <p:cNvSpPr/>
          <p:nvPr userDrawn="1"/>
        </p:nvSpPr>
        <p:spPr>
          <a:xfrm>
            <a:off x="0" y="0"/>
            <a:ext cx="6244281" cy="6858000"/>
          </a:xfrm>
          <a:prstGeom prst="rect">
            <a:avLst/>
          </a:prstGeom>
          <a:solidFill>
            <a:srgbClr val="F2D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lvl1pPr>
          </a:lstStyle>
          <a:p>
            <a:r>
              <a:rPr lang="en-GB"/>
              <a:t>Click to edit Master title style</a:t>
            </a:r>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841094" y="4297781"/>
            <a:ext cx="3888973" cy="1937700"/>
          </a:xfrm>
        </p:spPr>
        <p:txBody>
          <a:bodyPr anchor="b">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5" name="Slide Number Placeholder 5">
            <a:extLst>
              <a:ext uri="{FF2B5EF4-FFF2-40B4-BE49-F238E27FC236}">
                <a16:creationId xmlns:a16="http://schemas.microsoft.com/office/drawing/2014/main" id="{CEB86830-2793-955C-ABE4-4569F259B79E}"/>
              </a:ext>
            </a:extLst>
          </p:cNvPr>
          <p:cNvSpPr>
            <a:spLocks noGrp="1"/>
          </p:cNvSpPr>
          <p:nvPr>
            <p:ph type="sldNum" sz="quarter" idx="12"/>
          </p:nvPr>
        </p:nvSpPr>
        <p:spPr>
          <a:xfrm>
            <a:off x="11628645" y="6387881"/>
            <a:ext cx="418837" cy="365125"/>
          </a:xfrm>
        </p:spPr>
        <p:txBody>
          <a:bodyPr/>
          <a:lstStyle>
            <a:lvl1pPr>
              <a:defRPr sz="1050"/>
            </a:lvl1pPr>
          </a:lstStyle>
          <a:p>
            <a:fld id="{1E3508AD-6785-9A40-B664-AC186F99CF3B}" type="slidenum">
              <a:rPr lang="en-GB" smtClean="0"/>
              <a:pPr/>
              <a:t>‹#›</a:t>
            </a:fld>
            <a:endParaRPr lang="en-GB"/>
          </a:p>
        </p:txBody>
      </p:sp>
      <p:pic>
        <p:nvPicPr>
          <p:cNvPr id="7" name="Graphic 6">
            <a:extLst>
              <a:ext uri="{FF2B5EF4-FFF2-40B4-BE49-F238E27FC236}">
                <a16:creationId xmlns:a16="http://schemas.microsoft.com/office/drawing/2014/main" id="{20864F0E-21B6-DE0C-2B2F-F2AF808DC6D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8" name="Text Placeholder 15">
            <a:extLst>
              <a:ext uri="{FF2B5EF4-FFF2-40B4-BE49-F238E27FC236}">
                <a16:creationId xmlns:a16="http://schemas.microsoft.com/office/drawing/2014/main" id="{596A74EA-6452-D0A3-7869-186AE90BDEC9}"/>
              </a:ext>
            </a:extLst>
          </p:cNvPr>
          <p:cNvSpPr>
            <a:spLocks noGrp="1"/>
          </p:cNvSpPr>
          <p:nvPr>
            <p:ph type="body" sz="quarter" idx="18" hasCustomPrompt="1"/>
          </p:nvPr>
        </p:nvSpPr>
        <p:spPr>
          <a:xfrm>
            <a:off x="7130779" y="1627107"/>
            <a:ext cx="3888972" cy="295275"/>
          </a:xfrm>
        </p:spPr>
        <p:txBody>
          <a:bodyPr anchor="b">
            <a:noAutofit/>
          </a:bodyPr>
          <a:lstStyle>
            <a:lvl1pPr marL="0" indent="0" algn="ctr">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3" name="Text Placeholder 10">
            <a:extLst>
              <a:ext uri="{FF2B5EF4-FFF2-40B4-BE49-F238E27FC236}">
                <a16:creationId xmlns:a16="http://schemas.microsoft.com/office/drawing/2014/main" id="{498A49E1-CB1A-202E-647B-12A8DD7EF960}"/>
              </a:ext>
            </a:extLst>
          </p:cNvPr>
          <p:cNvSpPr>
            <a:spLocks noGrp="1"/>
          </p:cNvSpPr>
          <p:nvPr>
            <p:ph type="body" sz="quarter" idx="19" hasCustomPrompt="1"/>
          </p:nvPr>
        </p:nvSpPr>
        <p:spPr>
          <a:xfrm>
            <a:off x="7114573" y="5675023"/>
            <a:ext cx="3888973" cy="560457"/>
          </a:xfrm>
        </p:spPr>
        <p:txBody>
          <a:bodyPr anchor="t">
            <a:normAutofit/>
          </a:bodyPr>
          <a:lstStyle>
            <a:lvl1pPr marL="0" indent="0" algn="ctr">
              <a:lnSpc>
                <a:spcPct val="110000"/>
              </a:lnSpc>
              <a:buFont typeface="Arial" panose="020B0604020202020204" pitchFamily="34" charset="0"/>
              <a:buNone/>
              <a:defRPr sz="1200">
                <a:solidFill>
                  <a:schemeClr val="tx1">
                    <a:lumMod val="60000"/>
                    <a:lumOff val="40000"/>
                  </a:schemeClr>
                </a:solidFill>
              </a:defRPr>
            </a:lvl1pPr>
          </a:lstStyle>
          <a:p>
            <a:pPr lvl="0"/>
            <a:r>
              <a:rPr lang="en-GB"/>
              <a:t>Add more text</a:t>
            </a:r>
          </a:p>
        </p:txBody>
      </p:sp>
      <p:sp>
        <p:nvSpPr>
          <p:cNvPr id="14" name="Footer Placeholder 13">
            <a:extLst>
              <a:ext uri="{FF2B5EF4-FFF2-40B4-BE49-F238E27FC236}">
                <a16:creationId xmlns:a16="http://schemas.microsoft.com/office/drawing/2014/main" id="{AAC6F1BD-C235-33E8-17B0-58621362EDA6}"/>
              </a:ext>
            </a:extLst>
          </p:cNvPr>
          <p:cNvSpPr>
            <a:spLocks noGrp="1"/>
          </p:cNvSpPr>
          <p:nvPr>
            <p:ph type="ftr" sz="quarter" idx="20"/>
          </p:nvPr>
        </p:nvSpPr>
        <p:spPr/>
        <p:txBody>
          <a:bodyPr/>
          <a:lstStyle>
            <a:lvl1pPr>
              <a:defRPr>
                <a:solidFill>
                  <a:schemeClr val="bg2">
                    <a:lumMod val="75000"/>
                  </a:schemeClr>
                </a:solidFill>
              </a:defRPr>
            </a:lvl1pPr>
          </a:lstStyle>
          <a:p>
            <a:r>
              <a:rPr lang="en-GB"/>
              <a:t>SDR HUB OVERVIEW</a:t>
            </a:r>
          </a:p>
        </p:txBody>
      </p:sp>
    </p:spTree>
    <p:extLst>
      <p:ext uri="{BB962C8B-B14F-4D97-AF65-F5344CB8AC3E}">
        <p14:creationId xmlns:p14="http://schemas.microsoft.com/office/powerpoint/2010/main" val="3992753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FE9B503-272A-F6B4-D58E-93E554E7D5A4}"/>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0" name="Title Placeholder 1">
            <a:extLst>
              <a:ext uri="{FF2B5EF4-FFF2-40B4-BE49-F238E27FC236}">
                <a16:creationId xmlns:a16="http://schemas.microsoft.com/office/drawing/2014/main" id="{C9EF91B0-2678-3E29-585E-8371E3C9DBB7}"/>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p>
            <a:endParaRPr lang="en-GB"/>
          </a:p>
        </p:txBody>
      </p:sp>
      <p:sp>
        <p:nvSpPr>
          <p:cNvPr id="13" name="Content Placeholder 12">
            <a:extLst>
              <a:ext uri="{FF2B5EF4-FFF2-40B4-BE49-F238E27FC236}">
                <a16:creationId xmlns:a16="http://schemas.microsoft.com/office/drawing/2014/main" id="{9C2E8D6E-739C-2F82-AF35-0575C20D81E0}"/>
              </a:ext>
            </a:extLst>
          </p:cNvPr>
          <p:cNvSpPr>
            <a:spLocks noGrp="1"/>
          </p:cNvSpPr>
          <p:nvPr>
            <p:ph sz="quarter" idx="13"/>
          </p:nvPr>
        </p:nvSpPr>
        <p:spPr>
          <a:xfrm>
            <a:off x="838200" y="1622340"/>
            <a:ext cx="10515600" cy="4333617"/>
          </a:xfrm>
        </p:spPr>
        <p:txBody>
          <a:bodyPr>
            <a:norm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Footer Placeholder 13">
            <a:extLst>
              <a:ext uri="{FF2B5EF4-FFF2-40B4-BE49-F238E27FC236}">
                <a16:creationId xmlns:a16="http://schemas.microsoft.com/office/drawing/2014/main" id="{2F4A3FE5-9A76-CAD0-3DEC-B1E82E294652}"/>
              </a:ext>
            </a:extLst>
          </p:cNvPr>
          <p:cNvSpPr>
            <a:spLocks noGrp="1"/>
          </p:cNvSpPr>
          <p:nvPr>
            <p:ph type="ftr" sz="quarter" idx="14"/>
          </p:nvPr>
        </p:nvSpPr>
        <p:spPr/>
        <p:txBody>
          <a:bodyPr/>
          <a:lstStyle/>
          <a:p>
            <a:r>
              <a:rPr lang="en-GB"/>
              <a:t>SDR HUB OVERVIEW</a:t>
            </a:r>
          </a:p>
        </p:txBody>
      </p:sp>
    </p:spTree>
    <p:extLst>
      <p:ext uri="{BB962C8B-B14F-4D97-AF65-F5344CB8AC3E}">
        <p14:creationId xmlns:p14="http://schemas.microsoft.com/office/powerpoint/2010/main" val="12229676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able SLide">
    <p:bg>
      <p:bgPr>
        <a:solidFill>
          <a:schemeClr val="tx2"/>
        </a:solid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C9EF91B0-2678-3E29-585E-8371E3C9DBB7}"/>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lvl1pPr>
              <a:defRPr>
                <a:solidFill>
                  <a:schemeClr val="bg1"/>
                </a:solidFill>
              </a:defRPr>
            </a:lvl1pPr>
          </a:lstStyle>
          <a:p>
            <a:endParaRPr lang="en-GB"/>
          </a:p>
        </p:txBody>
      </p:sp>
      <p:sp>
        <p:nvSpPr>
          <p:cNvPr id="5" name="Text Placeholder 3">
            <a:extLst>
              <a:ext uri="{FF2B5EF4-FFF2-40B4-BE49-F238E27FC236}">
                <a16:creationId xmlns:a16="http://schemas.microsoft.com/office/drawing/2014/main" id="{49D4168B-B615-3C26-6250-6FA7A8F80E34}"/>
              </a:ext>
            </a:extLst>
          </p:cNvPr>
          <p:cNvSpPr>
            <a:spLocks noGrp="1"/>
          </p:cNvSpPr>
          <p:nvPr>
            <p:ph type="body" sz="quarter" idx="14"/>
          </p:nvPr>
        </p:nvSpPr>
        <p:spPr>
          <a:xfrm>
            <a:off x="838200" y="1604963"/>
            <a:ext cx="10515600" cy="854075"/>
          </a:xfrm>
        </p:spPr>
        <p:txBody>
          <a:bodyPr>
            <a:noAutofit/>
          </a:bodyPr>
          <a:lstStyle>
            <a:lvl1pPr>
              <a:defRPr sz="1800">
                <a:solidFill>
                  <a:schemeClr val="tx1"/>
                </a:solidFill>
              </a:defRPr>
            </a:lvl1pPr>
            <a:lvl2pPr>
              <a:defRPr sz="1600">
                <a:solidFill>
                  <a:schemeClr val="tx1"/>
                </a:solidFill>
              </a:defRPr>
            </a:lvl2pPr>
            <a:lvl3pPr>
              <a:defRPr sz="1400"/>
            </a:lvl3pPr>
            <a:lvl4pPr>
              <a:defRPr sz="1200"/>
            </a:lvl4pPr>
            <a:lvl5pPr>
              <a:defRPr sz="1200"/>
            </a:lvl5pPr>
          </a:lstStyle>
          <a:p>
            <a:pPr lvl="0"/>
            <a:r>
              <a:rPr lang="en-GB"/>
              <a:t>Click to edit Master text styles</a:t>
            </a:r>
          </a:p>
          <a:p>
            <a:pPr lvl="1"/>
            <a:r>
              <a:rPr lang="en-GB"/>
              <a:t>Second level</a:t>
            </a:r>
          </a:p>
        </p:txBody>
      </p:sp>
      <p:sp>
        <p:nvSpPr>
          <p:cNvPr id="7" name="Slide Number Placeholder 5">
            <a:extLst>
              <a:ext uri="{FF2B5EF4-FFF2-40B4-BE49-F238E27FC236}">
                <a16:creationId xmlns:a16="http://schemas.microsoft.com/office/drawing/2014/main" id="{B2916EB5-1DE8-E77A-E383-0BA7ACF67C1B}"/>
              </a:ext>
            </a:extLst>
          </p:cNvPr>
          <p:cNvSpPr>
            <a:spLocks noGrp="1"/>
          </p:cNvSpPr>
          <p:nvPr>
            <p:ph type="sldNum" sz="quarter" idx="12"/>
          </p:nvPr>
        </p:nvSpPr>
        <p:spPr>
          <a:xfrm>
            <a:off x="11628645" y="6387881"/>
            <a:ext cx="418837" cy="365125"/>
          </a:xfrm>
        </p:spPr>
        <p:txBody>
          <a:bodyPr/>
          <a:lstStyle>
            <a:lvl1pPr>
              <a:defRPr sz="1050"/>
            </a:lvl1pPr>
          </a:lstStyle>
          <a:p>
            <a:fld id="{1E3508AD-6785-9A40-B664-AC186F99CF3B}" type="slidenum">
              <a:rPr lang="en-GB" smtClean="0"/>
              <a:pPr/>
              <a:t>‹#›</a:t>
            </a:fld>
            <a:endParaRPr lang="en-GB"/>
          </a:p>
        </p:txBody>
      </p:sp>
      <p:pic>
        <p:nvPicPr>
          <p:cNvPr id="8" name="Graphic 7">
            <a:extLst>
              <a:ext uri="{FF2B5EF4-FFF2-40B4-BE49-F238E27FC236}">
                <a16:creationId xmlns:a16="http://schemas.microsoft.com/office/drawing/2014/main" id="{13FCD97A-D507-438F-9DFD-AAF7AAB58B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Footer Placeholder 8">
            <a:extLst>
              <a:ext uri="{FF2B5EF4-FFF2-40B4-BE49-F238E27FC236}">
                <a16:creationId xmlns:a16="http://schemas.microsoft.com/office/drawing/2014/main" id="{24944B03-692B-6EBC-6279-86EA05C9E8E8}"/>
              </a:ext>
            </a:extLst>
          </p:cNvPr>
          <p:cNvSpPr>
            <a:spLocks noGrp="1"/>
          </p:cNvSpPr>
          <p:nvPr>
            <p:ph type="ftr" sz="quarter" idx="15"/>
          </p:nvPr>
        </p:nvSpPr>
        <p:spPr/>
        <p:txBody>
          <a:bodyPr/>
          <a:lstStyle>
            <a:lvl1pPr>
              <a:defRPr>
                <a:solidFill>
                  <a:schemeClr val="tx2">
                    <a:lumMod val="75000"/>
                  </a:schemeClr>
                </a:solidFill>
              </a:defRPr>
            </a:lvl1pPr>
          </a:lstStyle>
          <a:p>
            <a:r>
              <a:rPr lang="en-GB"/>
              <a:t>SDR HUB OVERVIEW</a:t>
            </a:r>
          </a:p>
        </p:txBody>
      </p:sp>
    </p:spTree>
    <p:extLst>
      <p:ext uri="{BB962C8B-B14F-4D97-AF65-F5344CB8AC3E}">
        <p14:creationId xmlns:p14="http://schemas.microsoft.com/office/powerpoint/2010/main" val="24404595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able SLide">
    <p:bg>
      <p:bgPr>
        <a:solidFill>
          <a:schemeClr val="tx2"/>
        </a:solid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C9EF91B0-2678-3E29-585E-8371E3C9DBB7}"/>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lvl1pPr>
              <a:defRPr>
                <a:solidFill>
                  <a:schemeClr val="bg1"/>
                </a:solidFill>
              </a:defRPr>
            </a:lvl1pPr>
          </a:lstStyle>
          <a:p>
            <a:endParaRPr lang="en-GB"/>
          </a:p>
        </p:txBody>
      </p:sp>
      <p:sp>
        <p:nvSpPr>
          <p:cNvPr id="5" name="Text Placeholder 3">
            <a:extLst>
              <a:ext uri="{FF2B5EF4-FFF2-40B4-BE49-F238E27FC236}">
                <a16:creationId xmlns:a16="http://schemas.microsoft.com/office/drawing/2014/main" id="{49D4168B-B615-3C26-6250-6FA7A8F80E34}"/>
              </a:ext>
            </a:extLst>
          </p:cNvPr>
          <p:cNvSpPr>
            <a:spLocks noGrp="1"/>
          </p:cNvSpPr>
          <p:nvPr>
            <p:ph type="body" sz="quarter" idx="14"/>
          </p:nvPr>
        </p:nvSpPr>
        <p:spPr>
          <a:xfrm>
            <a:off x="838200" y="1604963"/>
            <a:ext cx="10515600" cy="854075"/>
          </a:xfrm>
        </p:spPr>
        <p:txBody>
          <a:bodyPr>
            <a:noAutofit/>
          </a:bodyPr>
          <a:lstStyle>
            <a:lvl1pPr>
              <a:defRPr sz="1800">
                <a:solidFill>
                  <a:schemeClr val="tx1"/>
                </a:solidFill>
              </a:defRPr>
            </a:lvl1pPr>
            <a:lvl2pPr>
              <a:defRPr sz="1600">
                <a:solidFill>
                  <a:schemeClr val="tx1"/>
                </a:solidFill>
              </a:defRPr>
            </a:lvl2pPr>
            <a:lvl3pPr>
              <a:defRPr sz="1400"/>
            </a:lvl3pPr>
            <a:lvl4pPr>
              <a:defRPr sz="1200"/>
            </a:lvl4pPr>
            <a:lvl5pPr>
              <a:defRPr sz="1200"/>
            </a:lvl5pPr>
          </a:lstStyle>
          <a:p>
            <a:pPr lvl="0"/>
            <a:r>
              <a:rPr lang="en-GB"/>
              <a:t>Click to edit Master text styles</a:t>
            </a:r>
          </a:p>
          <a:p>
            <a:pPr lvl="1"/>
            <a:r>
              <a:rPr lang="en-GB"/>
              <a:t>Second level</a:t>
            </a:r>
          </a:p>
        </p:txBody>
      </p:sp>
      <p:sp>
        <p:nvSpPr>
          <p:cNvPr id="7" name="Slide Number Placeholder 5">
            <a:extLst>
              <a:ext uri="{FF2B5EF4-FFF2-40B4-BE49-F238E27FC236}">
                <a16:creationId xmlns:a16="http://schemas.microsoft.com/office/drawing/2014/main" id="{B2916EB5-1DE8-E77A-E383-0BA7ACF67C1B}"/>
              </a:ext>
            </a:extLst>
          </p:cNvPr>
          <p:cNvSpPr>
            <a:spLocks noGrp="1"/>
          </p:cNvSpPr>
          <p:nvPr>
            <p:ph type="sldNum" sz="quarter" idx="12"/>
          </p:nvPr>
        </p:nvSpPr>
        <p:spPr>
          <a:xfrm>
            <a:off x="11628645" y="6387881"/>
            <a:ext cx="418837" cy="365125"/>
          </a:xfrm>
        </p:spPr>
        <p:txBody>
          <a:bodyPr/>
          <a:lstStyle>
            <a:lvl1pPr>
              <a:defRPr sz="1050"/>
            </a:lvl1pPr>
          </a:lstStyle>
          <a:p>
            <a:fld id="{1E3508AD-6785-9A40-B664-AC186F99CF3B}" type="slidenum">
              <a:rPr lang="en-GB" smtClean="0"/>
              <a:pPr/>
              <a:t>‹#›</a:t>
            </a:fld>
            <a:endParaRPr lang="en-GB"/>
          </a:p>
        </p:txBody>
      </p:sp>
      <p:pic>
        <p:nvPicPr>
          <p:cNvPr id="8" name="Graphic 7">
            <a:extLst>
              <a:ext uri="{FF2B5EF4-FFF2-40B4-BE49-F238E27FC236}">
                <a16:creationId xmlns:a16="http://schemas.microsoft.com/office/drawing/2014/main" id="{13FCD97A-D507-438F-9DFD-AAF7AAB58B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Footer Placeholder 8">
            <a:extLst>
              <a:ext uri="{FF2B5EF4-FFF2-40B4-BE49-F238E27FC236}">
                <a16:creationId xmlns:a16="http://schemas.microsoft.com/office/drawing/2014/main" id="{24944B03-692B-6EBC-6279-86EA05C9E8E8}"/>
              </a:ext>
            </a:extLst>
          </p:cNvPr>
          <p:cNvSpPr>
            <a:spLocks noGrp="1"/>
          </p:cNvSpPr>
          <p:nvPr>
            <p:ph type="ftr" sz="quarter" idx="15"/>
          </p:nvPr>
        </p:nvSpPr>
        <p:spPr/>
        <p:txBody>
          <a:bodyPr/>
          <a:lstStyle>
            <a:lvl1pPr>
              <a:defRPr>
                <a:solidFill>
                  <a:schemeClr val="tx2">
                    <a:lumMod val="75000"/>
                  </a:schemeClr>
                </a:solidFill>
              </a:defRPr>
            </a:lvl1pPr>
          </a:lstStyle>
          <a:p>
            <a:r>
              <a:rPr lang="en-GB"/>
              <a:t>SDR HUB OVERVIEW</a:t>
            </a:r>
          </a:p>
        </p:txBody>
      </p:sp>
    </p:spTree>
    <p:extLst>
      <p:ext uri="{BB962C8B-B14F-4D97-AF65-F5344CB8AC3E}">
        <p14:creationId xmlns:p14="http://schemas.microsoft.com/office/powerpoint/2010/main" val="8074220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F522-9F8F-7C44-DA04-4B60F5061FD7}"/>
              </a:ext>
            </a:extLst>
          </p:cNvPr>
          <p:cNvSpPr>
            <a:spLocks noGrp="1"/>
          </p:cNvSpPr>
          <p:nvPr>
            <p:ph type="title"/>
          </p:nvPr>
        </p:nvSpPr>
        <p:spPr>
          <a:xfrm>
            <a:off x="838200" y="787186"/>
            <a:ext cx="10515600" cy="669092"/>
          </a:xfrm>
          <a:prstGeom prst="rect">
            <a:avLst/>
          </a:prstGeom>
        </p:spPr>
        <p:txBody>
          <a:bodyPr/>
          <a:lstStyle/>
          <a:p>
            <a:r>
              <a:rPr lang="en-GB"/>
              <a:t>Click to edit Master title style</a:t>
            </a:r>
          </a:p>
        </p:txBody>
      </p:sp>
      <p:sp>
        <p:nvSpPr>
          <p:cNvPr id="3" name="Content Placeholder 2">
            <a:extLst>
              <a:ext uri="{FF2B5EF4-FFF2-40B4-BE49-F238E27FC236}">
                <a16:creationId xmlns:a16="http://schemas.microsoft.com/office/drawing/2014/main" id="{E9D7706E-75BD-45EF-5459-667619F7932D}"/>
              </a:ext>
            </a:extLst>
          </p:cNvPr>
          <p:cNvSpPr>
            <a:spLocks noGrp="1"/>
          </p:cNvSpPr>
          <p:nvPr>
            <p:ph sz="half" idx="1"/>
          </p:nvPr>
        </p:nvSpPr>
        <p:spPr>
          <a:xfrm>
            <a:off x="838200" y="1619675"/>
            <a:ext cx="5181600" cy="4351338"/>
          </a:xfrm>
          <a:prstGeom prst="rect">
            <a:avLst/>
          </a:prstGeom>
        </p:spPr>
        <p:txBody>
          <a:bodyPr>
            <a:normAutofit/>
          </a:bodyPr>
          <a:lstStyle>
            <a:lvl1pPr marL="0" indent="0">
              <a:lnSpc>
                <a:spcPct val="100000"/>
              </a:lnSpc>
              <a:buFont typeface="Arial" panose="020B0604020202020204" pitchFamily="34" charset="0"/>
              <a:buNone/>
              <a:defRPr sz="1800"/>
            </a:lvl1pPr>
            <a:lvl2pPr marL="457200" indent="0">
              <a:lnSpc>
                <a:spcPct val="100000"/>
              </a:lnSpc>
              <a:buFont typeface="Arial" panose="020B0604020202020204" pitchFamily="34" charset="0"/>
              <a:buNone/>
              <a:defRPr sz="1600"/>
            </a:lvl2pPr>
            <a:lvl3pPr marL="914400" indent="0">
              <a:lnSpc>
                <a:spcPct val="100000"/>
              </a:lnSpc>
              <a:buFont typeface="Arial" panose="020B0604020202020204" pitchFamily="34" charset="0"/>
              <a:buNone/>
              <a:defRPr sz="1400"/>
            </a:lvl3pPr>
            <a:lvl4pPr marL="1371600" indent="0">
              <a:lnSpc>
                <a:spcPct val="100000"/>
              </a:lnSpc>
              <a:buFont typeface="Arial" panose="020B0604020202020204" pitchFamily="34" charset="0"/>
              <a:buNone/>
              <a:defRPr sz="1200"/>
            </a:lvl4pPr>
            <a:lvl5pPr marL="1828800" indent="0">
              <a:lnSpc>
                <a:spcPct val="100000"/>
              </a:lnSpc>
              <a:buFont typeface="Arial" panose="020B0604020202020204" pitchFamily="34" charset="0"/>
              <a:buNone/>
              <a:defRPr sz="1200"/>
            </a:lvl5pPr>
          </a:lstStyle>
          <a:p>
            <a:pPr lvl="0"/>
            <a:r>
              <a:rPr lang="en-GB"/>
              <a:t>Click to edit Master text styles</a:t>
            </a:r>
          </a:p>
        </p:txBody>
      </p:sp>
      <p:sp>
        <p:nvSpPr>
          <p:cNvPr id="4" name="Content Placeholder 3">
            <a:extLst>
              <a:ext uri="{FF2B5EF4-FFF2-40B4-BE49-F238E27FC236}">
                <a16:creationId xmlns:a16="http://schemas.microsoft.com/office/drawing/2014/main" id="{F2CB7DF9-77AE-AFF8-D8E0-6C13FB34DC2A}"/>
              </a:ext>
            </a:extLst>
          </p:cNvPr>
          <p:cNvSpPr>
            <a:spLocks noGrp="1"/>
          </p:cNvSpPr>
          <p:nvPr>
            <p:ph sz="half" idx="2"/>
          </p:nvPr>
        </p:nvSpPr>
        <p:spPr>
          <a:xfrm>
            <a:off x="6172200" y="1619675"/>
            <a:ext cx="5181600" cy="4351338"/>
          </a:xfrm>
          <a:prstGeom prst="rect">
            <a:avLst/>
          </a:prstGeom>
        </p:spPr>
        <p:txBody>
          <a:bodyPr>
            <a:normAutofit/>
          </a:bodyPr>
          <a:lstStyle>
            <a:lvl1pPr marL="0" indent="0">
              <a:lnSpc>
                <a:spcPct val="100000"/>
              </a:lnSpc>
              <a:buFont typeface="Arial" panose="020B0604020202020204" pitchFamily="34" charset="0"/>
              <a:buNone/>
              <a:defRPr sz="1800"/>
            </a:lvl1pPr>
            <a:lvl2pPr marL="457200" indent="0">
              <a:lnSpc>
                <a:spcPct val="100000"/>
              </a:lnSpc>
              <a:buFont typeface="Arial" panose="020B0604020202020204" pitchFamily="34" charset="0"/>
              <a:buNone/>
              <a:defRPr sz="1600"/>
            </a:lvl2pPr>
            <a:lvl3pPr marL="914400" indent="0">
              <a:lnSpc>
                <a:spcPct val="100000"/>
              </a:lnSpc>
              <a:buFont typeface="Arial" panose="020B0604020202020204" pitchFamily="34" charset="0"/>
              <a:buNone/>
              <a:defRPr sz="1400"/>
            </a:lvl3pPr>
            <a:lvl4pPr marL="1371600" indent="0">
              <a:lnSpc>
                <a:spcPct val="100000"/>
              </a:lnSpc>
              <a:buFont typeface="Arial" panose="020B0604020202020204" pitchFamily="34" charset="0"/>
              <a:buNone/>
              <a:defRPr sz="1200"/>
            </a:lvl4pPr>
            <a:lvl5pPr marL="1828800" indent="0">
              <a:lnSpc>
                <a:spcPct val="100000"/>
              </a:lnSpc>
              <a:buFont typeface="Arial" panose="020B0604020202020204" pitchFamily="34" charset="0"/>
              <a:buNone/>
              <a:defRPr sz="1200"/>
            </a:lvl5pPr>
          </a:lstStyle>
          <a:p>
            <a:pPr lvl="0"/>
            <a:r>
              <a:rPr lang="en-GB"/>
              <a:t>Click to edit Master text styles</a:t>
            </a:r>
          </a:p>
        </p:txBody>
      </p:sp>
      <p:sp>
        <p:nvSpPr>
          <p:cNvPr id="7" name="Slide Number Placeholder 6">
            <a:extLst>
              <a:ext uri="{FF2B5EF4-FFF2-40B4-BE49-F238E27FC236}">
                <a16:creationId xmlns:a16="http://schemas.microsoft.com/office/drawing/2014/main" id="{8DE05D95-029F-5354-14C7-6A01D1625C5B}"/>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8" name="Footer Placeholder 7">
            <a:extLst>
              <a:ext uri="{FF2B5EF4-FFF2-40B4-BE49-F238E27FC236}">
                <a16:creationId xmlns:a16="http://schemas.microsoft.com/office/drawing/2014/main" id="{E2732417-93E9-1EBE-7994-83DD1D786F94}"/>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1343313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6657-0D83-5855-DF19-95C81EAA2430}"/>
              </a:ext>
            </a:extLst>
          </p:cNvPr>
          <p:cNvSpPr>
            <a:spLocks noGrp="1"/>
          </p:cNvSpPr>
          <p:nvPr>
            <p:ph type="title"/>
          </p:nvPr>
        </p:nvSpPr>
        <p:spPr>
          <a:xfrm>
            <a:off x="831850" y="1637529"/>
            <a:ext cx="10515600" cy="2852737"/>
          </a:xfrm>
          <a:prstGeom prst="rect">
            <a:avLst/>
          </a:prstGeom>
        </p:spPr>
        <p:txBody>
          <a:bodyPr anchor="b">
            <a:normAutofit/>
          </a:bodyPr>
          <a:lstStyle>
            <a:lvl1pPr>
              <a:defRPr sz="3600"/>
            </a:lvl1pPr>
          </a:lstStyle>
          <a:p>
            <a:r>
              <a:rPr lang="en-GB"/>
              <a:t>Click to edit Master title style</a:t>
            </a:r>
          </a:p>
        </p:txBody>
      </p:sp>
      <p:sp>
        <p:nvSpPr>
          <p:cNvPr id="3" name="Text Placeholder 2">
            <a:extLst>
              <a:ext uri="{FF2B5EF4-FFF2-40B4-BE49-F238E27FC236}">
                <a16:creationId xmlns:a16="http://schemas.microsoft.com/office/drawing/2014/main" id="{B225E69F-50C0-1AAE-0AC4-C5D895EFB7B4}"/>
              </a:ext>
            </a:extLst>
          </p:cNvPr>
          <p:cNvSpPr>
            <a:spLocks noGrp="1"/>
          </p:cNvSpPr>
          <p:nvPr>
            <p:ph type="body" idx="1"/>
          </p:nvPr>
        </p:nvSpPr>
        <p:spPr>
          <a:xfrm>
            <a:off x="831850" y="4582341"/>
            <a:ext cx="10515600" cy="1500187"/>
          </a:xfrm>
          <a:prstGeom prst="rect">
            <a:avLst/>
          </a:prstGeom>
        </p:spPr>
        <p:txBody>
          <a:bodyPr>
            <a:normAutofit/>
          </a:bodyPr>
          <a:lstStyle>
            <a:lvl1pPr marL="0" indent="0">
              <a:lnSpc>
                <a:spcPct val="100000"/>
              </a:lnSpc>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6F6CCF9A-2D5A-BA6D-71A9-DDEBF05C90F2}"/>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1" name="Footer Placeholder 10">
            <a:extLst>
              <a:ext uri="{FF2B5EF4-FFF2-40B4-BE49-F238E27FC236}">
                <a16:creationId xmlns:a16="http://schemas.microsoft.com/office/drawing/2014/main" id="{7748C071-72AF-2149-93E0-18B01285BBA8}"/>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224502191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irc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1E80DB9-8F03-6988-0C82-EEBDF59776B5}"/>
              </a:ext>
            </a:extLst>
          </p:cNvPr>
          <p:cNvSpPr>
            <a:spLocks noGrp="1" noChangeAspect="1"/>
          </p:cNvSpPr>
          <p:nvPr>
            <p:ph type="pic" sz="quarter" idx="10"/>
          </p:nvPr>
        </p:nvSpPr>
        <p:spPr>
          <a:xfrm>
            <a:off x="3387902" y="707203"/>
            <a:ext cx="5493600" cy="5493600"/>
          </a:xfrm>
          <a:prstGeom prst="ellipse">
            <a:avLst/>
          </a:prstGeom>
        </p:spPr>
        <p:txBody>
          <a:bodyPr/>
          <a:lstStyle/>
          <a:p>
            <a:endParaRPr lang="en-GB"/>
          </a:p>
        </p:txBody>
      </p:sp>
      <p:sp>
        <p:nvSpPr>
          <p:cNvPr id="10" name="Picture Placeholder 9">
            <a:extLst>
              <a:ext uri="{FF2B5EF4-FFF2-40B4-BE49-F238E27FC236}">
                <a16:creationId xmlns:a16="http://schemas.microsoft.com/office/drawing/2014/main" id="{4D521898-D0B7-765A-5899-C6C171981FE8}"/>
              </a:ext>
            </a:extLst>
          </p:cNvPr>
          <p:cNvSpPr>
            <a:spLocks noGrp="1"/>
          </p:cNvSpPr>
          <p:nvPr>
            <p:ph type="pic" sz="quarter" idx="11"/>
          </p:nvPr>
        </p:nvSpPr>
        <p:spPr>
          <a:xfrm>
            <a:off x="3481429" y="707195"/>
            <a:ext cx="5335078" cy="2354807"/>
          </a:xfrm>
          <a:custGeom>
            <a:avLst/>
            <a:gdLst>
              <a:gd name="connsiteX0" fmla="*/ 0 w 5504933"/>
              <a:gd name="connsiteY0" fmla="*/ 2723253 h 5446506"/>
              <a:gd name="connsiteX1" fmla="*/ 2752467 w 5504933"/>
              <a:gd name="connsiteY1" fmla="*/ 0 h 5446506"/>
              <a:gd name="connsiteX2" fmla="*/ 5504934 w 5504933"/>
              <a:gd name="connsiteY2" fmla="*/ 2723253 h 5446506"/>
              <a:gd name="connsiteX3" fmla="*/ 2752467 w 5504933"/>
              <a:gd name="connsiteY3" fmla="*/ 5446506 h 5446506"/>
              <a:gd name="connsiteX4" fmla="*/ 0 w 5504933"/>
              <a:gd name="connsiteY4" fmla="*/ 2723253 h 5446506"/>
              <a:gd name="connsiteX0" fmla="*/ 1 w 5504935"/>
              <a:gd name="connsiteY0" fmla="*/ 2723253 h 3261472"/>
              <a:gd name="connsiteX1" fmla="*/ 2752468 w 5504935"/>
              <a:gd name="connsiteY1" fmla="*/ 0 h 3261472"/>
              <a:gd name="connsiteX2" fmla="*/ 5504935 w 5504935"/>
              <a:gd name="connsiteY2" fmla="*/ 2723253 h 3261472"/>
              <a:gd name="connsiteX3" fmla="*/ 2744447 w 5504935"/>
              <a:gd name="connsiteY3" fmla="*/ 2101727 h 3261472"/>
              <a:gd name="connsiteX4" fmla="*/ 1 w 5504935"/>
              <a:gd name="connsiteY4" fmla="*/ 2723253 h 3261472"/>
              <a:gd name="connsiteX0" fmla="*/ 1 w 5504935"/>
              <a:gd name="connsiteY0" fmla="*/ 2723253 h 3394950"/>
              <a:gd name="connsiteX1" fmla="*/ 2752468 w 5504935"/>
              <a:gd name="connsiteY1" fmla="*/ 0 h 3394950"/>
              <a:gd name="connsiteX2" fmla="*/ 5504935 w 5504935"/>
              <a:gd name="connsiteY2" fmla="*/ 2723253 h 3394950"/>
              <a:gd name="connsiteX3" fmla="*/ 2744447 w 5504935"/>
              <a:gd name="connsiteY3" fmla="*/ 2101727 h 3394950"/>
              <a:gd name="connsiteX4" fmla="*/ 1 w 5504935"/>
              <a:gd name="connsiteY4" fmla="*/ 2723253 h 3394950"/>
              <a:gd name="connsiteX0" fmla="*/ 1 w 5408683"/>
              <a:gd name="connsiteY0" fmla="*/ 2731595 h 2813873"/>
              <a:gd name="connsiteX1" fmla="*/ 2752468 w 5408683"/>
              <a:gd name="connsiteY1" fmla="*/ 8342 h 2813873"/>
              <a:gd name="connsiteX2" fmla="*/ 5408683 w 5408683"/>
              <a:gd name="connsiteY2" fmla="*/ 2154080 h 2813873"/>
              <a:gd name="connsiteX3" fmla="*/ 2744447 w 5408683"/>
              <a:gd name="connsiteY3" fmla="*/ 2110069 h 2813873"/>
              <a:gd name="connsiteX4" fmla="*/ 1 w 5408683"/>
              <a:gd name="connsiteY4" fmla="*/ 2731595 h 2813873"/>
              <a:gd name="connsiteX0" fmla="*/ 1 w 5408683"/>
              <a:gd name="connsiteY0" fmla="*/ 2731232 h 2813510"/>
              <a:gd name="connsiteX1" fmla="*/ 2752468 w 5408683"/>
              <a:gd name="connsiteY1" fmla="*/ 7979 h 2813510"/>
              <a:gd name="connsiteX2" fmla="*/ 5408683 w 5408683"/>
              <a:gd name="connsiteY2" fmla="*/ 2153717 h 2813510"/>
              <a:gd name="connsiteX3" fmla="*/ 2744447 w 5408683"/>
              <a:gd name="connsiteY3" fmla="*/ 2109706 h 2813510"/>
              <a:gd name="connsiteX4" fmla="*/ 1 w 5408683"/>
              <a:gd name="connsiteY4" fmla="*/ 2731232 h 2813510"/>
              <a:gd name="connsiteX0" fmla="*/ 1275 w 5409957"/>
              <a:gd name="connsiteY0" fmla="*/ 2731232 h 3563776"/>
              <a:gd name="connsiteX1" fmla="*/ 2753742 w 5409957"/>
              <a:gd name="connsiteY1" fmla="*/ 7979 h 3563776"/>
              <a:gd name="connsiteX2" fmla="*/ 5409957 w 5409957"/>
              <a:gd name="connsiteY2" fmla="*/ 2153717 h 3563776"/>
              <a:gd name="connsiteX3" fmla="*/ 2745721 w 5409957"/>
              <a:gd name="connsiteY3" fmla="*/ 2109706 h 3563776"/>
              <a:gd name="connsiteX4" fmla="*/ 1275 w 5409957"/>
              <a:gd name="connsiteY4" fmla="*/ 2731232 h 3563776"/>
              <a:gd name="connsiteX0" fmla="*/ 1275 w 5409957"/>
              <a:gd name="connsiteY0" fmla="*/ 2723569 h 3556113"/>
              <a:gd name="connsiteX1" fmla="*/ 2753742 w 5409957"/>
              <a:gd name="connsiteY1" fmla="*/ 316 h 3556113"/>
              <a:gd name="connsiteX2" fmla="*/ 5409957 w 5409957"/>
              <a:gd name="connsiteY2" fmla="*/ 2146054 h 3556113"/>
              <a:gd name="connsiteX3" fmla="*/ 2745721 w 5409957"/>
              <a:gd name="connsiteY3" fmla="*/ 2102043 h 3556113"/>
              <a:gd name="connsiteX4" fmla="*/ 1275 w 5409957"/>
              <a:gd name="connsiteY4" fmla="*/ 2723569 h 3556113"/>
              <a:gd name="connsiteX0" fmla="*/ 48773 w 5457455"/>
              <a:gd name="connsiteY0" fmla="*/ 2723333 h 2813832"/>
              <a:gd name="connsiteX1" fmla="*/ 2801240 w 5457455"/>
              <a:gd name="connsiteY1" fmla="*/ 80 h 2813832"/>
              <a:gd name="connsiteX2" fmla="*/ 5457455 w 5457455"/>
              <a:gd name="connsiteY2" fmla="*/ 2145818 h 2813832"/>
              <a:gd name="connsiteX3" fmla="*/ 2793219 w 5457455"/>
              <a:gd name="connsiteY3" fmla="*/ 2101807 h 2813832"/>
              <a:gd name="connsiteX4" fmla="*/ 1168627 w 5457455"/>
              <a:gd name="connsiteY4" fmla="*/ 1849597 h 2813832"/>
              <a:gd name="connsiteX5" fmla="*/ 48773 w 5457455"/>
              <a:gd name="connsiteY5" fmla="*/ 2723333 h 2813832"/>
              <a:gd name="connsiteX0" fmla="*/ 58447 w 5467129"/>
              <a:gd name="connsiteY0" fmla="*/ 2737061 h 2827560"/>
              <a:gd name="connsiteX1" fmla="*/ 440364 w 5467129"/>
              <a:gd name="connsiteY1" fmla="*/ 1309872 h 2827560"/>
              <a:gd name="connsiteX2" fmla="*/ 2810914 w 5467129"/>
              <a:gd name="connsiteY2" fmla="*/ 13808 h 2827560"/>
              <a:gd name="connsiteX3" fmla="*/ 5467129 w 5467129"/>
              <a:gd name="connsiteY3" fmla="*/ 2159546 h 2827560"/>
              <a:gd name="connsiteX4" fmla="*/ 2802893 w 5467129"/>
              <a:gd name="connsiteY4" fmla="*/ 2115535 h 2827560"/>
              <a:gd name="connsiteX5" fmla="*/ 1178301 w 5467129"/>
              <a:gd name="connsiteY5" fmla="*/ 1863325 h 2827560"/>
              <a:gd name="connsiteX6" fmla="*/ 58447 w 5467129"/>
              <a:gd name="connsiteY6" fmla="*/ 2737061 h 2827560"/>
              <a:gd name="connsiteX0" fmla="*/ 58447 w 5467129"/>
              <a:gd name="connsiteY0" fmla="*/ 2739880 h 2830379"/>
              <a:gd name="connsiteX1" fmla="*/ 440364 w 5467129"/>
              <a:gd name="connsiteY1" fmla="*/ 1312691 h 2830379"/>
              <a:gd name="connsiteX2" fmla="*/ 2810914 w 5467129"/>
              <a:gd name="connsiteY2" fmla="*/ 16627 h 2830379"/>
              <a:gd name="connsiteX3" fmla="*/ 5467129 w 5467129"/>
              <a:gd name="connsiteY3" fmla="*/ 2162365 h 2830379"/>
              <a:gd name="connsiteX4" fmla="*/ 2802893 w 5467129"/>
              <a:gd name="connsiteY4" fmla="*/ 2118354 h 2830379"/>
              <a:gd name="connsiteX5" fmla="*/ 1178301 w 5467129"/>
              <a:gd name="connsiteY5" fmla="*/ 1866144 h 2830379"/>
              <a:gd name="connsiteX6" fmla="*/ 58447 w 5467129"/>
              <a:gd name="connsiteY6" fmla="*/ 2739880 h 2830379"/>
              <a:gd name="connsiteX0" fmla="*/ 30708 w 5439390"/>
              <a:gd name="connsiteY0" fmla="*/ 2739880 h 2830379"/>
              <a:gd name="connsiteX1" fmla="*/ 412625 w 5439390"/>
              <a:gd name="connsiteY1" fmla="*/ 1312691 h 2830379"/>
              <a:gd name="connsiteX2" fmla="*/ 2783175 w 5439390"/>
              <a:gd name="connsiteY2" fmla="*/ 16627 h 2830379"/>
              <a:gd name="connsiteX3" fmla="*/ 5439390 w 5439390"/>
              <a:gd name="connsiteY3" fmla="*/ 2162365 h 2830379"/>
              <a:gd name="connsiteX4" fmla="*/ 2775154 w 5439390"/>
              <a:gd name="connsiteY4" fmla="*/ 2118354 h 2830379"/>
              <a:gd name="connsiteX5" fmla="*/ 1150562 w 5439390"/>
              <a:gd name="connsiteY5" fmla="*/ 1866144 h 2830379"/>
              <a:gd name="connsiteX6" fmla="*/ 30708 w 5439390"/>
              <a:gd name="connsiteY6" fmla="*/ 2739880 h 2830379"/>
              <a:gd name="connsiteX0" fmla="*/ 12386 w 5421068"/>
              <a:gd name="connsiteY0" fmla="*/ 2739880 h 2830379"/>
              <a:gd name="connsiteX1" fmla="*/ 394303 w 5421068"/>
              <a:gd name="connsiteY1" fmla="*/ 1312691 h 2830379"/>
              <a:gd name="connsiteX2" fmla="*/ 2764853 w 5421068"/>
              <a:gd name="connsiteY2" fmla="*/ 16627 h 2830379"/>
              <a:gd name="connsiteX3" fmla="*/ 5421068 w 5421068"/>
              <a:gd name="connsiteY3" fmla="*/ 2162365 h 2830379"/>
              <a:gd name="connsiteX4" fmla="*/ 2756832 w 5421068"/>
              <a:gd name="connsiteY4" fmla="*/ 2118354 h 2830379"/>
              <a:gd name="connsiteX5" fmla="*/ 1132240 w 5421068"/>
              <a:gd name="connsiteY5" fmla="*/ 1866144 h 2830379"/>
              <a:gd name="connsiteX6" fmla="*/ 12386 w 5421068"/>
              <a:gd name="connsiteY6" fmla="*/ 2739880 h 2830379"/>
              <a:gd name="connsiteX0" fmla="*/ 6354 w 5415036"/>
              <a:gd name="connsiteY0" fmla="*/ 2739880 h 2830379"/>
              <a:gd name="connsiteX1" fmla="*/ 388271 w 5415036"/>
              <a:gd name="connsiteY1" fmla="*/ 1312691 h 2830379"/>
              <a:gd name="connsiteX2" fmla="*/ 2758821 w 5415036"/>
              <a:gd name="connsiteY2" fmla="*/ 16627 h 2830379"/>
              <a:gd name="connsiteX3" fmla="*/ 5415036 w 5415036"/>
              <a:gd name="connsiteY3" fmla="*/ 2162365 h 2830379"/>
              <a:gd name="connsiteX4" fmla="*/ 2750800 w 5415036"/>
              <a:gd name="connsiteY4" fmla="*/ 2118354 h 2830379"/>
              <a:gd name="connsiteX5" fmla="*/ 1126208 w 5415036"/>
              <a:gd name="connsiteY5" fmla="*/ 1866144 h 2830379"/>
              <a:gd name="connsiteX6" fmla="*/ 652965 w 5415036"/>
              <a:gd name="connsiteY6" fmla="*/ 2106776 h 2830379"/>
              <a:gd name="connsiteX7" fmla="*/ 6354 w 5415036"/>
              <a:gd name="connsiteY7" fmla="*/ 2739880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568316 w 5330387"/>
              <a:gd name="connsiteY6" fmla="*/ 2106776 h 2830379"/>
              <a:gd name="connsiteX7" fmla="*/ 9937 w 5330387"/>
              <a:gd name="connsiteY7" fmla="*/ 2098196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9937 w 5330387"/>
              <a:gd name="connsiteY6" fmla="*/ 2098196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31622 w 5320450"/>
              <a:gd name="connsiteY0" fmla="*/ 1866144 h 2830379"/>
              <a:gd name="connsiteX1" fmla="*/ 0 w 5320450"/>
              <a:gd name="connsiteY1" fmla="*/ 2098196 h 2830379"/>
              <a:gd name="connsiteX2" fmla="*/ 293685 w 5320450"/>
              <a:gd name="connsiteY2" fmla="*/ 1312691 h 2830379"/>
              <a:gd name="connsiteX3" fmla="*/ 2664235 w 5320450"/>
              <a:gd name="connsiteY3" fmla="*/ 16627 h 2830379"/>
              <a:gd name="connsiteX4" fmla="*/ 5320450 w 5320450"/>
              <a:gd name="connsiteY4" fmla="*/ 2162365 h 2830379"/>
              <a:gd name="connsiteX5" fmla="*/ 2656214 w 5320450"/>
              <a:gd name="connsiteY5" fmla="*/ 2118354 h 2830379"/>
              <a:gd name="connsiteX6" fmla="*/ 1123062 w 5320450"/>
              <a:gd name="connsiteY6" fmla="*/ 1957584 h 2830379"/>
              <a:gd name="connsiteX0" fmla="*/ 1052642 w 5341470"/>
              <a:gd name="connsiteY0" fmla="*/ 1866144 h 2830379"/>
              <a:gd name="connsiteX1" fmla="*/ 0 w 5341470"/>
              <a:gd name="connsiteY1" fmla="*/ 2050900 h 2830379"/>
              <a:gd name="connsiteX2" fmla="*/ 314705 w 5341470"/>
              <a:gd name="connsiteY2" fmla="*/ 1312691 h 2830379"/>
              <a:gd name="connsiteX3" fmla="*/ 2685255 w 5341470"/>
              <a:gd name="connsiteY3" fmla="*/ 16627 h 2830379"/>
              <a:gd name="connsiteX4" fmla="*/ 5341470 w 5341470"/>
              <a:gd name="connsiteY4" fmla="*/ 2162365 h 2830379"/>
              <a:gd name="connsiteX5" fmla="*/ 2677234 w 5341470"/>
              <a:gd name="connsiteY5" fmla="*/ 2118354 h 2830379"/>
              <a:gd name="connsiteX6" fmla="*/ 1144082 w 5341470"/>
              <a:gd name="connsiteY6" fmla="*/ 1957584 h 2830379"/>
              <a:gd name="connsiteX0" fmla="*/ 1052642 w 5341470"/>
              <a:gd name="connsiteY0" fmla="*/ 1895407 h 2859642"/>
              <a:gd name="connsiteX1" fmla="*/ 0 w 5341470"/>
              <a:gd name="connsiteY1" fmla="*/ 2080163 h 2859642"/>
              <a:gd name="connsiteX2" fmla="*/ 584289 w 5341470"/>
              <a:gd name="connsiteY2" fmla="*/ 981294 h 2859642"/>
              <a:gd name="connsiteX3" fmla="*/ 2685255 w 5341470"/>
              <a:gd name="connsiteY3" fmla="*/ 45890 h 2859642"/>
              <a:gd name="connsiteX4" fmla="*/ 5341470 w 5341470"/>
              <a:gd name="connsiteY4" fmla="*/ 2191628 h 2859642"/>
              <a:gd name="connsiteX5" fmla="*/ 2677234 w 5341470"/>
              <a:gd name="connsiteY5" fmla="*/ 2147617 h 2859642"/>
              <a:gd name="connsiteX6" fmla="*/ 1144082 w 5341470"/>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84910 h 2849145"/>
              <a:gd name="connsiteX1" fmla="*/ 0 w 5323254"/>
              <a:gd name="connsiteY1" fmla="*/ 2066023 h 2849145"/>
              <a:gd name="connsiteX2" fmla="*/ 566073 w 5323254"/>
              <a:gd name="connsiteY2" fmla="*/ 970797 h 2849145"/>
              <a:gd name="connsiteX3" fmla="*/ 2667039 w 5323254"/>
              <a:gd name="connsiteY3" fmla="*/ 35393 h 2849145"/>
              <a:gd name="connsiteX4" fmla="*/ 5323254 w 5323254"/>
              <a:gd name="connsiteY4" fmla="*/ 2181131 h 2849145"/>
              <a:gd name="connsiteX5" fmla="*/ 2659018 w 5323254"/>
              <a:gd name="connsiteY5" fmla="*/ 2137120 h 2849145"/>
              <a:gd name="connsiteX6" fmla="*/ 1125866 w 5323254"/>
              <a:gd name="connsiteY6" fmla="*/ 1976350 h 2849145"/>
              <a:gd name="connsiteX0" fmla="*/ 1034426 w 5323254"/>
              <a:gd name="connsiteY0" fmla="*/ 1850327 h 2814562"/>
              <a:gd name="connsiteX1" fmla="*/ 0 w 5323254"/>
              <a:gd name="connsiteY1" fmla="*/ 2031440 h 2814562"/>
              <a:gd name="connsiteX2" fmla="*/ 566073 w 5323254"/>
              <a:gd name="connsiteY2" fmla="*/ 936214 h 2814562"/>
              <a:gd name="connsiteX3" fmla="*/ 2667039 w 5323254"/>
              <a:gd name="connsiteY3" fmla="*/ 810 h 2814562"/>
              <a:gd name="connsiteX4" fmla="*/ 5323254 w 5323254"/>
              <a:gd name="connsiteY4" fmla="*/ 2146548 h 2814562"/>
              <a:gd name="connsiteX5" fmla="*/ 2659018 w 5323254"/>
              <a:gd name="connsiteY5" fmla="*/ 2102537 h 2814562"/>
              <a:gd name="connsiteX6" fmla="*/ 1125866 w 5323254"/>
              <a:gd name="connsiteY6" fmla="*/ 1941767 h 2814562"/>
              <a:gd name="connsiteX0" fmla="*/ 1034426 w 5323254"/>
              <a:gd name="connsiteY0" fmla="*/ 1870005 h 2834240"/>
              <a:gd name="connsiteX1" fmla="*/ 0 w 5323254"/>
              <a:gd name="connsiteY1" fmla="*/ 2051118 h 2834240"/>
              <a:gd name="connsiteX2" fmla="*/ 566073 w 5323254"/>
              <a:gd name="connsiteY2" fmla="*/ 955892 h 2834240"/>
              <a:gd name="connsiteX3" fmla="*/ 2667039 w 5323254"/>
              <a:gd name="connsiteY3" fmla="*/ 781 h 2834240"/>
              <a:gd name="connsiteX4" fmla="*/ 5323254 w 5323254"/>
              <a:gd name="connsiteY4" fmla="*/ 2166226 h 2834240"/>
              <a:gd name="connsiteX5" fmla="*/ 2659018 w 5323254"/>
              <a:gd name="connsiteY5" fmla="*/ 2122215 h 2834240"/>
              <a:gd name="connsiteX6" fmla="*/ 1125866 w 5323254"/>
              <a:gd name="connsiteY6" fmla="*/ 1961445 h 2834240"/>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378075"/>
              <a:gd name="connsiteX1" fmla="*/ 0 w 5323254"/>
              <a:gd name="connsiteY1" fmla="*/ 2050391 h 2378075"/>
              <a:gd name="connsiteX2" fmla="*/ 566073 w 5323254"/>
              <a:gd name="connsiteY2" fmla="*/ 955165 h 2378075"/>
              <a:gd name="connsiteX3" fmla="*/ 2667039 w 5323254"/>
              <a:gd name="connsiteY3" fmla="*/ 54 h 2378075"/>
              <a:gd name="connsiteX4" fmla="*/ 5323254 w 5323254"/>
              <a:gd name="connsiteY4" fmla="*/ 2165499 h 2378075"/>
              <a:gd name="connsiteX5" fmla="*/ 2659018 w 5323254"/>
              <a:gd name="connsiteY5" fmla="*/ 2121488 h 2378075"/>
              <a:gd name="connsiteX6" fmla="*/ 1125866 w 5323254"/>
              <a:gd name="connsiteY6" fmla="*/ 1960718 h 2378075"/>
              <a:gd name="connsiteX0" fmla="*/ 1034426 w 5335078"/>
              <a:gd name="connsiteY0" fmla="*/ 1902587 h 2386535"/>
              <a:gd name="connsiteX1" fmla="*/ 0 w 5335078"/>
              <a:gd name="connsiteY1" fmla="*/ 2083700 h 2386535"/>
              <a:gd name="connsiteX2" fmla="*/ 566073 w 5335078"/>
              <a:gd name="connsiteY2" fmla="*/ 988474 h 2386535"/>
              <a:gd name="connsiteX3" fmla="*/ 2667039 w 5335078"/>
              <a:gd name="connsiteY3" fmla="*/ 33363 h 2386535"/>
              <a:gd name="connsiteX4" fmla="*/ 5335078 w 5335078"/>
              <a:gd name="connsiteY4" fmla="*/ 2171219 h 2386535"/>
              <a:gd name="connsiteX5" fmla="*/ 2659018 w 5335078"/>
              <a:gd name="connsiteY5" fmla="*/ 2154797 h 2386535"/>
              <a:gd name="connsiteX6" fmla="*/ 1125866 w 5335078"/>
              <a:gd name="connsiteY6" fmla="*/ 1994027 h 2386535"/>
              <a:gd name="connsiteX0" fmla="*/ 1034426 w 5335078"/>
              <a:gd name="connsiteY0" fmla="*/ 1902587 h 2430925"/>
              <a:gd name="connsiteX1" fmla="*/ 0 w 5335078"/>
              <a:gd name="connsiteY1" fmla="*/ 2083700 h 2430925"/>
              <a:gd name="connsiteX2" fmla="*/ 566073 w 5335078"/>
              <a:gd name="connsiteY2" fmla="*/ 988474 h 2430925"/>
              <a:gd name="connsiteX3" fmla="*/ 2667039 w 5335078"/>
              <a:gd name="connsiteY3" fmla="*/ 33363 h 2430925"/>
              <a:gd name="connsiteX4" fmla="*/ 5335078 w 5335078"/>
              <a:gd name="connsiteY4" fmla="*/ 2171219 h 2430925"/>
              <a:gd name="connsiteX5" fmla="*/ 2659018 w 5335078"/>
              <a:gd name="connsiteY5" fmla="*/ 2154797 h 2430925"/>
              <a:gd name="connsiteX6" fmla="*/ 1125866 w 5335078"/>
              <a:gd name="connsiteY6" fmla="*/ 1994027 h 2430925"/>
              <a:gd name="connsiteX0" fmla="*/ 1034426 w 5335078"/>
              <a:gd name="connsiteY0" fmla="*/ 1902587 h 2424228"/>
              <a:gd name="connsiteX1" fmla="*/ 0 w 5335078"/>
              <a:gd name="connsiteY1" fmla="*/ 2083700 h 2424228"/>
              <a:gd name="connsiteX2" fmla="*/ 566073 w 5335078"/>
              <a:gd name="connsiteY2" fmla="*/ 988474 h 2424228"/>
              <a:gd name="connsiteX3" fmla="*/ 2667039 w 5335078"/>
              <a:gd name="connsiteY3" fmla="*/ 33363 h 2424228"/>
              <a:gd name="connsiteX4" fmla="*/ 5335078 w 5335078"/>
              <a:gd name="connsiteY4" fmla="*/ 2171219 h 2424228"/>
              <a:gd name="connsiteX5" fmla="*/ 2659018 w 5335078"/>
              <a:gd name="connsiteY5" fmla="*/ 2154797 h 2424228"/>
              <a:gd name="connsiteX6" fmla="*/ 1125866 w 5335078"/>
              <a:gd name="connsiteY6" fmla="*/ 1994027 h 2424228"/>
              <a:gd name="connsiteX0" fmla="*/ 1034426 w 5335078"/>
              <a:gd name="connsiteY0" fmla="*/ 1902587 h 2391766"/>
              <a:gd name="connsiteX1" fmla="*/ 0 w 5335078"/>
              <a:gd name="connsiteY1" fmla="*/ 2083700 h 2391766"/>
              <a:gd name="connsiteX2" fmla="*/ 566073 w 5335078"/>
              <a:gd name="connsiteY2" fmla="*/ 988474 h 2391766"/>
              <a:gd name="connsiteX3" fmla="*/ 2667039 w 5335078"/>
              <a:gd name="connsiteY3" fmla="*/ 33363 h 2391766"/>
              <a:gd name="connsiteX4" fmla="*/ 5335078 w 5335078"/>
              <a:gd name="connsiteY4" fmla="*/ 2171219 h 2391766"/>
              <a:gd name="connsiteX5" fmla="*/ 2659018 w 5335078"/>
              <a:gd name="connsiteY5" fmla="*/ 2154797 h 2391766"/>
              <a:gd name="connsiteX6" fmla="*/ 1125866 w 5335078"/>
              <a:gd name="connsiteY6" fmla="*/ 1994027 h 2391766"/>
              <a:gd name="connsiteX0" fmla="*/ 1034426 w 5335078"/>
              <a:gd name="connsiteY0" fmla="*/ 1902587 h 2378193"/>
              <a:gd name="connsiteX1" fmla="*/ 0 w 5335078"/>
              <a:gd name="connsiteY1" fmla="*/ 2083700 h 2378193"/>
              <a:gd name="connsiteX2" fmla="*/ 566073 w 5335078"/>
              <a:gd name="connsiteY2" fmla="*/ 988474 h 2378193"/>
              <a:gd name="connsiteX3" fmla="*/ 2667039 w 5335078"/>
              <a:gd name="connsiteY3" fmla="*/ 33363 h 2378193"/>
              <a:gd name="connsiteX4" fmla="*/ 5335078 w 5335078"/>
              <a:gd name="connsiteY4" fmla="*/ 2171219 h 2378193"/>
              <a:gd name="connsiteX5" fmla="*/ 2659018 w 5335078"/>
              <a:gd name="connsiteY5" fmla="*/ 2154797 h 2378193"/>
              <a:gd name="connsiteX6" fmla="*/ 1125866 w 5335078"/>
              <a:gd name="connsiteY6" fmla="*/ 1994027 h 2378193"/>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7" fmla="*/ 1034426 w 5335078"/>
              <a:gd name="connsiteY7" fmla="*/ 1902587 h 2377034"/>
              <a:gd name="connsiteX0" fmla="*/ 1125866 w 5335078"/>
              <a:gd name="connsiteY0" fmla="*/ 199402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92890"/>
              <a:gd name="connsiteX1" fmla="*/ 0 w 5335078"/>
              <a:gd name="connsiteY1" fmla="*/ 2083700 h 2392890"/>
              <a:gd name="connsiteX2" fmla="*/ 566073 w 5335078"/>
              <a:gd name="connsiteY2" fmla="*/ 988474 h 2392890"/>
              <a:gd name="connsiteX3" fmla="*/ 2667039 w 5335078"/>
              <a:gd name="connsiteY3" fmla="*/ 33363 h 2392890"/>
              <a:gd name="connsiteX4" fmla="*/ 5335078 w 5335078"/>
              <a:gd name="connsiteY4" fmla="*/ 2171219 h 2392890"/>
              <a:gd name="connsiteX5" fmla="*/ 2659018 w 5335078"/>
              <a:gd name="connsiteY5" fmla="*/ 2154797 h 2392890"/>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21527 h 2364586"/>
              <a:gd name="connsiteX1" fmla="*/ 0 w 5335078"/>
              <a:gd name="connsiteY1" fmla="*/ 2050430 h 2364586"/>
              <a:gd name="connsiteX2" fmla="*/ 2667039 w 5335078"/>
              <a:gd name="connsiteY2" fmla="*/ 93 h 2364586"/>
              <a:gd name="connsiteX3" fmla="*/ 5335078 w 5335078"/>
              <a:gd name="connsiteY3" fmla="*/ 2137949 h 2364586"/>
              <a:gd name="connsiteX4" fmla="*/ 2659018 w 5335078"/>
              <a:gd name="connsiteY4" fmla="*/ 2121527 h 2364586"/>
              <a:gd name="connsiteX0" fmla="*/ 2659018 w 5335078"/>
              <a:gd name="connsiteY0" fmla="*/ 2126514 h 2369573"/>
              <a:gd name="connsiteX1" fmla="*/ 0 w 5335078"/>
              <a:gd name="connsiteY1" fmla="*/ 2055417 h 2369573"/>
              <a:gd name="connsiteX2" fmla="*/ 2667039 w 5335078"/>
              <a:gd name="connsiteY2" fmla="*/ 5080 h 2369573"/>
              <a:gd name="connsiteX3" fmla="*/ 5335078 w 5335078"/>
              <a:gd name="connsiteY3" fmla="*/ 2142936 h 2369573"/>
              <a:gd name="connsiteX4" fmla="*/ 2659018 w 5335078"/>
              <a:gd name="connsiteY4" fmla="*/ 2126514 h 2369573"/>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1753 h 2364812"/>
              <a:gd name="connsiteX1" fmla="*/ 0 w 5335078"/>
              <a:gd name="connsiteY1" fmla="*/ 2050656 h 2364812"/>
              <a:gd name="connsiteX2" fmla="*/ 2667039 w 5335078"/>
              <a:gd name="connsiteY2" fmla="*/ 319 h 2364812"/>
              <a:gd name="connsiteX3" fmla="*/ 5335078 w 5335078"/>
              <a:gd name="connsiteY3" fmla="*/ 2138175 h 2364812"/>
              <a:gd name="connsiteX4" fmla="*/ 2659018 w 5335078"/>
              <a:gd name="connsiteY4" fmla="*/ 2121753 h 2364812"/>
              <a:gd name="connsiteX0" fmla="*/ 2659018 w 5335078"/>
              <a:gd name="connsiteY0" fmla="*/ 2121721 h 2364780"/>
              <a:gd name="connsiteX1" fmla="*/ 0 w 5335078"/>
              <a:gd name="connsiteY1" fmla="*/ 2050624 h 2364780"/>
              <a:gd name="connsiteX2" fmla="*/ 2667039 w 5335078"/>
              <a:gd name="connsiteY2" fmla="*/ 287 h 2364780"/>
              <a:gd name="connsiteX3" fmla="*/ 5335078 w 5335078"/>
              <a:gd name="connsiteY3" fmla="*/ 2138143 h 2364780"/>
              <a:gd name="connsiteX4" fmla="*/ 2659018 w 5335078"/>
              <a:gd name="connsiteY4" fmla="*/ 2121721 h 2364780"/>
              <a:gd name="connsiteX0" fmla="*/ 2659018 w 5335078"/>
              <a:gd name="connsiteY0" fmla="*/ 2121435 h 2364494"/>
              <a:gd name="connsiteX1" fmla="*/ 0 w 5335078"/>
              <a:gd name="connsiteY1" fmla="*/ 2050338 h 2364494"/>
              <a:gd name="connsiteX2" fmla="*/ 2667039 w 5335078"/>
              <a:gd name="connsiteY2" fmla="*/ 1 h 2364494"/>
              <a:gd name="connsiteX3" fmla="*/ 5335078 w 5335078"/>
              <a:gd name="connsiteY3" fmla="*/ 2137857 h 2364494"/>
              <a:gd name="connsiteX4" fmla="*/ 2659018 w 5335078"/>
              <a:gd name="connsiteY4" fmla="*/ 2121435 h 2364494"/>
              <a:gd name="connsiteX0" fmla="*/ 2659018 w 5335078"/>
              <a:gd name="connsiteY0" fmla="*/ 2127784 h 2370843"/>
              <a:gd name="connsiteX1" fmla="*/ 0 w 5335078"/>
              <a:gd name="connsiteY1" fmla="*/ 2056687 h 2370843"/>
              <a:gd name="connsiteX2" fmla="*/ 2660689 w 5335078"/>
              <a:gd name="connsiteY2" fmla="*/ 0 h 2370843"/>
              <a:gd name="connsiteX3" fmla="*/ 5335078 w 5335078"/>
              <a:gd name="connsiteY3" fmla="*/ 2144206 h 2370843"/>
              <a:gd name="connsiteX4" fmla="*/ 2659018 w 5335078"/>
              <a:gd name="connsiteY4" fmla="*/ 2127784 h 2370843"/>
              <a:gd name="connsiteX0" fmla="*/ 2659018 w 5335078"/>
              <a:gd name="connsiteY0" fmla="*/ 2108534 h 2351593"/>
              <a:gd name="connsiteX1" fmla="*/ 0 w 5335078"/>
              <a:gd name="connsiteY1" fmla="*/ 2037437 h 2351593"/>
              <a:gd name="connsiteX2" fmla="*/ 2660689 w 5335078"/>
              <a:gd name="connsiteY2" fmla="*/ 1 h 2351593"/>
              <a:gd name="connsiteX3" fmla="*/ 5335078 w 5335078"/>
              <a:gd name="connsiteY3" fmla="*/ 2124956 h 2351593"/>
              <a:gd name="connsiteX4" fmla="*/ 2659018 w 5335078"/>
              <a:gd name="connsiteY4" fmla="*/ 2108534 h 2351593"/>
              <a:gd name="connsiteX0" fmla="*/ 2659018 w 5335078"/>
              <a:gd name="connsiteY0" fmla="*/ 2111741 h 2354800"/>
              <a:gd name="connsiteX1" fmla="*/ 0 w 5335078"/>
              <a:gd name="connsiteY1" fmla="*/ 2040644 h 2354800"/>
              <a:gd name="connsiteX2" fmla="*/ 2660689 w 5335078"/>
              <a:gd name="connsiteY2" fmla="*/ 0 h 2354800"/>
              <a:gd name="connsiteX3" fmla="*/ 5335078 w 5335078"/>
              <a:gd name="connsiteY3" fmla="*/ 2128163 h 2354800"/>
              <a:gd name="connsiteX4" fmla="*/ 2659018 w 5335078"/>
              <a:gd name="connsiteY4" fmla="*/ 2111741 h 2354800"/>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5078" h="2354807">
                <a:moveTo>
                  <a:pt x="2659018" y="2111748"/>
                </a:moveTo>
                <a:cubicBezTo>
                  <a:pt x="1643714" y="1699082"/>
                  <a:pt x="419769" y="1884255"/>
                  <a:pt x="0" y="2040651"/>
                </a:cubicBezTo>
                <a:cubicBezTo>
                  <a:pt x="95392" y="1506223"/>
                  <a:pt x="860721" y="-3578"/>
                  <a:pt x="2660689" y="7"/>
                </a:cubicBezTo>
                <a:cubicBezTo>
                  <a:pt x="4460657" y="3592"/>
                  <a:pt x="5211709" y="1510238"/>
                  <a:pt x="5335078" y="2128170"/>
                </a:cubicBezTo>
                <a:cubicBezTo>
                  <a:pt x="4302438" y="2512830"/>
                  <a:pt x="3315656" y="2339170"/>
                  <a:pt x="2659018" y="2111748"/>
                </a:cubicBezTo>
                <a:close/>
              </a:path>
            </a:pathLst>
          </a:custGeom>
        </p:spPr>
        <p:txBody>
          <a:bodyPr/>
          <a:lstStyle>
            <a:lvl1pPr marL="0" indent="0" algn="ctr">
              <a:buFont typeface="Arial" panose="020B0604020202020204" pitchFamily="34" charset="0"/>
              <a:buNone/>
              <a:defRPr/>
            </a:lvl1pPr>
          </a:lstStyle>
          <a:p>
            <a:endParaRPr lang="en-GB"/>
          </a:p>
        </p:txBody>
      </p:sp>
      <p:sp>
        <p:nvSpPr>
          <p:cNvPr id="11" name="Slide Number Placeholder 5">
            <a:extLst>
              <a:ext uri="{FF2B5EF4-FFF2-40B4-BE49-F238E27FC236}">
                <a16:creationId xmlns:a16="http://schemas.microsoft.com/office/drawing/2014/main" id="{16953581-152C-6D9E-013F-624D6BED6D8F}"/>
              </a:ext>
            </a:extLst>
          </p:cNvPr>
          <p:cNvSpPr>
            <a:spLocks noGrp="1"/>
          </p:cNvSpPr>
          <p:nvPr>
            <p:ph type="sldNum" sz="quarter" idx="4"/>
          </p:nvPr>
        </p:nvSpPr>
        <p:spPr>
          <a:xfrm>
            <a:off x="11628645" y="6387881"/>
            <a:ext cx="418837" cy="365125"/>
          </a:xfrm>
          <a:prstGeom prst="rect">
            <a:avLst/>
          </a:prstGeom>
        </p:spPr>
        <p:txBody>
          <a:bodyPr vert="horz" lIns="91440" tIns="45720" rIns="91440" bIns="45720" rtlCol="0" anchor="ctr"/>
          <a:lstStyle>
            <a:lvl1pPr algn="r">
              <a:defRPr sz="1050">
                <a:solidFill>
                  <a:schemeClr val="tx1"/>
                </a:solidFill>
                <a:latin typeface="Arial" panose="020B0604020202020204" pitchFamily="34" charset="0"/>
                <a:cs typeface="Arial" panose="020B0604020202020204" pitchFamily="34" charset="0"/>
              </a:defRPr>
            </a:lvl1pPr>
          </a:lstStyle>
          <a:p>
            <a:fld id="{1E3508AD-6785-9A40-B664-AC186F99CF3B}" type="slidenum">
              <a:rPr lang="en-GB" smtClean="0"/>
              <a:pPr/>
              <a:t>‹#›</a:t>
            </a:fld>
            <a:endParaRPr lang="en-GB"/>
          </a:p>
        </p:txBody>
      </p:sp>
      <p:sp>
        <p:nvSpPr>
          <p:cNvPr id="12" name="Footer Placeholder 11">
            <a:extLst>
              <a:ext uri="{FF2B5EF4-FFF2-40B4-BE49-F238E27FC236}">
                <a16:creationId xmlns:a16="http://schemas.microsoft.com/office/drawing/2014/main" id="{8678D961-DE29-A9D4-7AC1-695606C3CD6A}"/>
              </a:ext>
            </a:extLst>
          </p:cNvPr>
          <p:cNvSpPr>
            <a:spLocks noGrp="1"/>
          </p:cNvSpPr>
          <p:nvPr>
            <p:ph type="ftr" sz="quarter" idx="12"/>
          </p:nvPr>
        </p:nvSpPr>
        <p:spPr/>
        <p:txBody>
          <a:bodyPr/>
          <a:lstStyle/>
          <a:p>
            <a:r>
              <a:rPr lang="en-GB"/>
              <a:t>SDR HUB OVERVIEW</a:t>
            </a:r>
          </a:p>
        </p:txBody>
      </p:sp>
    </p:spTree>
    <p:extLst>
      <p:ext uri="{BB962C8B-B14F-4D97-AF65-F5344CB8AC3E}">
        <p14:creationId xmlns:p14="http://schemas.microsoft.com/office/powerpoint/2010/main" val="6135811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irc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5A039A5-CD3C-96B7-5B42-7CECE48C3501}"/>
              </a:ext>
            </a:extLst>
          </p:cNvPr>
          <p:cNvSpPr/>
          <p:nvPr userDrawn="1"/>
        </p:nvSpPr>
        <p:spPr>
          <a:xfrm>
            <a:off x="6069105" y="0"/>
            <a:ext cx="61228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a:extLst>
              <a:ext uri="{FF2B5EF4-FFF2-40B4-BE49-F238E27FC236}">
                <a16:creationId xmlns:a16="http://schemas.microsoft.com/office/drawing/2014/main" id="{C1E80DB9-8F03-6988-0C82-EEBDF59776B5}"/>
              </a:ext>
            </a:extLst>
          </p:cNvPr>
          <p:cNvSpPr>
            <a:spLocks noGrp="1" noChangeAspect="1"/>
          </p:cNvSpPr>
          <p:nvPr>
            <p:ph type="pic" sz="quarter" idx="10"/>
          </p:nvPr>
        </p:nvSpPr>
        <p:spPr>
          <a:xfrm>
            <a:off x="6924730" y="1393003"/>
            <a:ext cx="4429573" cy="4429573"/>
          </a:xfrm>
          <a:prstGeom prst="ellipse">
            <a:avLst/>
          </a:prstGeom>
        </p:spPr>
        <p:txBody>
          <a:bodyPr/>
          <a:lstStyle/>
          <a:p>
            <a:endParaRPr lang="en-GB"/>
          </a:p>
        </p:txBody>
      </p:sp>
      <p:sp>
        <p:nvSpPr>
          <p:cNvPr id="10" name="Picture Placeholder 9">
            <a:extLst>
              <a:ext uri="{FF2B5EF4-FFF2-40B4-BE49-F238E27FC236}">
                <a16:creationId xmlns:a16="http://schemas.microsoft.com/office/drawing/2014/main" id="{4D521898-D0B7-765A-5899-C6C171981FE8}"/>
              </a:ext>
            </a:extLst>
          </p:cNvPr>
          <p:cNvSpPr>
            <a:spLocks noGrp="1"/>
          </p:cNvSpPr>
          <p:nvPr>
            <p:ph type="pic" sz="quarter" idx="11" hasCustomPrompt="1"/>
          </p:nvPr>
        </p:nvSpPr>
        <p:spPr>
          <a:xfrm>
            <a:off x="7000725" y="1392995"/>
            <a:ext cx="4301755" cy="1898717"/>
          </a:xfrm>
          <a:custGeom>
            <a:avLst/>
            <a:gdLst>
              <a:gd name="connsiteX0" fmla="*/ 0 w 5504933"/>
              <a:gd name="connsiteY0" fmla="*/ 2723253 h 5446506"/>
              <a:gd name="connsiteX1" fmla="*/ 2752467 w 5504933"/>
              <a:gd name="connsiteY1" fmla="*/ 0 h 5446506"/>
              <a:gd name="connsiteX2" fmla="*/ 5504934 w 5504933"/>
              <a:gd name="connsiteY2" fmla="*/ 2723253 h 5446506"/>
              <a:gd name="connsiteX3" fmla="*/ 2752467 w 5504933"/>
              <a:gd name="connsiteY3" fmla="*/ 5446506 h 5446506"/>
              <a:gd name="connsiteX4" fmla="*/ 0 w 5504933"/>
              <a:gd name="connsiteY4" fmla="*/ 2723253 h 5446506"/>
              <a:gd name="connsiteX0" fmla="*/ 1 w 5504935"/>
              <a:gd name="connsiteY0" fmla="*/ 2723253 h 3261472"/>
              <a:gd name="connsiteX1" fmla="*/ 2752468 w 5504935"/>
              <a:gd name="connsiteY1" fmla="*/ 0 h 3261472"/>
              <a:gd name="connsiteX2" fmla="*/ 5504935 w 5504935"/>
              <a:gd name="connsiteY2" fmla="*/ 2723253 h 3261472"/>
              <a:gd name="connsiteX3" fmla="*/ 2744447 w 5504935"/>
              <a:gd name="connsiteY3" fmla="*/ 2101727 h 3261472"/>
              <a:gd name="connsiteX4" fmla="*/ 1 w 5504935"/>
              <a:gd name="connsiteY4" fmla="*/ 2723253 h 3261472"/>
              <a:gd name="connsiteX0" fmla="*/ 1 w 5504935"/>
              <a:gd name="connsiteY0" fmla="*/ 2723253 h 3394950"/>
              <a:gd name="connsiteX1" fmla="*/ 2752468 w 5504935"/>
              <a:gd name="connsiteY1" fmla="*/ 0 h 3394950"/>
              <a:gd name="connsiteX2" fmla="*/ 5504935 w 5504935"/>
              <a:gd name="connsiteY2" fmla="*/ 2723253 h 3394950"/>
              <a:gd name="connsiteX3" fmla="*/ 2744447 w 5504935"/>
              <a:gd name="connsiteY3" fmla="*/ 2101727 h 3394950"/>
              <a:gd name="connsiteX4" fmla="*/ 1 w 5504935"/>
              <a:gd name="connsiteY4" fmla="*/ 2723253 h 3394950"/>
              <a:gd name="connsiteX0" fmla="*/ 1 w 5408683"/>
              <a:gd name="connsiteY0" fmla="*/ 2731595 h 2813873"/>
              <a:gd name="connsiteX1" fmla="*/ 2752468 w 5408683"/>
              <a:gd name="connsiteY1" fmla="*/ 8342 h 2813873"/>
              <a:gd name="connsiteX2" fmla="*/ 5408683 w 5408683"/>
              <a:gd name="connsiteY2" fmla="*/ 2154080 h 2813873"/>
              <a:gd name="connsiteX3" fmla="*/ 2744447 w 5408683"/>
              <a:gd name="connsiteY3" fmla="*/ 2110069 h 2813873"/>
              <a:gd name="connsiteX4" fmla="*/ 1 w 5408683"/>
              <a:gd name="connsiteY4" fmla="*/ 2731595 h 2813873"/>
              <a:gd name="connsiteX0" fmla="*/ 1 w 5408683"/>
              <a:gd name="connsiteY0" fmla="*/ 2731232 h 2813510"/>
              <a:gd name="connsiteX1" fmla="*/ 2752468 w 5408683"/>
              <a:gd name="connsiteY1" fmla="*/ 7979 h 2813510"/>
              <a:gd name="connsiteX2" fmla="*/ 5408683 w 5408683"/>
              <a:gd name="connsiteY2" fmla="*/ 2153717 h 2813510"/>
              <a:gd name="connsiteX3" fmla="*/ 2744447 w 5408683"/>
              <a:gd name="connsiteY3" fmla="*/ 2109706 h 2813510"/>
              <a:gd name="connsiteX4" fmla="*/ 1 w 5408683"/>
              <a:gd name="connsiteY4" fmla="*/ 2731232 h 2813510"/>
              <a:gd name="connsiteX0" fmla="*/ 1275 w 5409957"/>
              <a:gd name="connsiteY0" fmla="*/ 2731232 h 3563776"/>
              <a:gd name="connsiteX1" fmla="*/ 2753742 w 5409957"/>
              <a:gd name="connsiteY1" fmla="*/ 7979 h 3563776"/>
              <a:gd name="connsiteX2" fmla="*/ 5409957 w 5409957"/>
              <a:gd name="connsiteY2" fmla="*/ 2153717 h 3563776"/>
              <a:gd name="connsiteX3" fmla="*/ 2745721 w 5409957"/>
              <a:gd name="connsiteY3" fmla="*/ 2109706 h 3563776"/>
              <a:gd name="connsiteX4" fmla="*/ 1275 w 5409957"/>
              <a:gd name="connsiteY4" fmla="*/ 2731232 h 3563776"/>
              <a:gd name="connsiteX0" fmla="*/ 1275 w 5409957"/>
              <a:gd name="connsiteY0" fmla="*/ 2723569 h 3556113"/>
              <a:gd name="connsiteX1" fmla="*/ 2753742 w 5409957"/>
              <a:gd name="connsiteY1" fmla="*/ 316 h 3556113"/>
              <a:gd name="connsiteX2" fmla="*/ 5409957 w 5409957"/>
              <a:gd name="connsiteY2" fmla="*/ 2146054 h 3556113"/>
              <a:gd name="connsiteX3" fmla="*/ 2745721 w 5409957"/>
              <a:gd name="connsiteY3" fmla="*/ 2102043 h 3556113"/>
              <a:gd name="connsiteX4" fmla="*/ 1275 w 5409957"/>
              <a:gd name="connsiteY4" fmla="*/ 2723569 h 3556113"/>
              <a:gd name="connsiteX0" fmla="*/ 48773 w 5457455"/>
              <a:gd name="connsiteY0" fmla="*/ 2723333 h 2813832"/>
              <a:gd name="connsiteX1" fmla="*/ 2801240 w 5457455"/>
              <a:gd name="connsiteY1" fmla="*/ 80 h 2813832"/>
              <a:gd name="connsiteX2" fmla="*/ 5457455 w 5457455"/>
              <a:gd name="connsiteY2" fmla="*/ 2145818 h 2813832"/>
              <a:gd name="connsiteX3" fmla="*/ 2793219 w 5457455"/>
              <a:gd name="connsiteY3" fmla="*/ 2101807 h 2813832"/>
              <a:gd name="connsiteX4" fmla="*/ 1168627 w 5457455"/>
              <a:gd name="connsiteY4" fmla="*/ 1849597 h 2813832"/>
              <a:gd name="connsiteX5" fmla="*/ 48773 w 5457455"/>
              <a:gd name="connsiteY5" fmla="*/ 2723333 h 2813832"/>
              <a:gd name="connsiteX0" fmla="*/ 58447 w 5467129"/>
              <a:gd name="connsiteY0" fmla="*/ 2737061 h 2827560"/>
              <a:gd name="connsiteX1" fmla="*/ 440364 w 5467129"/>
              <a:gd name="connsiteY1" fmla="*/ 1309872 h 2827560"/>
              <a:gd name="connsiteX2" fmla="*/ 2810914 w 5467129"/>
              <a:gd name="connsiteY2" fmla="*/ 13808 h 2827560"/>
              <a:gd name="connsiteX3" fmla="*/ 5467129 w 5467129"/>
              <a:gd name="connsiteY3" fmla="*/ 2159546 h 2827560"/>
              <a:gd name="connsiteX4" fmla="*/ 2802893 w 5467129"/>
              <a:gd name="connsiteY4" fmla="*/ 2115535 h 2827560"/>
              <a:gd name="connsiteX5" fmla="*/ 1178301 w 5467129"/>
              <a:gd name="connsiteY5" fmla="*/ 1863325 h 2827560"/>
              <a:gd name="connsiteX6" fmla="*/ 58447 w 5467129"/>
              <a:gd name="connsiteY6" fmla="*/ 2737061 h 2827560"/>
              <a:gd name="connsiteX0" fmla="*/ 58447 w 5467129"/>
              <a:gd name="connsiteY0" fmla="*/ 2739880 h 2830379"/>
              <a:gd name="connsiteX1" fmla="*/ 440364 w 5467129"/>
              <a:gd name="connsiteY1" fmla="*/ 1312691 h 2830379"/>
              <a:gd name="connsiteX2" fmla="*/ 2810914 w 5467129"/>
              <a:gd name="connsiteY2" fmla="*/ 16627 h 2830379"/>
              <a:gd name="connsiteX3" fmla="*/ 5467129 w 5467129"/>
              <a:gd name="connsiteY3" fmla="*/ 2162365 h 2830379"/>
              <a:gd name="connsiteX4" fmla="*/ 2802893 w 5467129"/>
              <a:gd name="connsiteY4" fmla="*/ 2118354 h 2830379"/>
              <a:gd name="connsiteX5" fmla="*/ 1178301 w 5467129"/>
              <a:gd name="connsiteY5" fmla="*/ 1866144 h 2830379"/>
              <a:gd name="connsiteX6" fmla="*/ 58447 w 5467129"/>
              <a:gd name="connsiteY6" fmla="*/ 2739880 h 2830379"/>
              <a:gd name="connsiteX0" fmla="*/ 30708 w 5439390"/>
              <a:gd name="connsiteY0" fmla="*/ 2739880 h 2830379"/>
              <a:gd name="connsiteX1" fmla="*/ 412625 w 5439390"/>
              <a:gd name="connsiteY1" fmla="*/ 1312691 h 2830379"/>
              <a:gd name="connsiteX2" fmla="*/ 2783175 w 5439390"/>
              <a:gd name="connsiteY2" fmla="*/ 16627 h 2830379"/>
              <a:gd name="connsiteX3" fmla="*/ 5439390 w 5439390"/>
              <a:gd name="connsiteY3" fmla="*/ 2162365 h 2830379"/>
              <a:gd name="connsiteX4" fmla="*/ 2775154 w 5439390"/>
              <a:gd name="connsiteY4" fmla="*/ 2118354 h 2830379"/>
              <a:gd name="connsiteX5" fmla="*/ 1150562 w 5439390"/>
              <a:gd name="connsiteY5" fmla="*/ 1866144 h 2830379"/>
              <a:gd name="connsiteX6" fmla="*/ 30708 w 5439390"/>
              <a:gd name="connsiteY6" fmla="*/ 2739880 h 2830379"/>
              <a:gd name="connsiteX0" fmla="*/ 12386 w 5421068"/>
              <a:gd name="connsiteY0" fmla="*/ 2739880 h 2830379"/>
              <a:gd name="connsiteX1" fmla="*/ 394303 w 5421068"/>
              <a:gd name="connsiteY1" fmla="*/ 1312691 h 2830379"/>
              <a:gd name="connsiteX2" fmla="*/ 2764853 w 5421068"/>
              <a:gd name="connsiteY2" fmla="*/ 16627 h 2830379"/>
              <a:gd name="connsiteX3" fmla="*/ 5421068 w 5421068"/>
              <a:gd name="connsiteY3" fmla="*/ 2162365 h 2830379"/>
              <a:gd name="connsiteX4" fmla="*/ 2756832 w 5421068"/>
              <a:gd name="connsiteY4" fmla="*/ 2118354 h 2830379"/>
              <a:gd name="connsiteX5" fmla="*/ 1132240 w 5421068"/>
              <a:gd name="connsiteY5" fmla="*/ 1866144 h 2830379"/>
              <a:gd name="connsiteX6" fmla="*/ 12386 w 5421068"/>
              <a:gd name="connsiteY6" fmla="*/ 2739880 h 2830379"/>
              <a:gd name="connsiteX0" fmla="*/ 6354 w 5415036"/>
              <a:gd name="connsiteY0" fmla="*/ 2739880 h 2830379"/>
              <a:gd name="connsiteX1" fmla="*/ 388271 w 5415036"/>
              <a:gd name="connsiteY1" fmla="*/ 1312691 h 2830379"/>
              <a:gd name="connsiteX2" fmla="*/ 2758821 w 5415036"/>
              <a:gd name="connsiteY2" fmla="*/ 16627 h 2830379"/>
              <a:gd name="connsiteX3" fmla="*/ 5415036 w 5415036"/>
              <a:gd name="connsiteY3" fmla="*/ 2162365 h 2830379"/>
              <a:gd name="connsiteX4" fmla="*/ 2750800 w 5415036"/>
              <a:gd name="connsiteY4" fmla="*/ 2118354 h 2830379"/>
              <a:gd name="connsiteX5" fmla="*/ 1126208 w 5415036"/>
              <a:gd name="connsiteY5" fmla="*/ 1866144 h 2830379"/>
              <a:gd name="connsiteX6" fmla="*/ 652965 w 5415036"/>
              <a:gd name="connsiteY6" fmla="*/ 2106776 h 2830379"/>
              <a:gd name="connsiteX7" fmla="*/ 6354 w 5415036"/>
              <a:gd name="connsiteY7" fmla="*/ 2739880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568316 w 5330387"/>
              <a:gd name="connsiteY6" fmla="*/ 2106776 h 2830379"/>
              <a:gd name="connsiteX7" fmla="*/ 9937 w 5330387"/>
              <a:gd name="connsiteY7" fmla="*/ 2098196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9937 w 5330387"/>
              <a:gd name="connsiteY6" fmla="*/ 2098196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31622 w 5320450"/>
              <a:gd name="connsiteY0" fmla="*/ 1866144 h 2830379"/>
              <a:gd name="connsiteX1" fmla="*/ 0 w 5320450"/>
              <a:gd name="connsiteY1" fmla="*/ 2098196 h 2830379"/>
              <a:gd name="connsiteX2" fmla="*/ 293685 w 5320450"/>
              <a:gd name="connsiteY2" fmla="*/ 1312691 h 2830379"/>
              <a:gd name="connsiteX3" fmla="*/ 2664235 w 5320450"/>
              <a:gd name="connsiteY3" fmla="*/ 16627 h 2830379"/>
              <a:gd name="connsiteX4" fmla="*/ 5320450 w 5320450"/>
              <a:gd name="connsiteY4" fmla="*/ 2162365 h 2830379"/>
              <a:gd name="connsiteX5" fmla="*/ 2656214 w 5320450"/>
              <a:gd name="connsiteY5" fmla="*/ 2118354 h 2830379"/>
              <a:gd name="connsiteX6" fmla="*/ 1123062 w 5320450"/>
              <a:gd name="connsiteY6" fmla="*/ 1957584 h 2830379"/>
              <a:gd name="connsiteX0" fmla="*/ 1052642 w 5341470"/>
              <a:gd name="connsiteY0" fmla="*/ 1866144 h 2830379"/>
              <a:gd name="connsiteX1" fmla="*/ 0 w 5341470"/>
              <a:gd name="connsiteY1" fmla="*/ 2050900 h 2830379"/>
              <a:gd name="connsiteX2" fmla="*/ 314705 w 5341470"/>
              <a:gd name="connsiteY2" fmla="*/ 1312691 h 2830379"/>
              <a:gd name="connsiteX3" fmla="*/ 2685255 w 5341470"/>
              <a:gd name="connsiteY3" fmla="*/ 16627 h 2830379"/>
              <a:gd name="connsiteX4" fmla="*/ 5341470 w 5341470"/>
              <a:gd name="connsiteY4" fmla="*/ 2162365 h 2830379"/>
              <a:gd name="connsiteX5" fmla="*/ 2677234 w 5341470"/>
              <a:gd name="connsiteY5" fmla="*/ 2118354 h 2830379"/>
              <a:gd name="connsiteX6" fmla="*/ 1144082 w 5341470"/>
              <a:gd name="connsiteY6" fmla="*/ 1957584 h 2830379"/>
              <a:gd name="connsiteX0" fmla="*/ 1052642 w 5341470"/>
              <a:gd name="connsiteY0" fmla="*/ 1895407 h 2859642"/>
              <a:gd name="connsiteX1" fmla="*/ 0 w 5341470"/>
              <a:gd name="connsiteY1" fmla="*/ 2080163 h 2859642"/>
              <a:gd name="connsiteX2" fmla="*/ 584289 w 5341470"/>
              <a:gd name="connsiteY2" fmla="*/ 981294 h 2859642"/>
              <a:gd name="connsiteX3" fmla="*/ 2685255 w 5341470"/>
              <a:gd name="connsiteY3" fmla="*/ 45890 h 2859642"/>
              <a:gd name="connsiteX4" fmla="*/ 5341470 w 5341470"/>
              <a:gd name="connsiteY4" fmla="*/ 2191628 h 2859642"/>
              <a:gd name="connsiteX5" fmla="*/ 2677234 w 5341470"/>
              <a:gd name="connsiteY5" fmla="*/ 2147617 h 2859642"/>
              <a:gd name="connsiteX6" fmla="*/ 1144082 w 5341470"/>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84910 h 2849145"/>
              <a:gd name="connsiteX1" fmla="*/ 0 w 5323254"/>
              <a:gd name="connsiteY1" fmla="*/ 2066023 h 2849145"/>
              <a:gd name="connsiteX2" fmla="*/ 566073 w 5323254"/>
              <a:gd name="connsiteY2" fmla="*/ 970797 h 2849145"/>
              <a:gd name="connsiteX3" fmla="*/ 2667039 w 5323254"/>
              <a:gd name="connsiteY3" fmla="*/ 35393 h 2849145"/>
              <a:gd name="connsiteX4" fmla="*/ 5323254 w 5323254"/>
              <a:gd name="connsiteY4" fmla="*/ 2181131 h 2849145"/>
              <a:gd name="connsiteX5" fmla="*/ 2659018 w 5323254"/>
              <a:gd name="connsiteY5" fmla="*/ 2137120 h 2849145"/>
              <a:gd name="connsiteX6" fmla="*/ 1125866 w 5323254"/>
              <a:gd name="connsiteY6" fmla="*/ 1976350 h 2849145"/>
              <a:gd name="connsiteX0" fmla="*/ 1034426 w 5323254"/>
              <a:gd name="connsiteY0" fmla="*/ 1850327 h 2814562"/>
              <a:gd name="connsiteX1" fmla="*/ 0 w 5323254"/>
              <a:gd name="connsiteY1" fmla="*/ 2031440 h 2814562"/>
              <a:gd name="connsiteX2" fmla="*/ 566073 w 5323254"/>
              <a:gd name="connsiteY2" fmla="*/ 936214 h 2814562"/>
              <a:gd name="connsiteX3" fmla="*/ 2667039 w 5323254"/>
              <a:gd name="connsiteY3" fmla="*/ 810 h 2814562"/>
              <a:gd name="connsiteX4" fmla="*/ 5323254 w 5323254"/>
              <a:gd name="connsiteY4" fmla="*/ 2146548 h 2814562"/>
              <a:gd name="connsiteX5" fmla="*/ 2659018 w 5323254"/>
              <a:gd name="connsiteY5" fmla="*/ 2102537 h 2814562"/>
              <a:gd name="connsiteX6" fmla="*/ 1125866 w 5323254"/>
              <a:gd name="connsiteY6" fmla="*/ 1941767 h 2814562"/>
              <a:gd name="connsiteX0" fmla="*/ 1034426 w 5323254"/>
              <a:gd name="connsiteY0" fmla="*/ 1870005 h 2834240"/>
              <a:gd name="connsiteX1" fmla="*/ 0 w 5323254"/>
              <a:gd name="connsiteY1" fmla="*/ 2051118 h 2834240"/>
              <a:gd name="connsiteX2" fmla="*/ 566073 w 5323254"/>
              <a:gd name="connsiteY2" fmla="*/ 955892 h 2834240"/>
              <a:gd name="connsiteX3" fmla="*/ 2667039 w 5323254"/>
              <a:gd name="connsiteY3" fmla="*/ 781 h 2834240"/>
              <a:gd name="connsiteX4" fmla="*/ 5323254 w 5323254"/>
              <a:gd name="connsiteY4" fmla="*/ 2166226 h 2834240"/>
              <a:gd name="connsiteX5" fmla="*/ 2659018 w 5323254"/>
              <a:gd name="connsiteY5" fmla="*/ 2122215 h 2834240"/>
              <a:gd name="connsiteX6" fmla="*/ 1125866 w 5323254"/>
              <a:gd name="connsiteY6" fmla="*/ 1961445 h 2834240"/>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378075"/>
              <a:gd name="connsiteX1" fmla="*/ 0 w 5323254"/>
              <a:gd name="connsiteY1" fmla="*/ 2050391 h 2378075"/>
              <a:gd name="connsiteX2" fmla="*/ 566073 w 5323254"/>
              <a:gd name="connsiteY2" fmla="*/ 955165 h 2378075"/>
              <a:gd name="connsiteX3" fmla="*/ 2667039 w 5323254"/>
              <a:gd name="connsiteY3" fmla="*/ 54 h 2378075"/>
              <a:gd name="connsiteX4" fmla="*/ 5323254 w 5323254"/>
              <a:gd name="connsiteY4" fmla="*/ 2165499 h 2378075"/>
              <a:gd name="connsiteX5" fmla="*/ 2659018 w 5323254"/>
              <a:gd name="connsiteY5" fmla="*/ 2121488 h 2378075"/>
              <a:gd name="connsiteX6" fmla="*/ 1125866 w 5323254"/>
              <a:gd name="connsiteY6" fmla="*/ 1960718 h 2378075"/>
              <a:gd name="connsiteX0" fmla="*/ 1034426 w 5335078"/>
              <a:gd name="connsiteY0" fmla="*/ 1902587 h 2386535"/>
              <a:gd name="connsiteX1" fmla="*/ 0 w 5335078"/>
              <a:gd name="connsiteY1" fmla="*/ 2083700 h 2386535"/>
              <a:gd name="connsiteX2" fmla="*/ 566073 w 5335078"/>
              <a:gd name="connsiteY2" fmla="*/ 988474 h 2386535"/>
              <a:gd name="connsiteX3" fmla="*/ 2667039 w 5335078"/>
              <a:gd name="connsiteY3" fmla="*/ 33363 h 2386535"/>
              <a:gd name="connsiteX4" fmla="*/ 5335078 w 5335078"/>
              <a:gd name="connsiteY4" fmla="*/ 2171219 h 2386535"/>
              <a:gd name="connsiteX5" fmla="*/ 2659018 w 5335078"/>
              <a:gd name="connsiteY5" fmla="*/ 2154797 h 2386535"/>
              <a:gd name="connsiteX6" fmla="*/ 1125866 w 5335078"/>
              <a:gd name="connsiteY6" fmla="*/ 1994027 h 2386535"/>
              <a:gd name="connsiteX0" fmla="*/ 1034426 w 5335078"/>
              <a:gd name="connsiteY0" fmla="*/ 1902587 h 2430925"/>
              <a:gd name="connsiteX1" fmla="*/ 0 w 5335078"/>
              <a:gd name="connsiteY1" fmla="*/ 2083700 h 2430925"/>
              <a:gd name="connsiteX2" fmla="*/ 566073 w 5335078"/>
              <a:gd name="connsiteY2" fmla="*/ 988474 h 2430925"/>
              <a:gd name="connsiteX3" fmla="*/ 2667039 w 5335078"/>
              <a:gd name="connsiteY3" fmla="*/ 33363 h 2430925"/>
              <a:gd name="connsiteX4" fmla="*/ 5335078 w 5335078"/>
              <a:gd name="connsiteY4" fmla="*/ 2171219 h 2430925"/>
              <a:gd name="connsiteX5" fmla="*/ 2659018 w 5335078"/>
              <a:gd name="connsiteY5" fmla="*/ 2154797 h 2430925"/>
              <a:gd name="connsiteX6" fmla="*/ 1125866 w 5335078"/>
              <a:gd name="connsiteY6" fmla="*/ 1994027 h 2430925"/>
              <a:gd name="connsiteX0" fmla="*/ 1034426 w 5335078"/>
              <a:gd name="connsiteY0" fmla="*/ 1902587 h 2424228"/>
              <a:gd name="connsiteX1" fmla="*/ 0 w 5335078"/>
              <a:gd name="connsiteY1" fmla="*/ 2083700 h 2424228"/>
              <a:gd name="connsiteX2" fmla="*/ 566073 w 5335078"/>
              <a:gd name="connsiteY2" fmla="*/ 988474 h 2424228"/>
              <a:gd name="connsiteX3" fmla="*/ 2667039 w 5335078"/>
              <a:gd name="connsiteY3" fmla="*/ 33363 h 2424228"/>
              <a:gd name="connsiteX4" fmla="*/ 5335078 w 5335078"/>
              <a:gd name="connsiteY4" fmla="*/ 2171219 h 2424228"/>
              <a:gd name="connsiteX5" fmla="*/ 2659018 w 5335078"/>
              <a:gd name="connsiteY5" fmla="*/ 2154797 h 2424228"/>
              <a:gd name="connsiteX6" fmla="*/ 1125866 w 5335078"/>
              <a:gd name="connsiteY6" fmla="*/ 1994027 h 2424228"/>
              <a:gd name="connsiteX0" fmla="*/ 1034426 w 5335078"/>
              <a:gd name="connsiteY0" fmla="*/ 1902587 h 2391766"/>
              <a:gd name="connsiteX1" fmla="*/ 0 w 5335078"/>
              <a:gd name="connsiteY1" fmla="*/ 2083700 h 2391766"/>
              <a:gd name="connsiteX2" fmla="*/ 566073 w 5335078"/>
              <a:gd name="connsiteY2" fmla="*/ 988474 h 2391766"/>
              <a:gd name="connsiteX3" fmla="*/ 2667039 w 5335078"/>
              <a:gd name="connsiteY3" fmla="*/ 33363 h 2391766"/>
              <a:gd name="connsiteX4" fmla="*/ 5335078 w 5335078"/>
              <a:gd name="connsiteY4" fmla="*/ 2171219 h 2391766"/>
              <a:gd name="connsiteX5" fmla="*/ 2659018 w 5335078"/>
              <a:gd name="connsiteY5" fmla="*/ 2154797 h 2391766"/>
              <a:gd name="connsiteX6" fmla="*/ 1125866 w 5335078"/>
              <a:gd name="connsiteY6" fmla="*/ 1994027 h 2391766"/>
              <a:gd name="connsiteX0" fmla="*/ 1034426 w 5335078"/>
              <a:gd name="connsiteY0" fmla="*/ 1902587 h 2378193"/>
              <a:gd name="connsiteX1" fmla="*/ 0 w 5335078"/>
              <a:gd name="connsiteY1" fmla="*/ 2083700 h 2378193"/>
              <a:gd name="connsiteX2" fmla="*/ 566073 w 5335078"/>
              <a:gd name="connsiteY2" fmla="*/ 988474 h 2378193"/>
              <a:gd name="connsiteX3" fmla="*/ 2667039 w 5335078"/>
              <a:gd name="connsiteY3" fmla="*/ 33363 h 2378193"/>
              <a:gd name="connsiteX4" fmla="*/ 5335078 w 5335078"/>
              <a:gd name="connsiteY4" fmla="*/ 2171219 h 2378193"/>
              <a:gd name="connsiteX5" fmla="*/ 2659018 w 5335078"/>
              <a:gd name="connsiteY5" fmla="*/ 2154797 h 2378193"/>
              <a:gd name="connsiteX6" fmla="*/ 1125866 w 5335078"/>
              <a:gd name="connsiteY6" fmla="*/ 1994027 h 2378193"/>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7" fmla="*/ 1034426 w 5335078"/>
              <a:gd name="connsiteY7" fmla="*/ 1902587 h 2377034"/>
              <a:gd name="connsiteX0" fmla="*/ 1125866 w 5335078"/>
              <a:gd name="connsiteY0" fmla="*/ 199402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92890"/>
              <a:gd name="connsiteX1" fmla="*/ 0 w 5335078"/>
              <a:gd name="connsiteY1" fmla="*/ 2083700 h 2392890"/>
              <a:gd name="connsiteX2" fmla="*/ 566073 w 5335078"/>
              <a:gd name="connsiteY2" fmla="*/ 988474 h 2392890"/>
              <a:gd name="connsiteX3" fmla="*/ 2667039 w 5335078"/>
              <a:gd name="connsiteY3" fmla="*/ 33363 h 2392890"/>
              <a:gd name="connsiteX4" fmla="*/ 5335078 w 5335078"/>
              <a:gd name="connsiteY4" fmla="*/ 2171219 h 2392890"/>
              <a:gd name="connsiteX5" fmla="*/ 2659018 w 5335078"/>
              <a:gd name="connsiteY5" fmla="*/ 2154797 h 2392890"/>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21527 h 2364586"/>
              <a:gd name="connsiteX1" fmla="*/ 0 w 5335078"/>
              <a:gd name="connsiteY1" fmla="*/ 2050430 h 2364586"/>
              <a:gd name="connsiteX2" fmla="*/ 2667039 w 5335078"/>
              <a:gd name="connsiteY2" fmla="*/ 93 h 2364586"/>
              <a:gd name="connsiteX3" fmla="*/ 5335078 w 5335078"/>
              <a:gd name="connsiteY3" fmla="*/ 2137949 h 2364586"/>
              <a:gd name="connsiteX4" fmla="*/ 2659018 w 5335078"/>
              <a:gd name="connsiteY4" fmla="*/ 2121527 h 2364586"/>
              <a:gd name="connsiteX0" fmla="*/ 2659018 w 5335078"/>
              <a:gd name="connsiteY0" fmla="*/ 2126514 h 2369573"/>
              <a:gd name="connsiteX1" fmla="*/ 0 w 5335078"/>
              <a:gd name="connsiteY1" fmla="*/ 2055417 h 2369573"/>
              <a:gd name="connsiteX2" fmla="*/ 2667039 w 5335078"/>
              <a:gd name="connsiteY2" fmla="*/ 5080 h 2369573"/>
              <a:gd name="connsiteX3" fmla="*/ 5335078 w 5335078"/>
              <a:gd name="connsiteY3" fmla="*/ 2142936 h 2369573"/>
              <a:gd name="connsiteX4" fmla="*/ 2659018 w 5335078"/>
              <a:gd name="connsiteY4" fmla="*/ 2126514 h 2369573"/>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1753 h 2364812"/>
              <a:gd name="connsiteX1" fmla="*/ 0 w 5335078"/>
              <a:gd name="connsiteY1" fmla="*/ 2050656 h 2364812"/>
              <a:gd name="connsiteX2" fmla="*/ 2667039 w 5335078"/>
              <a:gd name="connsiteY2" fmla="*/ 319 h 2364812"/>
              <a:gd name="connsiteX3" fmla="*/ 5335078 w 5335078"/>
              <a:gd name="connsiteY3" fmla="*/ 2138175 h 2364812"/>
              <a:gd name="connsiteX4" fmla="*/ 2659018 w 5335078"/>
              <a:gd name="connsiteY4" fmla="*/ 2121753 h 2364812"/>
              <a:gd name="connsiteX0" fmla="*/ 2659018 w 5335078"/>
              <a:gd name="connsiteY0" fmla="*/ 2121721 h 2364780"/>
              <a:gd name="connsiteX1" fmla="*/ 0 w 5335078"/>
              <a:gd name="connsiteY1" fmla="*/ 2050624 h 2364780"/>
              <a:gd name="connsiteX2" fmla="*/ 2667039 w 5335078"/>
              <a:gd name="connsiteY2" fmla="*/ 287 h 2364780"/>
              <a:gd name="connsiteX3" fmla="*/ 5335078 w 5335078"/>
              <a:gd name="connsiteY3" fmla="*/ 2138143 h 2364780"/>
              <a:gd name="connsiteX4" fmla="*/ 2659018 w 5335078"/>
              <a:gd name="connsiteY4" fmla="*/ 2121721 h 2364780"/>
              <a:gd name="connsiteX0" fmla="*/ 2659018 w 5335078"/>
              <a:gd name="connsiteY0" fmla="*/ 2121435 h 2364494"/>
              <a:gd name="connsiteX1" fmla="*/ 0 w 5335078"/>
              <a:gd name="connsiteY1" fmla="*/ 2050338 h 2364494"/>
              <a:gd name="connsiteX2" fmla="*/ 2667039 w 5335078"/>
              <a:gd name="connsiteY2" fmla="*/ 1 h 2364494"/>
              <a:gd name="connsiteX3" fmla="*/ 5335078 w 5335078"/>
              <a:gd name="connsiteY3" fmla="*/ 2137857 h 2364494"/>
              <a:gd name="connsiteX4" fmla="*/ 2659018 w 5335078"/>
              <a:gd name="connsiteY4" fmla="*/ 2121435 h 2364494"/>
              <a:gd name="connsiteX0" fmla="*/ 2659018 w 5335078"/>
              <a:gd name="connsiteY0" fmla="*/ 2127784 h 2370843"/>
              <a:gd name="connsiteX1" fmla="*/ 0 w 5335078"/>
              <a:gd name="connsiteY1" fmla="*/ 2056687 h 2370843"/>
              <a:gd name="connsiteX2" fmla="*/ 2660689 w 5335078"/>
              <a:gd name="connsiteY2" fmla="*/ 0 h 2370843"/>
              <a:gd name="connsiteX3" fmla="*/ 5335078 w 5335078"/>
              <a:gd name="connsiteY3" fmla="*/ 2144206 h 2370843"/>
              <a:gd name="connsiteX4" fmla="*/ 2659018 w 5335078"/>
              <a:gd name="connsiteY4" fmla="*/ 2127784 h 2370843"/>
              <a:gd name="connsiteX0" fmla="*/ 2659018 w 5335078"/>
              <a:gd name="connsiteY0" fmla="*/ 2108534 h 2351593"/>
              <a:gd name="connsiteX1" fmla="*/ 0 w 5335078"/>
              <a:gd name="connsiteY1" fmla="*/ 2037437 h 2351593"/>
              <a:gd name="connsiteX2" fmla="*/ 2660689 w 5335078"/>
              <a:gd name="connsiteY2" fmla="*/ 1 h 2351593"/>
              <a:gd name="connsiteX3" fmla="*/ 5335078 w 5335078"/>
              <a:gd name="connsiteY3" fmla="*/ 2124956 h 2351593"/>
              <a:gd name="connsiteX4" fmla="*/ 2659018 w 5335078"/>
              <a:gd name="connsiteY4" fmla="*/ 2108534 h 2351593"/>
              <a:gd name="connsiteX0" fmla="*/ 2659018 w 5335078"/>
              <a:gd name="connsiteY0" fmla="*/ 2111741 h 2354800"/>
              <a:gd name="connsiteX1" fmla="*/ 0 w 5335078"/>
              <a:gd name="connsiteY1" fmla="*/ 2040644 h 2354800"/>
              <a:gd name="connsiteX2" fmla="*/ 2660689 w 5335078"/>
              <a:gd name="connsiteY2" fmla="*/ 0 h 2354800"/>
              <a:gd name="connsiteX3" fmla="*/ 5335078 w 5335078"/>
              <a:gd name="connsiteY3" fmla="*/ 2128163 h 2354800"/>
              <a:gd name="connsiteX4" fmla="*/ 2659018 w 5335078"/>
              <a:gd name="connsiteY4" fmla="*/ 2111741 h 2354800"/>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5078" h="2354807">
                <a:moveTo>
                  <a:pt x="2659018" y="2111748"/>
                </a:moveTo>
                <a:cubicBezTo>
                  <a:pt x="1643714" y="1699082"/>
                  <a:pt x="419769" y="1884255"/>
                  <a:pt x="0" y="2040651"/>
                </a:cubicBezTo>
                <a:cubicBezTo>
                  <a:pt x="95392" y="1506223"/>
                  <a:pt x="860721" y="-3578"/>
                  <a:pt x="2660689" y="7"/>
                </a:cubicBezTo>
                <a:cubicBezTo>
                  <a:pt x="4460657" y="3592"/>
                  <a:pt x="5211709" y="1510238"/>
                  <a:pt x="5335078" y="2128170"/>
                </a:cubicBezTo>
                <a:cubicBezTo>
                  <a:pt x="4302438" y="2512830"/>
                  <a:pt x="3315656" y="2339170"/>
                  <a:pt x="2659018" y="2111748"/>
                </a:cubicBezTo>
                <a:close/>
              </a:path>
            </a:pathLst>
          </a:custGeom>
        </p:spPr>
        <p:txBody>
          <a:bodyPr>
            <a:normAutofit/>
          </a:bodyPr>
          <a:lstStyle>
            <a:lvl1pPr marL="0" indent="0" algn="ctr">
              <a:buNone/>
              <a:defRPr sz="1400"/>
            </a:lvl1pPr>
          </a:lstStyle>
          <a:p>
            <a:r>
              <a:rPr lang="en-GB"/>
              <a:t>Add image or colour</a:t>
            </a:r>
          </a:p>
        </p:txBody>
      </p:sp>
      <p:pic>
        <p:nvPicPr>
          <p:cNvPr id="8" name="Graphic 7">
            <a:extLst>
              <a:ext uri="{FF2B5EF4-FFF2-40B4-BE49-F238E27FC236}">
                <a16:creationId xmlns:a16="http://schemas.microsoft.com/office/drawing/2014/main" id="{5ECB0A80-1B0E-170D-E80A-84919FB912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Slide Number Placeholder 5">
            <a:extLst>
              <a:ext uri="{FF2B5EF4-FFF2-40B4-BE49-F238E27FC236}">
                <a16:creationId xmlns:a16="http://schemas.microsoft.com/office/drawing/2014/main" id="{3A3D167C-9875-FA01-F0EE-48A389E823EA}"/>
              </a:ext>
            </a:extLst>
          </p:cNvPr>
          <p:cNvSpPr>
            <a:spLocks noGrp="1"/>
          </p:cNvSpPr>
          <p:nvPr>
            <p:ph type="sldNum" sz="quarter" idx="12"/>
          </p:nvPr>
        </p:nvSpPr>
        <p:spPr>
          <a:xfrm>
            <a:off x="11628645" y="6387881"/>
            <a:ext cx="418837" cy="365125"/>
          </a:xfrm>
        </p:spPr>
        <p:txBody>
          <a:bodyPr/>
          <a:lstStyle>
            <a:lvl1pPr>
              <a:defRPr sz="1050">
                <a:solidFill>
                  <a:schemeClr val="accent1"/>
                </a:solidFill>
              </a:defRPr>
            </a:lvl1pPr>
          </a:lstStyle>
          <a:p>
            <a:fld id="{1E3508AD-6785-9A40-B664-AC186F99CF3B}" type="slidenum">
              <a:rPr lang="en-GB" smtClean="0"/>
              <a:pPr/>
              <a:t>‹#›</a:t>
            </a:fld>
            <a:endParaRPr lang="en-GB"/>
          </a:p>
        </p:txBody>
      </p:sp>
      <p:sp>
        <p:nvSpPr>
          <p:cNvPr id="11" name="Title 1">
            <a:extLst>
              <a:ext uri="{FF2B5EF4-FFF2-40B4-BE49-F238E27FC236}">
                <a16:creationId xmlns:a16="http://schemas.microsoft.com/office/drawing/2014/main" id="{E4736FBD-C735-A3EB-79E8-81370B63D159}"/>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solidFill>
                  <a:schemeClr val="bg1"/>
                </a:solidFill>
              </a:defRPr>
            </a:lvl1pPr>
          </a:lstStyle>
          <a:p>
            <a:r>
              <a:rPr lang="en-GB"/>
              <a:t>Click to edit Master title style</a:t>
            </a:r>
          </a:p>
        </p:txBody>
      </p:sp>
      <p:sp>
        <p:nvSpPr>
          <p:cNvPr id="12" name="Text Placeholder 10">
            <a:extLst>
              <a:ext uri="{FF2B5EF4-FFF2-40B4-BE49-F238E27FC236}">
                <a16:creationId xmlns:a16="http://schemas.microsoft.com/office/drawing/2014/main" id="{0213EADD-CAB9-DEAA-F13C-E0B9559E8FA6}"/>
              </a:ext>
            </a:extLst>
          </p:cNvPr>
          <p:cNvSpPr>
            <a:spLocks noGrp="1"/>
          </p:cNvSpPr>
          <p:nvPr>
            <p:ph type="body" sz="quarter" idx="15" hasCustomPrompt="1"/>
          </p:nvPr>
        </p:nvSpPr>
        <p:spPr>
          <a:xfrm>
            <a:off x="841094" y="4450181"/>
            <a:ext cx="3888973" cy="1937700"/>
          </a:xfrm>
        </p:spPr>
        <p:txBody>
          <a:bodyPr anchor="b">
            <a:normAutofit/>
          </a:bodyPr>
          <a:lstStyle>
            <a:lvl1pPr marL="0" indent="0">
              <a:lnSpc>
                <a:spcPct val="110000"/>
              </a:lnSpc>
              <a:buFont typeface="Arial" panose="020B0604020202020204" pitchFamily="34" charset="0"/>
              <a:buNone/>
              <a:defRPr sz="1200">
                <a:solidFill>
                  <a:schemeClr val="tx1"/>
                </a:solidFill>
              </a:defRPr>
            </a:lvl1pPr>
          </a:lstStyle>
          <a:p>
            <a:pPr lvl="0"/>
            <a:r>
              <a:rPr lang="en-GB"/>
              <a:t>Add more text</a:t>
            </a:r>
          </a:p>
        </p:txBody>
      </p:sp>
      <p:sp>
        <p:nvSpPr>
          <p:cNvPr id="13" name="Text Placeholder 15">
            <a:extLst>
              <a:ext uri="{FF2B5EF4-FFF2-40B4-BE49-F238E27FC236}">
                <a16:creationId xmlns:a16="http://schemas.microsoft.com/office/drawing/2014/main" id="{518052ED-4900-6F39-B939-C2128A1BC8BC}"/>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4" name="Footer Placeholder 13">
            <a:extLst>
              <a:ext uri="{FF2B5EF4-FFF2-40B4-BE49-F238E27FC236}">
                <a16:creationId xmlns:a16="http://schemas.microsoft.com/office/drawing/2014/main" id="{6E5241F3-02DA-7DC4-A3FE-66BFE75A925A}"/>
              </a:ext>
            </a:extLst>
          </p:cNvPr>
          <p:cNvSpPr>
            <a:spLocks noGrp="1"/>
          </p:cNvSpPr>
          <p:nvPr>
            <p:ph type="ftr" sz="quarter" idx="18"/>
          </p:nvPr>
        </p:nvSpPr>
        <p:spPr/>
        <p:txBody>
          <a:bodyPr/>
          <a:lstStyle>
            <a:lvl1pPr>
              <a:defRPr>
                <a:solidFill>
                  <a:schemeClr val="bg2">
                    <a:lumMod val="75000"/>
                  </a:schemeClr>
                </a:solidFill>
              </a:defRPr>
            </a:lvl1pPr>
          </a:lstStyle>
          <a:p>
            <a:r>
              <a:rPr lang="en-GB"/>
              <a:t>SDR HUB OVERVIEW</a:t>
            </a:r>
          </a:p>
        </p:txBody>
      </p:sp>
      <p:sp>
        <p:nvSpPr>
          <p:cNvPr id="3" name="Text Placeholder 2">
            <a:extLst>
              <a:ext uri="{FF2B5EF4-FFF2-40B4-BE49-F238E27FC236}">
                <a16:creationId xmlns:a16="http://schemas.microsoft.com/office/drawing/2014/main" id="{59F55D7E-B700-5553-B21F-746436B41ADA}"/>
              </a:ext>
            </a:extLst>
          </p:cNvPr>
          <p:cNvSpPr>
            <a:spLocks noGrp="1"/>
          </p:cNvSpPr>
          <p:nvPr>
            <p:ph type="body" sz="quarter" idx="19" hasCustomPrompt="1"/>
          </p:nvPr>
        </p:nvSpPr>
        <p:spPr>
          <a:xfrm>
            <a:off x="7750629" y="2002420"/>
            <a:ext cx="2805403" cy="834085"/>
          </a:xfrm>
        </p:spPr>
        <p:txBody>
          <a:bodyPr>
            <a:normAutofit/>
          </a:bodyPr>
          <a:lstStyle>
            <a:lvl1pPr marL="0" indent="0" algn="ctr">
              <a:buFont typeface="Arial" panose="020B0604020202020204" pitchFamily="34" charset="0"/>
              <a:buNone/>
              <a:defRPr sz="1400" i="1">
                <a:solidFill>
                  <a:schemeClr val="tx1"/>
                </a:solidFill>
              </a:defRPr>
            </a:lvl1pPr>
          </a:lstStyle>
          <a:p>
            <a:pPr lvl="0"/>
            <a:r>
              <a:rPr lang="en-GB"/>
              <a:t>Add text</a:t>
            </a:r>
          </a:p>
        </p:txBody>
      </p:sp>
    </p:spTree>
    <p:extLst>
      <p:ext uri="{BB962C8B-B14F-4D97-AF65-F5344CB8AC3E}">
        <p14:creationId xmlns:p14="http://schemas.microsoft.com/office/powerpoint/2010/main" val="27885313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Circ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5A039A5-CD3C-96B7-5B42-7CECE48C3501}"/>
              </a:ext>
            </a:extLst>
          </p:cNvPr>
          <p:cNvSpPr/>
          <p:nvPr userDrawn="1"/>
        </p:nvSpPr>
        <p:spPr>
          <a:xfrm>
            <a:off x="6069105" y="0"/>
            <a:ext cx="61228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a:extLst>
              <a:ext uri="{FF2B5EF4-FFF2-40B4-BE49-F238E27FC236}">
                <a16:creationId xmlns:a16="http://schemas.microsoft.com/office/drawing/2014/main" id="{C1E80DB9-8F03-6988-0C82-EEBDF59776B5}"/>
              </a:ext>
            </a:extLst>
          </p:cNvPr>
          <p:cNvSpPr>
            <a:spLocks noGrp="1" noChangeAspect="1"/>
          </p:cNvSpPr>
          <p:nvPr>
            <p:ph type="pic" sz="quarter" idx="10"/>
          </p:nvPr>
        </p:nvSpPr>
        <p:spPr>
          <a:xfrm>
            <a:off x="6924730" y="1393003"/>
            <a:ext cx="4429573" cy="4429573"/>
          </a:xfrm>
          <a:prstGeom prst="ellipse">
            <a:avLst/>
          </a:prstGeom>
        </p:spPr>
        <p:txBody>
          <a:bodyPr/>
          <a:lstStyle/>
          <a:p>
            <a:endParaRPr lang="en-GB"/>
          </a:p>
        </p:txBody>
      </p:sp>
      <p:sp>
        <p:nvSpPr>
          <p:cNvPr id="10" name="Picture Placeholder 9">
            <a:extLst>
              <a:ext uri="{FF2B5EF4-FFF2-40B4-BE49-F238E27FC236}">
                <a16:creationId xmlns:a16="http://schemas.microsoft.com/office/drawing/2014/main" id="{4D521898-D0B7-765A-5899-C6C171981FE8}"/>
              </a:ext>
            </a:extLst>
          </p:cNvPr>
          <p:cNvSpPr>
            <a:spLocks noGrp="1"/>
          </p:cNvSpPr>
          <p:nvPr>
            <p:ph type="pic" sz="quarter" idx="11" hasCustomPrompt="1"/>
          </p:nvPr>
        </p:nvSpPr>
        <p:spPr>
          <a:xfrm>
            <a:off x="7000725" y="1392995"/>
            <a:ext cx="4301755" cy="1898717"/>
          </a:xfrm>
          <a:custGeom>
            <a:avLst/>
            <a:gdLst>
              <a:gd name="connsiteX0" fmla="*/ 0 w 5504933"/>
              <a:gd name="connsiteY0" fmla="*/ 2723253 h 5446506"/>
              <a:gd name="connsiteX1" fmla="*/ 2752467 w 5504933"/>
              <a:gd name="connsiteY1" fmla="*/ 0 h 5446506"/>
              <a:gd name="connsiteX2" fmla="*/ 5504934 w 5504933"/>
              <a:gd name="connsiteY2" fmla="*/ 2723253 h 5446506"/>
              <a:gd name="connsiteX3" fmla="*/ 2752467 w 5504933"/>
              <a:gd name="connsiteY3" fmla="*/ 5446506 h 5446506"/>
              <a:gd name="connsiteX4" fmla="*/ 0 w 5504933"/>
              <a:gd name="connsiteY4" fmla="*/ 2723253 h 5446506"/>
              <a:gd name="connsiteX0" fmla="*/ 1 w 5504935"/>
              <a:gd name="connsiteY0" fmla="*/ 2723253 h 3261472"/>
              <a:gd name="connsiteX1" fmla="*/ 2752468 w 5504935"/>
              <a:gd name="connsiteY1" fmla="*/ 0 h 3261472"/>
              <a:gd name="connsiteX2" fmla="*/ 5504935 w 5504935"/>
              <a:gd name="connsiteY2" fmla="*/ 2723253 h 3261472"/>
              <a:gd name="connsiteX3" fmla="*/ 2744447 w 5504935"/>
              <a:gd name="connsiteY3" fmla="*/ 2101727 h 3261472"/>
              <a:gd name="connsiteX4" fmla="*/ 1 w 5504935"/>
              <a:gd name="connsiteY4" fmla="*/ 2723253 h 3261472"/>
              <a:gd name="connsiteX0" fmla="*/ 1 w 5504935"/>
              <a:gd name="connsiteY0" fmla="*/ 2723253 h 3394950"/>
              <a:gd name="connsiteX1" fmla="*/ 2752468 w 5504935"/>
              <a:gd name="connsiteY1" fmla="*/ 0 h 3394950"/>
              <a:gd name="connsiteX2" fmla="*/ 5504935 w 5504935"/>
              <a:gd name="connsiteY2" fmla="*/ 2723253 h 3394950"/>
              <a:gd name="connsiteX3" fmla="*/ 2744447 w 5504935"/>
              <a:gd name="connsiteY3" fmla="*/ 2101727 h 3394950"/>
              <a:gd name="connsiteX4" fmla="*/ 1 w 5504935"/>
              <a:gd name="connsiteY4" fmla="*/ 2723253 h 3394950"/>
              <a:gd name="connsiteX0" fmla="*/ 1 w 5408683"/>
              <a:gd name="connsiteY0" fmla="*/ 2731595 h 2813873"/>
              <a:gd name="connsiteX1" fmla="*/ 2752468 w 5408683"/>
              <a:gd name="connsiteY1" fmla="*/ 8342 h 2813873"/>
              <a:gd name="connsiteX2" fmla="*/ 5408683 w 5408683"/>
              <a:gd name="connsiteY2" fmla="*/ 2154080 h 2813873"/>
              <a:gd name="connsiteX3" fmla="*/ 2744447 w 5408683"/>
              <a:gd name="connsiteY3" fmla="*/ 2110069 h 2813873"/>
              <a:gd name="connsiteX4" fmla="*/ 1 w 5408683"/>
              <a:gd name="connsiteY4" fmla="*/ 2731595 h 2813873"/>
              <a:gd name="connsiteX0" fmla="*/ 1 w 5408683"/>
              <a:gd name="connsiteY0" fmla="*/ 2731232 h 2813510"/>
              <a:gd name="connsiteX1" fmla="*/ 2752468 w 5408683"/>
              <a:gd name="connsiteY1" fmla="*/ 7979 h 2813510"/>
              <a:gd name="connsiteX2" fmla="*/ 5408683 w 5408683"/>
              <a:gd name="connsiteY2" fmla="*/ 2153717 h 2813510"/>
              <a:gd name="connsiteX3" fmla="*/ 2744447 w 5408683"/>
              <a:gd name="connsiteY3" fmla="*/ 2109706 h 2813510"/>
              <a:gd name="connsiteX4" fmla="*/ 1 w 5408683"/>
              <a:gd name="connsiteY4" fmla="*/ 2731232 h 2813510"/>
              <a:gd name="connsiteX0" fmla="*/ 1275 w 5409957"/>
              <a:gd name="connsiteY0" fmla="*/ 2731232 h 3563776"/>
              <a:gd name="connsiteX1" fmla="*/ 2753742 w 5409957"/>
              <a:gd name="connsiteY1" fmla="*/ 7979 h 3563776"/>
              <a:gd name="connsiteX2" fmla="*/ 5409957 w 5409957"/>
              <a:gd name="connsiteY2" fmla="*/ 2153717 h 3563776"/>
              <a:gd name="connsiteX3" fmla="*/ 2745721 w 5409957"/>
              <a:gd name="connsiteY3" fmla="*/ 2109706 h 3563776"/>
              <a:gd name="connsiteX4" fmla="*/ 1275 w 5409957"/>
              <a:gd name="connsiteY4" fmla="*/ 2731232 h 3563776"/>
              <a:gd name="connsiteX0" fmla="*/ 1275 w 5409957"/>
              <a:gd name="connsiteY0" fmla="*/ 2723569 h 3556113"/>
              <a:gd name="connsiteX1" fmla="*/ 2753742 w 5409957"/>
              <a:gd name="connsiteY1" fmla="*/ 316 h 3556113"/>
              <a:gd name="connsiteX2" fmla="*/ 5409957 w 5409957"/>
              <a:gd name="connsiteY2" fmla="*/ 2146054 h 3556113"/>
              <a:gd name="connsiteX3" fmla="*/ 2745721 w 5409957"/>
              <a:gd name="connsiteY3" fmla="*/ 2102043 h 3556113"/>
              <a:gd name="connsiteX4" fmla="*/ 1275 w 5409957"/>
              <a:gd name="connsiteY4" fmla="*/ 2723569 h 3556113"/>
              <a:gd name="connsiteX0" fmla="*/ 48773 w 5457455"/>
              <a:gd name="connsiteY0" fmla="*/ 2723333 h 2813832"/>
              <a:gd name="connsiteX1" fmla="*/ 2801240 w 5457455"/>
              <a:gd name="connsiteY1" fmla="*/ 80 h 2813832"/>
              <a:gd name="connsiteX2" fmla="*/ 5457455 w 5457455"/>
              <a:gd name="connsiteY2" fmla="*/ 2145818 h 2813832"/>
              <a:gd name="connsiteX3" fmla="*/ 2793219 w 5457455"/>
              <a:gd name="connsiteY3" fmla="*/ 2101807 h 2813832"/>
              <a:gd name="connsiteX4" fmla="*/ 1168627 w 5457455"/>
              <a:gd name="connsiteY4" fmla="*/ 1849597 h 2813832"/>
              <a:gd name="connsiteX5" fmla="*/ 48773 w 5457455"/>
              <a:gd name="connsiteY5" fmla="*/ 2723333 h 2813832"/>
              <a:gd name="connsiteX0" fmla="*/ 58447 w 5467129"/>
              <a:gd name="connsiteY0" fmla="*/ 2737061 h 2827560"/>
              <a:gd name="connsiteX1" fmla="*/ 440364 w 5467129"/>
              <a:gd name="connsiteY1" fmla="*/ 1309872 h 2827560"/>
              <a:gd name="connsiteX2" fmla="*/ 2810914 w 5467129"/>
              <a:gd name="connsiteY2" fmla="*/ 13808 h 2827560"/>
              <a:gd name="connsiteX3" fmla="*/ 5467129 w 5467129"/>
              <a:gd name="connsiteY3" fmla="*/ 2159546 h 2827560"/>
              <a:gd name="connsiteX4" fmla="*/ 2802893 w 5467129"/>
              <a:gd name="connsiteY4" fmla="*/ 2115535 h 2827560"/>
              <a:gd name="connsiteX5" fmla="*/ 1178301 w 5467129"/>
              <a:gd name="connsiteY5" fmla="*/ 1863325 h 2827560"/>
              <a:gd name="connsiteX6" fmla="*/ 58447 w 5467129"/>
              <a:gd name="connsiteY6" fmla="*/ 2737061 h 2827560"/>
              <a:gd name="connsiteX0" fmla="*/ 58447 w 5467129"/>
              <a:gd name="connsiteY0" fmla="*/ 2739880 h 2830379"/>
              <a:gd name="connsiteX1" fmla="*/ 440364 w 5467129"/>
              <a:gd name="connsiteY1" fmla="*/ 1312691 h 2830379"/>
              <a:gd name="connsiteX2" fmla="*/ 2810914 w 5467129"/>
              <a:gd name="connsiteY2" fmla="*/ 16627 h 2830379"/>
              <a:gd name="connsiteX3" fmla="*/ 5467129 w 5467129"/>
              <a:gd name="connsiteY3" fmla="*/ 2162365 h 2830379"/>
              <a:gd name="connsiteX4" fmla="*/ 2802893 w 5467129"/>
              <a:gd name="connsiteY4" fmla="*/ 2118354 h 2830379"/>
              <a:gd name="connsiteX5" fmla="*/ 1178301 w 5467129"/>
              <a:gd name="connsiteY5" fmla="*/ 1866144 h 2830379"/>
              <a:gd name="connsiteX6" fmla="*/ 58447 w 5467129"/>
              <a:gd name="connsiteY6" fmla="*/ 2739880 h 2830379"/>
              <a:gd name="connsiteX0" fmla="*/ 30708 w 5439390"/>
              <a:gd name="connsiteY0" fmla="*/ 2739880 h 2830379"/>
              <a:gd name="connsiteX1" fmla="*/ 412625 w 5439390"/>
              <a:gd name="connsiteY1" fmla="*/ 1312691 h 2830379"/>
              <a:gd name="connsiteX2" fmla="*/ 2783175 w 5439390"/>
              <a:gd name="connsiteY2" fmla="*/ 16627 h 2830379"/>
              <a:gd name="connsiteX3" fmla="*/ 5439390 w 5439390"/>
              <a:gd name="connsiteY3" fmla="*/ 2162365 h 2830379"/>
              <a:gd name="connsiteX4" fmla="*/ 2775154 w 5439390"/>
              <a:gd name="connsiteY4" fmla="*/ 2118354 h 2830379"/>
              <a:gd name="connsiteX5" fmla="*/ 1150562 w 5439390"/>
              <a:gd name="connsiteY5" fmla="*/ 1866144 h 2830379"/>
              <a:gd name="connsiteX6" fmla="*/ 30708 w 5439390"/>
              <a:gd name="connsiteY6" fmla="*/ 2739880 h 2830379"/>
              <a:gd name="connsiteX0" fmla="*/ 12386 w 5421068"/>
              <a:gd name="connsiteY0" fmla="*/ 2739880 h 2830379"/>
              <a:gd name="connsiteX1" fmla="*/ 394303 w 5421068"/>
              <a:gd name="connsiteY1" fmla="*/ 1312691 h 2830379"/>
              <a:gd name="connsiteX2" fmla="*/ 2764853 w 5421068"/>
              <a:gd name="connsiteY2" fmla="*/ 16627 h 2830379"/>
              <a:gd name="connsiteX3" fmla="*/ 5421068 w 5421068"/>
              <a:gd name="connsiteY3" fmla="*/ 2162365 h 2830379"/>
              <a:gd name="connsiteX4" fmla="*/ 2756832 w 5421068"/>
              <a:gd name="connsiteY4" fmla="*/ 2118354 h 2830379"/>
              <a:gd name="connsiteX5" fmla="*/ 1132240 w 5421068"/>
              <a:gd name="connsiteY5" fmla="*/ 1866144 h 2830379"/>
              <a:gd name="connsiteX6" fmla="*/ 12386 w 5421068"/>
              <a:gd name="connsiteY6" fmla="*/ 2739880 h 2830379"/>
              <a:gd name="connsiteX0" fmla="*/ 6354 w 5415036"/>
              <a:gd name="connsiteY0" fmla="*/ 2739880 h 2830379"/>
              <a:gd name="connsiteX1" fmla="*/ 388271 w 5415036"/>
              <a:gd name="connsiteY1" fmla="*/ 1312691 h 2830379"/>
              <a:gd name="connsiteX2" fmla="*/ 2758821 w 5415036"/>
              <a:gd name="connsiteY2" fmla="*/ 16627 h 2830379"/>
              <a:gd name="connsiteX3" fmla="*/ 5415036 w 5415036"/>
              <a:gd name="connsiteY3" fmla="*/ 2162365 h 2830379"/>
              <a:gd name="connsiteX4" fmla="*/ 2750800 w 5415036"/>
              <a:gd name="connsiteY4" fmla="*/ 2118354 h 2830379"/>
              <a:gd name="connsiteX5" fmla="*/ 1126208 w 5415036"/>
              <a:gd name="connsiteY5" fmla="*/ 1866144 h 2830379"/>
              <a:gd name="connsiteX6" fmla="*/ 652965 w 5415036"/>
              <a:gd name="connsiteY6" fmla="*/ 2106776 h 2830379"/>
              <a:gd name="connsiteX7" fmla="*/ 6354 w 5415036"/>
              <a:gd name="connsiteY7" fmla="*/ 2739880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568316 w 5330387"/>
              <a:gd name="connsiteY6" fmla="*/ 2106776 h 2830379"/>
              <a:gd name="connsiteX7" fmla="*/ 9937 w 5330387"/>
              <a:gd name="connsiteY7" fmla="*/ 2098196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9937 w 5330387"/>
              <a:gd name="connsiteY6" fmla="*/ 2098196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31622 w 5320450"/>
              <a:gd name="connsiteY0" fmla="*/ 1866144 h 2830379"/>
              <a:gd name="connsiteX1" fmla="*/ 0 w 5320450"/>
              <a:gd name="connsiteY1" fmla="*/ 2098196 h 2830379"/>
              <a:gd name="connsiteX2" fmla="*/ 293685 w 5320450"/>
              <a:gd name="connsiteY2" fmla="*/ 1312691 h 2830379"/>
              <a:gd name="connsiteX3" fmla="*/ 2664235 w 5320450"/>
              <a:gd name="connsiteY3" fmla="*/ 16627 h 2830379"/>
              <a:gd name="connsiteX4" fmla="*/ 5320450 w 5320450"/>
              <a:gd name="connsiteY4" fmla="*/ 2162365 h 2830379"/>
              <a:gd name="connsiteX5" fmla="*/ 2656214 w 5320450"/>
              <a:gd name="connsiteY5" fmla="*/ 2118354 h 2830379"/>
              <a:gd name="connsiteX6" fmla="*/ 1123062 w 5320450"/>
              <a:gd name="connsiteY6" fmla="*/ 1957584 h 2830379"/>
              <a:gd name="connsiteX0" fmla="*/ 1052642 w 5341470"/>
              <a:gd name="connsiteY0" fmla="*/ 1866144 h 2830379"/>
              <a:gd name="connsiteX1" fmla="*/ 0 w 5341470"/>
              <a:gd name="connsiteY1" fmla="*/ 2050900 h 2830379"/>
              <a:gd name="connsiteX2" fmla="*/ 314705 w 5341470"/>
              <a:gd name="connsiteY2" fmla="*/ 1312691 h 2830379"/>
              <a:gd name="connsiteX3" fmla="*/ 2685255 w 5341470"/>
              <a:gd name="connsiteY3" fmla="*/ 16627 h 2830379"/>
              <a:gd name="connsiteX4" fmla="*/ 5341470 w 5341470"/>
              <a:gd name="connsiteY4" fmla="*/ 2162365 h 2830379"/>
              <a:gd name="connsiteX5" fmla="*/ 2677234 w 5341470"/>
              <a:gd name="connsiteY5" fmla="*/ 2118354 h 2830379"/>
              <a:gd name="connsiteX6" fmla="*/ 1144082 w 5341470"/>
              <a:gd name="connsiteY6" fmla="*/ 1957584 h 2830379"/>
              <a:gd name="connsiteX0" fmla="*/ 1052642 w 5341470"/>
              <a:gd name="connsiteY0" fmla="*/ 1895407 h 2859642"/>
              <a:gd name="connsiteX1" fmla="*/ 0 w 5341470"/>
              <a:gd name="connsiteY1" fmla="*/ 2080163 h 2859642"/>
              <a:gd name="connsiteX2" fmla="*/ 584289 w 5341470"/>
              <a:gd name="connsiteY2" fmla="*/ 981294 h 2859642"/>
              <a:gd name="connsiteX3" fmla="*/ 2685255 w 5341470"/>
              <a:gd name="connsiteY3" fmla="*/ 45890 h 2859642"/>
              <a:gd name="connsiteX4" fmla="*/ 5341470 w 5341470"/>
              <a:gd name="connsiteY4" fmla="*/ 2191628 h 2859642"/>
              <a:gd name="connsiteX5" fmla="*/ 2677234 w 5341470"/>
              <a:gd name="connsiteY5" fmla="*/ 2147617 h 2859642"/>
              <a:gd name="connsiteX6" fmla="*/ 1144082 w 5341470"/>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84910 h 2849145"/>
              <a:gd name="connsiteX1" fmla="*/ 0 w 5323254"/>
              <a:gd name="connsiteY1" fmla="*/ 2066023 h 2849145"/>
              <a:gd name="connsiteX2" fmla="*/ 566073 w 5323254"/>
              <a:gd name="connsiteY2" fmla="*/ 970797 h 2849145"/>
              <a:gd name="connsiteX3" fmla="*/ 2667039 w 5323254"/>
              <a:gd name="connsiteY3" fmla="*/ 35393 h 2849145"/>
              <a:gd name="connsiteX4" fmla="*/ 5323254 w 5323254"/>
              <a:gd name="connsiteY4" fmla="*/ 2181131 h 2849145"/>
              <a:gd name="connsiteX5" fmla="*/ 2659018 w 5323254"/>
              <a:gd name="connsiteY5" fmla="*/ 2137120 h 2849145"/>
              <a:gd name="connsiteX6" fmla="*/ 1125866 w 5323254"/>
              <a:gd name="connsiteY6" fmla="*/ 1976350 h 2849145"/>
              <a:gd name="connsiteX0" fmla="*/ 1034426 w 5323254"/>
              <a:gd name="connsiteY0" fmla="*/ 1850327 h 2814562"/>
              <a:gd name="connsiteX1" fmla="*/ 0 w 5323254"/>
              <a:gd name="connsiteY1" fmla="*/ 2031440 h 2814562"/>
              <a:gd name="connsiteX2" fmla="*/ 566073 w 5323254"/>
              <a:gd name="connsiteY2" fmla="*/ 936214 h 2814562"/>
              <a:gd name="connsiteX3" fmla="*/ 2667039 w 5323254"/>
              <a:gd name="connsiteY3" fmla="*/ 810 h 2814562"/>
              <a:gd name="connsiteX4" fmla="*/ 5323254 w 5323254"/>
              <a:gd name="connsiteY4" fmla="*/ 2146548 h 2814562"/>
              <a:gd name="connsiteX5" fmla="*/ 2659018 w 5323254"/>
              <a:gd name="connsiteY5" fmla="*/ 2102537 h 2814562"/>
              <a:gd name="connsiteX6" fmla="*/ 1125866 w 5323254"/>
              <a:gd name="connsiteY6" fmla="*/ 1941767 h 2814562"/>
              <a:gd name="connsiteX0" fmla="*/ 1034426 w 5323254"/>
              <a:gd name="connsiteY0" fmla="*/ 1870005 h 2834240"/>
              <a:gd name="connsiteX1" fmla="*/ 0 w 5323254"/>
              <a:gd name="connsiteY1" fmla="*/ 2051118 h 2834240"/>
              <a:gd name="connsiteX2" fmla="*/ 566073 w 5323254"/>
              <a:gd name="connsiteY2" fmla="*/ 955892 h 2834240"/>
              <a:gd name="connsiteX3" fmla="*/ 2667039 w 5323254"/>
              <a:gd name="connsiteY3" fmla="*/ 781 h 2834240"/>
              <a:gd name="connsiteX4" fmla="*/ 5323254 w 5323254"/>
              <a:gd name="connsiteY4" fmla="*/ 2166226 h 2834240"/>
              <a:gd name="connsiteX5" fmla="*/ 2659018 w 5323254"/>
              <a:gd name="connsiteY5" fmla="*/ 2122215 h 2834240"/>
              <a:gd name="connsiteX6" fmla="*/ 1125866 w 5323254"/>
              <a:gd name="connsiteY6" fmla="*/ 1961445 h 2834240"/>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378075"/>
              <a:gd name="connsiteX1" fmla="*/ 0 w 5323254"/>
              <a:gd name="connsiteY1" fmla="*/ 2050391 h 2378075"/>
              <a:gd name="connsiteX2" fmla="*/ 566073 w 5323254"/>
              <a:gd name="connsiteY2" fmla="*/ 955165 h 2378075"/>
              <a:gd name="connsiteX3" fmla="*/ 2667039 w 5323254"/>
              <a:gd name="connsiteY3" fmla="*/ 54 h 2378075"/>
              <a:gd name="connsiteX4" fmla="*/ 5323254 w 5323254"/>
              <a:gd name="connsiteY4" fmla="*/ 2165499 h 2378075"/>
              <a:gd name="connsiteX5" fmla="*/ 2659018 w 5323254"/>
              <a:gd name="connsiteY5" fmla="*/ 2121488 h 2378075"/>
              <a:gd name="connsiteX6" fmla="*/ 1125866 w 5323254"/>
              <a:gd name="connsiteY6" fmla="*/ 1960718 h 2378075"/>
              <a:gd name="connsiteX0" fmla="*/ 1034426 w 5335078"/>
              <a:gd name="connsiteY0" fmla="*/ 1902587 h 2386535"/>
              <a:gd name="connsiteX1" fmla="*/ 0 w 5335078"/>
              <a:gd name="connsiteY1" fmla="*/ 2083700 h 2386535"/>
              <a:gd name="connsiteX2" fmla="*/ 566073 w 5335078"/>
              <a:gd name="connsiteY2" fmla="*/ 988474 h 2386535"/>
              <a:gd name="connsiteX3" fmla="*/ 2667039 w 5335078"/>
              <a:gd name="connsiteY3" fmla="*/ 33363 h 2386535"/>
              <a:gd name="connsiteX4" fmla="*/ 5335078 w 5335078"/>
              <a:gd name="connsiteY4" fmla="*/ 2171219 h 2386535"/>
              <a:gd name="connsiteX5" fmla="*/ 2659018 w 5335078"/>
              <a:gd name="connsiteY5" fmla="*/ 2154797 h 2386535"/>
              <a:gd name="connsiteX6" fmla="*/ 1125866 w 5335078"/>
              <a:gd name="connsiteY6" fmla="*/ 1994027 h 2386535"/>
              <a:gd name="connsiteX0" fmla="*/ 1034426 w 5335078"/>
              <a:gd name="connsiteY0" fmla="*/ 1902587 h 2430925"/>
              <a:gd name="connsiteX1" fmla="*/ 0 w 5335078"/>
              <a:gd name="connsiteY1" fmla="*/ 2083700 h 2430925"/>
              <a:gd name="connsiteX2" fmla="*/ 566073 w 5335078"/>
              <a:gd name="connsiteY2" fmla="*/ 988474 h 2430925"/>
              <a:gd name="connsiteX3" fmla="*/ 2667039 w 5335078"/>
              <a:gd name="connsiteY3" fmla="*/ 33363 h 2430925"/>
              <a:gd name="connsiteX4" fmla="*/ 5335078 w 5335078"/>
              <a:gd name="connsiteY4" fmla="*/ 2171219 h 2430925"/>
              <a:gd name="connsiteX5" fmla="*/ 2659018 w 5335078"/>
              <a:gd name="connsiteY5" fmla="*/ 2154797 h 2430925"/>
              <a:gd name="connsiteX6" fmla="*/ 1125866 w 5335078"/>
              <a:gd name="connsiteY6" fmla="*/ 1994027 h 2430925"/>
              <a:gd name="connsiteX0" fmla="*/ 1034426 w 5335078"/>
              <a:gd name="connsiteY0" fmla="*/ 1902587 h 2424228"/>
              <a:gd name="connsiteX1" fmla="*/ 0 w 5335078"/>
              <a:gd name="connsiteY1" fmla="*/ 2083700 h 2424228"/>
              <a:gd name="connsiteX2" fmla="*/ 566073 w 5335078"/>
              <a:gd name="connsiteY2" fmla="*/ 988474 h 2424228"/>
              <a:gd name="connsiteX3" fmla="*/ 2667039 w 5335078"/>
              <a:gd name="connsiteY3" fmla="*/ 33363 h 2424228"/>
              <a:gd name="connsiteX4" fmla="*/ 5335078 w 5335078"/>
              <a:gd name="connsiteY4" fmla="*/ 2171219 h 2424228"/>
              <a:gd name="connsiteX5" fmla="*/ 2659018 w 5335078"/>
              <a:gd name="connsiteY5" fmla="*/ 2154797 h 2424228"/>
              <a:gd name="connsiteX6" fmla="*/ 1125866 w 5335078"/>
              <a:gd name="connsiteY6" fmla="*/ 1994027 h 2424228"/>
              <a:gd name="connsiteX0" fmla="*/ 1034426 w 5335078"/>
              <a:gd name="connsiteY0" fmla="*/ 1902587 h 2391766"/>
              <a:gd name="connsiteX1" fmla="*/ 0 w 5335078"/>
              <a:gd name="connsiteY1" fmla="*/ 2083700 h 2391766"/>
              <a:gd name="connsiteX2" fmla="*/ 566073 w 5335078"/>
              <a:gd name="connsiteY2" fmla="*/ 988474 h 2391766"/>
              <a:gd name="connsiteX3" fmla="*/ 2667039 w 5335078"/>
              <a:gd name="connsiteY3" fmla="*/ 33363 h 2391766"/>
              <a:gd name="connsiteX4" fmla="*/ 5335078 w 5335078"/>
              <a:gd name="connsiteY4" fmla="*/ 2171219 h 2391766"/>
              <a:gd name="connsiteX5" fmla="*/ 2659018 w 5335078"/>
              <a:gd name="connsiteY5" fmla="*/ 2154797 h 2391766"/>
              <a:gd name="connsiteX6" fmla="*/ 1125866 w 5335078"/>
              <a:gd name="connsiteY6" fmla="*/ 1994027 h 2391766"/>
              <a:gd name="connsiteX0" fmla="*/ 1034426 w 5335078"/>
              <a:gd name="connsiteY0" fmla="*/ 1902587 h 2378193"/>
              <a:gd name="connsiteX1" fmla="*/ 0 w 5335078"/>
              <a:gd name="connsiteY1" fmla="*/ 2083700 h 2378193"/>
              <a:gd name="connsiteX2" fmla="*/ 566073 w 5335078"/>
              <a:gd name="connsiteY2" fmla="*/ 988474 h 2378193"/>
              <a:gd name="connsiteX3" fmla="*/ 2667039 w 5335078"/>
              <a:gd name="connsiteY3" fmla="*/ 33363 h 2378193"/>
              <a:gd name="connsiteX4" fmla="*/ 5335078 w 5335078"/>
              <a:gd name="connsiteY4" fmla="*/ 2171219 h 2378193"/>
              <a:gd name="connsiteX5" fmla="*/ 2659018 w 5335078"/>
              <a:gd name="connsiteY5" fmla="*/ 2154797 h 2378193"/>
              <a:gd name="connsiteX6" fmla="*/ 1125866 w 5335078"/>
              <a:gd name="connsiteY6" fmla="*/ 1994027 h 2378193"/>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7" fmla="*/ 1034426 w 5335078"/>
              <a:gd name="connsiteY7" fmla="*/ 1902587 h 2377034"/>
              <a:gd name="connsiteX0" fmla="*/ 1125866 w 5335078"/>
              <a:gd name="connsiteY0" fmla="*/ 199402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92890"/>
              <a:gd name="connsiteX1" fmla="*/ 0 w 5335078"/>
              <a:gd name="connsiteY1" fmla="*/ 2083700 h 2392890"/>
              <a:gd name="connsiteX2" fmla="*/ 566073 w 5335078"/>
              <a:gd name="connsiteY2" fmla="*/ 988474 h 2392890"/>
              <a:gd name="connsiteX3" fmla="*/ 2667039 w 5335078"/>
              <a:gd name="connsiteY3" fmla="*/ 33363 h 2392890"/>
              <a:gd name="connsiteX4" fmla="*/ 5335078 w 5335078"/>
              <a:gd name="connsiteY4" fmla="*/ 2171219 h 2392890"/>
              <a:gd name="connsiteX5" fmla="*/ 2659018 w 5335078"/>
              <a:gd name="connsiteY5" fmla="*/ 2154797 h 2392890"/>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21527 h 2364586"/>
              <a:gd name="connsiteX1" fmla="*/ 0 w 5335078"/>
              <a:gd name="connsiteY1" fmla="*/ 2050430 h 2364586"/>
              <a:gd name="connsiteX2" fmla="*/ 2667039 w 5335078"/>
              <a:gd name="connsiteY2" fmla="*/ 93 h 2364586"/>
              <a:gd name="connsiteX3" fmla="*/ 5335078 w 5335078"/>
              <a:gd name="connsiteY3" fmla="*/ 2137949 h 2364586"/>
              <a:gd name="connsiteX4" fmla="*/ 2659018 w 5335078"/>
              <a:gd name="connsiteY4" fmla="*/ 2121527 h 2364586"/>
              <a:gd name="connsiteX0" fmla="*/ 2659018 w 5335078"/>
              <a:gd name="connsiteY0" fmla="*/ 2126514 h 2369573"/>
              <a:gd name="connsiteX1" fmla="*/ 0 w 5335078"/>
              <a:gd name="connsiteY1" fmla="*/ 2055417 h 2369573"/>
              <a:gd name="connsiteX2" fmla="*/ 2667039 w 5335078"/>
              <a:gd name="connsiteY2" fmla="*/ 5080 h 2369573"/>
              <a:gd name="connsiteX3" fmla="*/ 5335078 w 5335078"/>
              <a:gd name="connsiteY3" fmla="*/ 2142936 h 2369573"/>
              <a:gd name="connsiteX4" fmla="*/ 2659018 w 5335078"/>
              <a:gd name="connsiteY4" fmla="*/ 2126514 h 2369573"/>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1753 h 2364812"/>
              <a:gd name="connsiteX1" fmla="*/ 0 w 5335078"/>
              <a:gd name="connsiteY1" fmla="*/ 2050656 h 2364812"/>
              <a:gd name="connsiteX2" fmla="*/ 2667039 w 5335078"/>
              <a:gd name="connsiteY2" fmla="*/ 319 h 2364812"/>
              <a:gd name="connsiteX3" fmla="*/ 5335078 w 5335078"/>
              <a:gd name="connsiteY3" fmla="*/ 2138175 h 2364812"/>
              <a:gd name="connsiteX4" fmla="*/ 2659018 w 5335078"/>
              <a:gd name="connsiteY4" fmla="*/ 2121753 h 2364812"/>
              <a:gd name="connsiteX0" fmla="*/ 2659018 w 5335078"/>
              <a:gd name="connsiteY0" fmla="*/ 2121721 h 2364780"/>
              <a:gd name="connsiteX1" fmla="*/ 0 w 5335078"/>
              <a:gd name="connsiteY1" fmla="*/ 2050624 h 2364780"/>
              <a:gd name="connsiteX2" fmla="*/ 2667039 w 5335078"/>
              <a:gd name="connsiteY2" fmla="*/ 287 h 2364780"/>
              <a:gd name="connsiteX3" fmla="*/ 5335078 w 5335078"/>
              <a:gd name="connsiteY3" fmla="*/ 2138143 h 2364780"/>
              <a:gd name="connsiteX4" fmla="*/ 2659018 w 5335078"/>
              <a:gd name="connsiteY4" fmla="*/ 2121721 h 2364780"/>
              <a:gd name="connsiteX0" fmla="*/ 2659018 w 5335078"/>
              <a:gd name="connsiteY0" fmla="*/ 2121435 h 2364494"/>
              <a:gd name="connsiteX1" fmla="*/ 0 w 5335078"/>
              <a:gd name="connsiteY1" fmla="*/ 2050338 h 2364494"/>
              <a:gd name="connsiteX2" fmla="*/ 2667039 w 5335078"/>
              <a:gd name="connsiteY2" fmla="*/ 1 h 2364494"/>
              <a:gd name="connsiteX3" fmla="*/ 5335078 w 5335078"/>
              <a:gd name="connsiteY3" fmla="*/ 2137857 h 2364494"/>
              <a:gd name="connsiteX4" fmla="*/ 2659018 w 5335078"/>
              <a:gd name="connsiteY4" fmla="*/ 2121435 h 2364494"/>
              <a:gd name="connsiteX0" fmla="*/ 2659018 w 5335078"/>
              <a:gd name="connsiteY0" fmla="*/ 2127784 h 2370843"/>
              <a:gd name="connsiteX1" fmla="*/ 0 w 5335078"/>
              <a:gd name="connsiteY1" fmla="*/ 2056687 h 2370843"/>
              <a:gd name="connsiteX2" fmla="*/ 2660689 w 5335078"/>
              <a:gd name="connsiteY2" fmla="*/ 0 h 2370843"/>
              <a:gd name="connsiteX3" fmla="*/ 5335078 w 5335078"/>
              <a:gd name="connsiteY3" fmla="*/ 2144206 h 2370843"/>
              <a:gd name="connsiteX4" fmla="*/ 2659018 w 5335078"/>
              <a:gd name="connsiteY4" fmla="*/ 2127784 h 2370843"/>
              <a:gd name="connsiteX0" fmla="*/ 2659018 w 5335078"/>
              <a:gd name="connsiteY0" fmla="*/ 2108534 h 2351593"/>
              <a:gd name="connsiteX1" fmla="*/ 0 w 5335078"/>
              <a:gd name="connsiteY1" fmla="*/ 2037437 h 2351593"/>
              <a:gd name="connsiteX2" fmla="*/ 2660689 w 5335078"/>
              <a:gd name="connsiteY2" fmla="*/ 1 h 2351593"/>
              <a:gd name="connsiteX3" fmla="*/ 5335078 w 5335078"/>
              <a:gd name="connsiteY3" fmla="*/ 2124956 h 2351593"/>
              <a:gd name="connsiteX4" fmla="*/ 2659018 w 5335078"/>
              <a:gd name="connsiteY4" fmla="*/ 2108534 h 2351593"/>
              <a:gd name="connsiteX0" fmla="*/ 2659018 w 5335078"/>
              <a:gd name="connsiteY0" fmla="*/ 2111741 h 2354800"/>
              <a:gd name="connsiteX1" fmla="*/ 0 w 5335078"/>
              <a:gd name="connsiteY1" fmla="*/ 2040644 h 2354800"/>
              <a:gd name="connsiteX2" fmla="*/ 2660689 w 5335078"/>
              <a:gd name="connsiteY2" fmla="*/ 0 h 2354800"/>
              <a:gd name="connsiteX3" fmla="*/ 5335078 w 5335078"/>
              <a:gd name="connsiteY3" fmla="*/ 2128163 h 2354800"/>
              <a:gd name="connsiteX4" fmla="*/ 2659018 w 5335078"/>
              <a:gd name="connsiteY4" fmla="*/ 2111741 h 2354800"/>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5078" h="2354807">
                <a:moveTo>
                  <a:pt x="2659018" y="2111748"/>
                </a:moveTo>
                <a:cubicBezTo>
                  <a:pt x="1643714" y="1699082"/>
                  <a:pt x="419769" y="1884255"/>
                  <a:pt x="0" y="2040651"/>
                </a:cubicBezTo>
                <a:cubicBezTo>
                  <a:pt x="95392" y="1506223"/>
                  <a:pt x="860721" y="-3578"/>
                  <a:pt x="2660689" y="7"/>
                </a:cubicBezTo>
                <a:cubicBezTo>
                  <a:pt x="4460657" y="3592"/>
                  <a:pt x="5211709" y="1510238"/>
                  <a:pt x="5335078" y="2128170"/>
                </a:cubicBezTo>
                <a:cubicBezTo>
                  <a:pt x="4302438" y="2512830"/>
                  <a:pt x="3315656" y="2339170"/>
                  <a:pt x="2659018" y="2111748"/>
                </a:cubicBezTo>
                <a:close/>
              </a:path>
            </a:pathLst>
          </a:custGeom>
        </p:spPr>
        <p:txBody>
          <a:bodyPr>
            <a:normAutofit/>
          </a:bodyPr>
          <a:lstStyle>
            <a:lvl1pPr marL="0" indent="0" algn="ctr">
              <a:buNone/>
              <a:defRPr sz="1400"/>
            </a:lvl1pPr>
          </a:lstStyle>
          <a:p>
            <a:r>
              <a:rPr lang="en-GB"/>
              <a:t>Add image or colour</a:t>
            </a:r>
          </a:p>
        </p:txBody>
      </p:sp>
      <p:pic>
        <p:nvPicPr>
          <p:cNvPr id="8" name="Graphic 7">
            <a:extLst>
              <a:ext uri="{FF2B5EF4-FFF2-40B4-BE49-F238E27FC236}">
                <a16:creationId xmlns:a16="http://schemas.microsoft.com/office/drawing/2014/main" id="{5ECB0A80-1B0E-170D-E80A-84919FB912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Slide Number Placeholder 5">
            <a:extLst>
              <a:ext uri="{FF2B5EF4-FFF2-40B4-BE49-F238E27FC236}">
                <a16:creationId xmlns:a16="http://schemas.microsoft.com/office/drawing/2014/main" id="{3A3D167C-9875-FA01-F0EE-48A389E823EA}"/>
              </a:ext>
            </a:extLst>
          </p:cNvPr>
          <p:cNvSpPr>
            <a:spLocks noGrp="1"/>
          </p:cNvSpPr>
          <p:nvPr>
            <p:ph type="sldNum" sz="quarter" idx="12"/>
          </p:nvPr>
        </p:nvSpPr>
        <p:spPr>
          <a:xfrm>
            <a:off x="11628645" y="6387881"/>
            <a:ext cx="418837" cy="365125"/>
          </a:xfrm>
        </p:spPr>
        <p:txBody>
          <a:bodyPr/>
          <a:lstStyle>
            <a:lvl1pPr>
              <a:defRPr sz="1050">
                <a:solidFill>
                  <a:schemeClr val="accent1"/>
                </a:solidFill>
              </a:defRPr>
            </a:lvl1pPr>
          </a:lstStyle>
          <a:p>
            <a:fld id="{1E3508AD-6785-9A40-B664-AC186F99CF3B}" type="slidenum">
              <a:rPr lang="en-GB" smtClean="0"/>
              <a:pPr/>
              <a:t>‹#›</a:t>
            </a:fld>
            <a:endParaRPr lang="en-GB"/>
          </a:p>
        </p:txBody>
      </p:sp>
      <p:sp>
        <p:nvSpPr>
          <p:cNvPr id="11" name="Title 1">
            <a:extLst>
              <a:ext uri="{FF2B5EF4-FFF2-40B4-BE49-F238E27FC236}">
                <a16:creationId xmlns:a16="http://schemas.microsoft.com/office/drawing/2014/main" id="{E4736FBD-C735-A3EB-79E8-81370B63D159}"/>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solidFill>
                  <a:schemeClr val="bg1"/>
                </a:solidFill>
              </a:defRPr>
            </a:lvl1pPr>
          </a:lstStyle>
          <a:p>
            <a:r>
              <a:rPr lang="en-GB"/>
              <a:t>Click to edit Master title style</a:t>
            </a:r>
          </a:p>
        </p:txBody>
      </p:sp>
      <p:sp>
        <p:nvSpPr>
          <p:cNvPr id="12" name="Text Placeholder 10">
            <a:extLst>
              <a:ext uri="{FF2B5EF4-FFF2-40B4-BE49-F238E27FC236}">
                <a16:creationId xmlns:a16="http://schemas.microsoft.com/office/drawing/2014/main" id="{0213EADD-CAB9-DEAA-F13C-E0B9559E8FA6}"/>
              </a:ext>
            </a:extLst>
          </p:cNvPr>
          <p:cNvSpPr>
            <a:spLocks noGrp="1"/>
          </p:cNvSpPr>
          <p:nvPr>
            <p:ph type="body" sz="quarter" idx="15" hasCustomPrompt="1"/>
          </p:nvPr>
        </p:nvSpPr>
        <p:spPr>
          <a:xfrm>
            <a:off x="841094" y="4450181"/>
            <a:ext cx="3888973" cy="1937700"/>
          </a:xfrm>
        </p:spPr>
        <p:txBody>
          <a:bodyPr anchor="b">
            <a:normAutofit/>
          </a:bodyPr>
          <a:lstStyle>
            <a:lvl1pPr marL="0" indent="0">
              <a:lnSpc>
                <a:spcPct val="110000"/>
              </a:lnSpc>
              <a:buFont typeface="Arial" panose="020B0604020202020204" pitchFamily="34" charset="0"/>
              <a:buNone/>
              <a:defRPr sz="1200">
                <a:solidFill>
                  <a:schemeClr val="tx1"/>
                </a:solidFill>
              </a:defRPr>
            </a:lvl1pPr>
          </a:lstStyle>
          <a:p>
            <a:pPr lvl="0"/>
            <a:r>
              <a:rPr lang="en-GB"/>
              <a:t>Add more text</a:t>
            </a:r>
          </a:p>
        </p:txBody>
      </p:sp>
      <p:sp>
        <p:nvSpPr>
          <p:cNvPr id="13" name="Text Placeholder 15">
            <a:extLst>
              <a:ext uri="{FF2B5EF4-FFF2-40B4-BE49-F238E27FC236}">
                <a16:creationId xmlns:a16="http://schemas.microsoft.com/office/drawing/2014/main" id="{518052ED-4900-6F39-B939-C2128A1BC8BC}"/>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4" name="Footer Placeholder 13">
            <a:extLst>
              <a:ext uri="{FF2B5EF4-FFF2-40B4-BE49-F238E27FC236}">
                <a16:creationId xmlns:a16="http://schemas.microsoft.com/office/drawing/2014/main" id="{6E5241F3-02DA-7DC4-A3FE-66BFE75A925A}"/>
              </a:ext>
            </a:extLst>
          </p:cNvPr>
          <p:cNvSpPr>
            <a:spLocks noGrp="1"/>
          </p:cNvSpPr>
          <p:nvPr>
            <p:ph type="ftr" sz="quarter" idx="18"/>
          </p:nvPr>
        </p:nvSpPr>
        <p:spPr/>
        <p:txBody>
          <a:bodyPr/>
          <a:lstStyle>
            <a:lvl1pPr>
              <a:defRPr>
                <a:solidFill>
                  <a:schemeClr val="bg2">
                    <a:lumMod val="75000"/>
                  </a:schemeClr>
                </a:solidFill>
              </a:defRPr>
            </a:lvl1pPr>
          </a:lstStyle>
          <a:p>
            <a:r>
              <a:rPr lang="en-GB"/>
              <a:t>SDR HUB OVERVIEW</a:t>
            </a:r>
          </a:p>
        </p:txBody>
      </p:sp>
      <p:sp>
        <p:nvSpPr>
          <p:cNvPr id="3" name="Text Placeholder 2">
            <a:extLst>
              <a:ext uri="{FF2B5EF4-FFF2-40B4-BE49-F238E27FC236}">
                <a16:creationId xmlns:a16="http://schemas.microsoft.com/office/drawing/2014/main" id="{59F55D7E-B700-5553-B21F-746436B41ADA}"/>
              </a:ext>
            </a:extLst>
          </p:cNvPr>
          <p:cNvSpPr>
            <a:spLocks noGrp="1"/>
          </p:cNvSpPr>
          <p:nvPr>
            <p:ph type="body" sz="quarter" idx="19" hasCustomPrompt="1"/>
          </p:nvPr>
        </p:nvSpPr>
        <p:spPr>
          <a:xfrm>
            <a:off x="7750629" y="2002420"/>
            <a:ext cx="2805403" cy="834085"/>
          </a:xfrm>
        </p:spPr>
        <p:txBody>
          <a:bodyPr>
            <a:normAutofit/>
          </a:bodyPr>
          <a:lstStyle>
            <a:lvl1pPr marL="0" indent="0" algn="ctr">
              <a:buFont typeface="Arial" panose="020B0604020202020204" pitchFamily="34" charset="0"/>
              <a:buNone/>
              <a:defRPr sz="1400" i="1">
                <a:solidFill>
                  <a:schemeClr val="tx1"/>
                </a:solidFill>
              </a:defRPr>
            </a:lvl1pPr>
          </a:lstStyle>
          <a:p>
            <a:pPr lvl="0"/>
            <a:r>
              <a:rPr lang="en-GB"/>
              <a:t>Add text</a:t>
            </a:r>
          </a:p>
        </p:txBody>
      </p:sp>
    </p:spTree>
    <p:extLst>
      <p:ext uri="{BB962C8B-B14F-4D97-AF65-F5344CB8AC3E}">
        <p14:creationId xmlns:p14="http://schemas.microsoft.com/office/powerpoint/2010/main" val="33368248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07526-6A06-8A3B-DA89-579CB6B550B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C28D75A1-9FB9-35D5-68A4-1C18893BDFBB}"/>
              </a:ext>
            </a:extLst>
          </p:cNvPr>
          <p:cNvSpPr>
            <a:spLocks noGrp="1"/>
          </p:cNvSpPr>
          <p:nvPr>
            <p:ph type="pic" idx="1"/>
          </p:nvPr>
        </p:nvSpPr>
        <p:spPr>
          <a:xfrm>
            <a:off x="5183188" y="1075915"/>
            <a:ext cx="7008812" cy="5197065"/>
          </a:xfrm>
          <a:custGeom>
            <a:avLst/>
            <a:gdLst>
              <a:gd name="connsiteX0" fmla="*/ 0 w 7008812"/>
              <a:gd name="connsiteY0" fmla="*/ 248264 h 5197065"/>
              <a:gd name="connsiteX1" fmla="*/ 248264 w 7008812"/>
              <a:gd name="connsiteY1" fmla="*/ 0 h 5197065"/>
              <a:gd name="connsiteX2" fmla="*/ 6760548 w 7008812"/>
              <a:gd name="connsiteY2" fmla="*/ 0 h 5197065"/>
              <a:gd name="connsiteX3" fmla="*/ 7008812 w 7008812"/>
              <a:gd name="connsiteY3" fmla="*/ 248264 h 5197065"/>
              <a:gd name="connsiteX4" fmla="*/ 7008812 w 7008812"/>
              <a:gd name="connsiteY4" fmla="*/ 4948801 h 5197065"/>
              <a:gd name="connsiteX5" fmla="*/ 6760548 w 7008812"/>
              <a:gd name="connsiteY5" fmla="*/ 5197065 h 5197065"/>
              <a:gd name="connsiteX6" fmla="*/ 248264 w 7008812"/>
              <a:gd name="connsiteY6" fmla="*/ 5197065 h 5197065"/>
              <a:gd name="connsiteX7" fmla="*/ 0 w 7008812"/>
              <a:gd name="connsiteY7" fmla="*/ 4948801 h 5197065"/>
              <a:gd name="connsiteX8" fmla="*/ 0 w 7008812"/>
              <a:gd name="connsiteY8" fmla="*/ 248264 h 5197065"/>
              <a:gd name="connsiteX0" fmla="*/ 0 w 7334920"/>
              <a:gd name="connsiteY0" fmla="*/ 248264 h 5197065"/>
              <a:gd name="connsiteX1" fmla="*/ 248264 w 7334920"/>
              <a:gd name="connsiteY1" fmla="*/ 0 h 5197065"/>
              <a:gd name="connsiteX2" fmla="*/ 6760548 w 7334920"/>
              <a:gd name="connsiteY2" fmla="*/ 0 h 5197065"/>
              <a:gd name="connsiteX3" fmla="*/ 7008812 w 7334920"/>
              <a:gd name="connsiteY3" fmla="*/ 4948801 h 5197065"/>
              <a:gd name="connsiteX4" fmla="*/ 6760548 w 7334920"/>
              <a:gd name="connsiteY4" fmla="*/ 5197065 h 5197065"/>
              <a:gd name="connsiteX5" fmla="*/ 248264 w 7334920"/>
              <a:gd name="connsiteY5" fmla="*/ 5197065 h 5197065"/>
              <a:gd name="connsiteX6" fmla="*/ 0 w 7334920"/>
              <a:gd name="connsiteY6" fmla="*/ 4948801 h 5197065"/>
              <a:gd name="connsiteX7" fmla="*/ 0 w 7334920"/>
              <a:gd name="connsiteY7" fmla="*/ 248264 h 5197065"/>
              <a:gd name="connsiteX0" fmla="*/ 0 w 7574583"/>
              <a:gd name="connsiteY0" fmla="*/ 248264 h 5197065"/>
              <a:gd name="connsiteX1" fmla="*/ 248264 w 7574583"/>
              <a:gd name="connsiteY1" fmla="*/ 0 h 5197065"/>
              <a:gd name="connsiteX2" fmla="*/ 6760548 w 7574583"/>
              <a:gd name="connsiteY2" fmla="*/ 0 h 5197065"/>
              <a:gd name="connsiteX3" fmla="*/ 6760548 w 7574583"/>
              <a:gd name="connsiteY3" fmla="*/ 5197065 h 5197065"/>
              <a:gd name="connsiteX4" fmla="*/ 248264 w 7574583"/>
              <a:gd name="connsiteY4" fmla="*/ 5197065 h 5197065"/>
              <a:gd name="connsiteX5" fmla="*/ 0 w 7574583"/>
              <a:gd name="connsiteY5" fmla="*/ 4948801 h 5197065"/>
              <a:gd name="connsiteX6" fmla="*/ 0 w 7574583"/>
              <a:gd name="connsiteY6" fmla="*/ 248264 h 5197065"/>
              <a:gd name="connsiteX0" fmla="*/ 0 w 7691764"/>
              <a:gd name="connsiteY0" fmla="*/ 248264 h 5197065"/>
              <a:gd name="connsiteX1" fmla="*/ 248264 w 7691764"/>
              <a:gd name="connsiteY1" fmla="*/ 0 h 5197065"/>
              <a:gd name="connsiteX2" fmla="*/ 6760548 w 7691764"/>
              <a:gd name="connsiteY2" fmla="*/ 0 h 5197065"/>
              <a:gd name="connsiteX3" fmla="*/ 6760548 w 7691764"/>
              <a:gd name="connsiteY3" fmla="*/ 5197065 h 5197065"/>
              <a:gd name="connsiteX4" fmla="*/ 248264 w 7691764"/>
              <a:gd name="connsiteY4" fmla="*/ 5197065 h 5197065"/>
              <a:gd name="connsiteX5" fmla="*/ 0 w 7691764"/>
              <a:gd name="connsiteY5" fmla="*/ 4948801 h 5197065"/>
              <a:gd name="connsiteX6" fmla="*/ 0 w 7691764"/>
              <a:gd name="connsiteY6" fmla="*/ 248264 h 5197065"/>
              <a:gd name="connsiteX0" fmla="*/ 0 w 7691764"/>
              <a:gd name="connsiteY0" fmla="*/ 248264 h 5197065"/>
              <a:gd name="connsiteX1" fmla="*/ 248264 w 7691764"/>
              <a:gd name="connsiteY1" fmla="*/ 0 h 5197065"/>
              <a:gd name="connsiteX2" fmla="*/ 6760548 w 7691764"/>
              <a:gd name="connsiteY2" fmla="*/ 0 h 5197065"/>
              <a:gd name="connsiteX3" fmla="*/ 6760548 w 7691764"/>
              <a:gd name="connsiteY3" fmla="*/ 5197065 h 5197065"/>
              <a:gd name="connsiteX4" fmla="*/ 248264 w 7691764"/>
              <a:gd name="connsiteY4" fmla="*/ 5197065 h 5197065"/>
              <a:gd name="connsiteX5" fmla="*/ 0 w 7691764"/>
              <a:gd name="connsiteY5" fmla="*/ 4948801 h 5197065"/>
              <a:gd name="connsiteX6" fmla="*/ 0 w 7691764"/>
              <a:gd name="connsiteY6" fmla="*/ 248264 h 5197065"/>
              <a:gd name="connsiteX0" fmla="*/ 0 w 7242939"/>
              <a:gd name="connsiteY0" fmla="*/ 248264 h 5197065"/>
              <a:gd name="connsiteX1" fmla="*/ 248264 w 7242939"/>
              <a:gd name="connsiteY1" fmla="*/ 0 h 5197065"/>
              <a:gd name="connsiteX2" fmla="*/ 6760548 w 7242939"/>
              <a:gd name="connsiteY2" fmla="*/ 0 h 5197065"/>
              <a:gd name="connsiteX3" fmla="*/ 6760548 w 7242939"/>
              <a:gd name="connsiteY3" fmla="*/ 5197065 h 5197065"/>
              <a:gd name="connsiteX4" fmla="*/ 248264 w 7242939"/>
              <a:gd name="connsiteY4" fmla="*/ 5197065 h 5197065"/>
              <a:gd name="connsiteX5" fmla="*/ 0 w 7242939"/>
              <a:gd name="connsiteY5" fmla="*/ 4948801 h 5197065"/>
              <a:gd name="connsiteX6" fmla="*/ 0 w 7242939"/>
              <a:gd name="connsiteY6" fmla="*/ 248264 h 5197065"/>
              <a:gd name="connsiteX0" fmla="*/ 0 w 6760548"/>
              <a:gd name="connsiteY0" fmla="*/ 248264 h 5197065"/>
              <a:gd name="connsiteX1" fmla="*/ 248264 w 6760548"/>
              <a:gd name="connsiteY1" fmla="*/ 0 h 5197065"/>
              <a:gd name="connsiteX2" fmla="*/ 6760548 w 6760548"/>
              <a:gd name="connsiteY2" fmla="*/ 0 h 5197065"/>
              <a:gd name="connsiteX3" fmla="*/ 6760548 w 6760548"/>
              <a:gd name="connsiteY3" fmla="*/ 5197065 h 5197065"/>
              <a:gd name="connsiteX4" fmla="*/ 248264 w 6760548"/>
              <a:gd name="connsiteY4" fmla="*/ 5197065 h 5197065"/>
              <a:gd name="connsiteX5" fmla="*/ 0 w 6760548"/>
              <a:gd name="connsiteY5" fmla="*/ 4948801 h 5197065"/>
              <a:gd name="connsiteX6" fmla="*/ 0 w 6760548"/>
              <a:gd name="connsiteY6" fmla="*/ 248264 h 5197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0548" h="5197065">
                <a:moveTo>
                  <a:pt x="0" y="248264"/>
                </a:moveTo>
                <a:cubicBezTo>
                  <a:pt x="0" y="111152"/>
                  <a:pt x="111152" y="0"/>
                  <a:pt x="248264" y="0"/>
                </a:cubicBezTo>
                <a:lnTo>
                  <a:pt x="6760548" y="0"/>
                </a:lnTo>
                <a:lnTo>
                  <a:pt x="6760548" y="5197065"/>
                </a:lnTo>
                <a:lnTo>
                  <a:pt x="248264" y="5197065"/>
                </a:lnTo>
                <a:cubicBezTo>
                  <a:pt x="111152" y="5197065"/>
                  <a:pt x="0" y="5085913"/>
                  <a:pt x="0" y="4948801"/>
                </a:cubicBezTo>
                <a:lnTo>
                  <a:pt x="0" y="248264"/>
                </a:lnTo>
                <a:close/>
              </a:path>
            </a:pathLst>
          </a:custGeom>
          <a:ln>
            <a:no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C23F18B-74B7-FDC5-3C24-D2AAB9E3BB42}"/>
              </a:ext>
            </a:extLst>
          </p:cNvPr>
          <p:cNvSpPr>
            <a:spLocks noGrp="1"/>
          </p:cNvSpPr>
          <p:nvPr>
            <p:ph type="body" sz="half" idx="2"/>
          </p:nvPr>
        </p:nvSpPr>
        <p:spPr>
          <a:xfrm>
            <a:off x="839788" y="2057400"/>
            <a:ext cx="3932237" cy="4215580"/>
          </a:xfrm>
          <a:prstGeom prst="rect">
            <a:avLst/>
          </a:prstGeom>
        </p:spPr>
        <p:txBody>
          <a:bodyPr anchor="b">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7" name="Slide Number Placeholder 6">
            <a:extLst>
              <a:ext uri="{FF2B5EF4-FFF2-40B4-BE49-F238E27FC236}">
                <a16:creationId xmlns:a16="http://schemas.microsoft.com/office/drawing/2014/main" id="{C9057CFB-761C-61A3-3FD4-38677967D6DC}"/>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8" name="Footer Placeholder 7">
            <a:extLst>
              <a:ext uri="{FF2B5EF4-FFF2-40B4-BE49-F238E27FC236}">
                <a16:creationId xmlns:a16="http://schemas.microsoft.com/office/drawing/2014/main" id="{1F88168A-E09F-C212-892A-5768AA8B9F29}"/>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1398085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Image rounded corner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1E80DB9-8F03-6988-0C82-EEBDF59776B5}"/>
              </a:ext>
            </a:extLst>
          </p:cNvPr>
          <p:cNvSpPr>
            <a:spLocks noGrp="1"/>
          </p:cNvSpPr>
          <p:nvPr>
            <p:ph type="pic" sz="quarter" idx="10"/>
          </p:nvPr>
        </p:nvSpPr>
        <p:spPr>
          <a:xfrm>
            <a:off x="209550" y="212602"/>
            <a:ext cx="11772900" cy="6432673"/>
          </a:xfrm>
          <a:prstGeom prst="roundRect">
            <a:avLst>
              <a:gd name="adj" fmla="val 2092"/>
            </a:avLst>
          </a:prstGeom>
        </p:spPr>
        <p:txBody>
          <a:bodyPr/>
          <a:lstStyle/>
          <a:p>
            <a:endParaRPr lang="en-GB"/>
          </a:p>
        </p:txBody>
      </p:sp>
    </p:spTree>
    <p:extLst>
      <p:ext uri="{BB962C8B-B14F-4D97-AF65-F5344CB8AC3E}">
        <p14:creationId xmlns:p14="http://schemas.microsoft.com/office/powerpoint/2010/main" val="2645012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087548-065A-2FD2-84C8-203BB1A6A53A}"/>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6" name="Title Placeholder 1">
            <a:extLst>
              <a:ext uri="{FF2B5EF4-FFF2-40B4-BE49-F238E27FC236}">
                <a16:creationId xmlns:a16="http://schemas.microsoft.com/office/drawing/2014/main" id="{ABEA7441-A828-B046-2CD2-CF60712763F3}"/>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p>
            <a:endParaRPr lang="en-GB"/>
          </a:p>
        </p:txBody>
      </p:sp>
      <p:sp>
        <p:nvSpPr>
          <p:cNvPr id="7" name="Footer Placeholder 6">
            <a:extLst>
              <a:ext uri="{FF2B5EF4-FFF2-40B4-BE49-F238E27FC236}">
                <a16:creationId xmlns:a16="http://schemas.microsoft.com/office/drawing/2014/main" id="{A2C426D2-7C57-9C3B-F590-3A3BA1F97496}"/>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21876114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A693B4-8D93-0C59-89A8-39CA4FE0ABE6}"/>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5" name="Footer Placeholder 4">
            <a:extLst>
              <a:ext uri="{FF2B5EF4-FFF2-40B4-BE49-F238E27FC236}">
                <a16:creationId xmlns:a16="http://schemas.microsoft.com/office/drawing/2014/main" id="{3F39DF28-AEB2-0DF2-6F85-19D75D3F99E5}"/>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173159141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6657-0D83-5855-DF19-95C81EAA2430}"/>
              </a:ext>
            </a:extLst>
          </p:cNvPr>
          <p:cNvSpPr>
            <a:spLocks noGrp="1"/>
          </p:cNvSpPr>
          <p:nvPr>
            <p:ph type="title"/>
          </p:nvPr>
        </p:nvSpPr>
        <p:spPr>
          <a:xfrm>
            <a:off x="831850" y="1637529"/>
            <a:ext cx="10515600" cy="2852737"/>
          </a:xfrm>
          <a:prstGeom prst="rect">
            <a:avLst/>
          </a:prstGeom>
        </p:spPr>
        <p:txBody>
          <a:bodyPr anchor="b">
            <a:normAutofit/>
          </a:bodyPr>
          <a:lstStyle>
            <a:lvl1pPr algn="ctr">
              <a:defRPr sz="3600"/>
            </a:lvl1pPr>
          </a:lstStyle>
          <a:p>
            <a:r>
              <a:rPr lang="en-GB"/>
              <a:t>Click to edit Master title style</a:t>
            </a:r>
          </a:p>
        </p:txBody>
      </p:sp>
      <p:sp>
        <p:nvSpPr>
          <p:cNvPr id="3" name="Text Placeholder 2">
            <a:extLst>
              <a:ext uri="{FF2B5EF4-FFF2-40B4-BE49-F238E27FC236}">
                <a16:creationId xmlns:a16="http://schemas.microsoft.com/office/drawing/2014/main" id="{B225E69F-50C0-1AAE-0AC4-C5D895EFB7B4}"/>
              </a:ext>
            </a:extLst>
          </p:cNvPr>
          <p:cNvSpPr>
            <a:spLocks noGrp="1"/>
          </p:cNvSpPr>
          <p:nvPr>
            <p:ph type="body" idx="1"/>
          </p:nvPr>
        </p:nvSpPr>
        <p:spPr>
          <a:xfrm>
            <a:off x="831850" y="5052558"/>
            <a:ext cx="10515600" cy="782139"/>
          </a:xfrm>
          <a:prstGeom prst="rect">
            <a:avLst/>
          </a:prstGeom>
        </p:spPr>
        <p:txBody>
          <a:bodyPr>
            <a:normAutofit/>
          </a:bodyPr>
          <a:lstStyle>
            <a:lvl1pPr marL="0" indent="0" algn="ctr">
              <a:lnSpc>
                <a:spcPct val="100000"/>
              </a:lnSpc>
              <a:buNone/>
              <a:defRPr sz="1600">
                <a:solidFill>
                  <a:schemeClr val="tx1">
                    <a:lumMod val="40000"/>
                    <a:lumOff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6F6CCF9A-2D5A-BA6D-71A9-DDEBF05C90F2}"/>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3" name="Footer Placeholder 12">
            <a:extLst>
              <a:ext uri="{FF2B5EF4-FFF2-40B4-BE49-F238E27FC236}">
                <a16:creationId xmlns:a16="http://schemas.microsoft.com/office/drawing/2014/main" id="{6D02ABFB-6F3B-6110-5720-080212808FD3}"/>
              </a:ext>
            </a:extLst>
          </p:cNvPr>
          <p:cNvSpPr>
            <a:spLocks noGrp="1"/>
          </p:cNvSpPr>
          <p:nvPr>
            <p:ph type="ftr" sz="quarter" idx="13"/>
          </p:nvPr>
        </p:nvSpPr>
        <p:spPr/>
        <p:txBody>
          <a:bodyPr/>
          <a:lstStyle/>
          <a:p>
            <a:r>
              <a:rPr lang="en-GB"/>
              <a:t>SDR HUB OVERVIEW</a:t>
            </a:r>
          </a:p>
        </p:txBody>
      </p:sp>
      <p:sp>
        <p:nvSpPr>
          <p:cNvPr id="14" name="Text Placeholder 19">
            <a:extLst>
              <a:ext uri="{FF2B5EF4-FFF2-40B4-BE49-F238E27FC236}">
                <a16:creationId xmlns:a16="http://schemas.microsoft.com/office/drawing/2014/main" id="{8585F5B5-E53F-66CC-5BA2-B03414A94605}"/>
              </a:ext>
            </a:extLst>
          </p:cNvPr>
          <p:cNvSpPr>
            <a:spLocks noGrp="1"/>
          </p:cNvSpPr>
          <p:nvPr>
            <p:ph type="body" sz="quarter" idx="14" hasCustomPrompt="1"/>
          </p:nvPr>
        </p:nvSpPr>
        <p:spPr>
          <a:xfrm>
            <a:off x="1524000" y="4659493"/>
            <a:ext cx="4327233" cy="223837"/>
          </a:xfrm>
        </p:spPr>
        <p:txBody>
          <a:bodyPr>
            <a:noAutofit/>
          </a:bodyPr>
          <a:lstStyle>
            <a:lvl1pPr marL="0" indent="0" algn="r">
              <a:buFont typeface="Arial" panose="020B0604020202020204" pitchFamily="34" charset="0"/>
              <a:buNone/>
              <a:defRPr sz="1600"/>
            </a:lvl1pPr>
          </a:lstStyle>
          <a:p>
            <a:r>
              <a:rPr lang="en-GB"/>
              <a:t>Name Surname</a:t>
            </a:r>
          </a:p>
        </p:txBody>
      </p:sp>
      <p:sp>
        <p:nvSpPr>
          <p:cNvPr id="15" name="Text Placeholder 20">
            <a:extLst>
              <a:ext uri="{FF2B5EF4-FFF2-40B4-BE49-F238E27FC236}">
                <a16:creationId xmlns:a16="http://schemas.microsoft.com/office/drawing/2014/main" id="{3772A83B-F776-ADB8-EA5E-158FAE3EC53A}"/>
              </a:ext>
            </a:extLst>
          </p:cNvPr>
          <p:cNvSpPr>
            <a:spLocks noGrp="1"/>
          </p:cNvSpPr>
          <p:nvPr>
            <p:ph type="body" sz="quarter" idx="15" hasCustomPrompt="1"/>
          </p:nvPr>
        </p:nvSpPr>
        <p:spPr>
          <a:xfrm>
            <a:off x="6340766" y="4659493"/>
            <a:ext cx="4327233" cy="223837"/>
          </a:xfrm>
        </p:spPr>
        <p:txBody>
          <a:bodyPr>
            <a:noAutofit/>
          </a:bodyPr>
          <a:lstStyle>
            <a:lvl1pPr marL="0" indent="0">
              <a:buFont typeface="Arial" panose="020B0604020202020204" pitchFamily="34" charset="0"/>
              <a:buNone/>
              <a:defRPr sz="1600"/>
            </a:lvl1pPr>
          </a:lstStyle>
          <a:p>
            <a:r>
              <a:rPr lang="en-GB"/>
              <a:t>Job Title</a:t>
            </a:r>
          </a:p>
        </p:txBody>
      </p:sp>
    </p:spTree>
    <p:extLst>
      <p:ext uri="{BB962C8B-B14F-4D97-AF65-F5344CB8AC3E}">
        <p14:creationId xmlns:p14="http://schemas.microsoft.com/office/powerpoint/2010/main" val="36695756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1524000" y="2102666"/>
            <a:ext cx="9144000" cy="2387600"/>
          </a:xfrm>
          <a:prstGeom prst="rect">
            <a:avLst/>
          </a:prstGeo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D193E50A-0518-EBB3-A9FE-262EC2557EEB}"/>
              </a:ext>
            </a:extLst>
          </p:cNvPr>
          <p:cNvSpPr>
            <a:spLocks noGrp="1"/>
          </p:cNvSpPr>
          <p:nvPr>
            <p:ph type="subTitle" idx="1" hasCustomPrompt="1"/>
          </p:nvPr>
        </p:nvSpPr>
        <p:spPr>
          <a:xfrm>
            <a:off x="1524000" y="4582341"/>
            <a:ext cx="9144000" cy="1062584"/>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 Add / change background image: right click on the background -&gt; ‘format background’. </a:t>
            </a:r>
          </a:p>
        </p:txBody>
      </p:sp>
      <p:sp>
        <p:nvSpPr>
          <p:cNvPr id="6" name="Slide Number Placeholder 5">
            <a:extLst>
              <a:ext uri="{FF2B5EF4-FFF2-40B4-BE49-F238E27FC236}">
                <a16:creationId xmlns:a16="http://schemas.microsoft.com/office/drawing/2014/main" id="{AF7424C0-A569-559C-08FC-9860782401CE}"/>
              </a:ext>
            </a:extLst>
          </p:cNvPr>
          <p:cNvSpPr>
            <a:spLocks noGrp="1"/>
          </p:cNvSpPr>
          <p:nvPr>
            <p:ph type="sldNum" sz="quarter" idx="12"/>
          </p:nvPr>
        </p:nvSpPr>
        <p:spPr/>
        <p:txBody>
          <a:bodyPr/>
          <a:lstStyle>
            <a:lvl1pPr>
              <a:defRPr sz="1050"/>
            </a:lvl1pPr>
          </a:lstStyle>
          <a:p>
            <a:fld id="{1E3508AD-6785-9A40-B664-AC186F99CF3B}" type="slidenum">
              <a:rPr lang="en-GB" smtClean="0"/>
              <a:pPr/>
              <a:t>‹#›</a:t>
            </a:fld>
            <a:endParaRPr lang="en-GB"/>
          </a:p>
        </p:txBody>
      </p:sp>
      <p:sp>
        <p:nvSpPr>
          <p:cNvPr id="9" name="Text Placeholder 8">
            <a:extLst>
              <a:ext uri="{FF2B5EF4-FFF2-40B4-BE49-F238E27FC236}">
                <a16:creationId xmlns:a16="http://schemas.microsoft.com/office/drawing/2014/main" id="{276E0DA4-BE98-F253-CE15-3E8CEBF9553F}"/>
              </a:ext>
            </a:extLst>
          </p:cNvPr>
          <p:cNvSpPr>
            <a:spLocks noGrp="1"/>
          </p:cNvSpPr>
          <p:nvPr>
            <p:ph type="body" sz="quarter" idx="13" hasCustomPrompt="1"/>
          </p:nvPr>
        </p:nvSpPr>
        <p:spPr>
          <a:xfrm>
            <a:off x="1524000" y="5719763"/>
            <a:ext cx="4327233" cy="223837"/>
          </a:xfrm>
        </p:spPr>
        <p:txBody>
          <a:bodyPr>
            <a:noAutofit/>
          </a:bodyPr>
          <a:lstStyle>
            <a:lvl1pPr marL="0" indent="0" algn="r">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GB"/>
              <a:t>Name Surname </a:t>
            </a:r>
          </a:p>
        </p:txBody>
      </p:sp>
      <p:sp>
        <p:nvSpPr>
          <p:cNvPr id="10" name="Text Placeholder 8">
            <a:extLst>
              <a:ext uri="{FF2B5EF4-FFF2-40B4-BE49-F238E27FC236}">
                <a16:creationId xmlns:a16="http://schemas.microsoft.com/office/drawing/2014/main" id="{47FF9569-251D-28D9-04A1-30874C376F83}"/>
              </a:ext>
            </a:extLst>
          </p:cNvPr>
          <p:cNvSpPr>
            <a:spLocks noGrp="1"/>
          </p:cNvSpPr>
          <p:nvPr>
            <p:ph type="body" sz="quarter" idx="14" hasCustomPrompt="1"/>
          </p:nvPr>
        </p:nvSpPr>
        <p:spPr>
          <a:xfrm>
            <a:off x="6340766" y="5719763"/>
            <a:ext cx="4327233" cy="223837"/>
          </a:xfrm>
        </p:spPr>
        <p:txBody>
          <a:bodyPr>
            <a:noAutofit/>
          </a:bodyPr>
          <a:lstStyle>
            <a:lvl1pPr marL="0" indent="0" algn="l">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GB"/>
              <a:t>5 May 2023 13:30</a:t>
            </a:r>
          </a:p>
        </p:txBody>
      </p:sp>
      <p:pic>
        <p:nvPicPr>
          <p:cNvPr id="17" name="Graphic 16">
            <a:extLst>
              <a:ext uri="{FF2B5EF4-FFF2-40B4-BE49-F238E27FC236}">
                <a16:creationId xmlns:a16="http://schemas.microsoft.com/office/drawing/2014/main" id="{50D863FC-F0C7-62AE-69C0-C523970917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953297" y="5811410"/>
            <a:ext cx="285407" cy="63897"/>
          </a:xfrm>
          <a:prstGeom prst="rect">
            <a:avLst/>
          </a:prstGeom>
        </p:spPr>
      </p:pic>
      <p:sp>
        <p:nvSpPr>
          <p:cNvPr id="18" name="Footer Placeholder 17">
            <a:extLst>
              <a:ext uri="{FF2B5EF4-FFF2-40B4-BE49-F238E27FC236}">
                <a16:creationId xmlns:a16="http://schemas.microsoft.com/office/drawing/2014/main" id="{32780F77-8A04-C3F6-58E2-4E56BC3474E5}"/>
              </a:ext>
            </a:extLst>
          </p:cNvPr>
          <p:cNvSpPr>
            <a:spLocks noGrp="1"/>
          </p:cNvSpPr>
          <p:nvPr>
            <p:ph type="ftr" sz="quarter" idx="15"/>
          </p:nvPr>
        </p:nvSpPr>
        <p:spPr/>
        <p:txBody>
          <a:bodyPr/>
          <a:lstStyle/>
          <a:p>
            <a:r>
              <a:rPr lang="en-GB"/>
              <a:t>SDR HUB OVERVIEW</a:t>
            </a:r>
          </a:p>
        </p:txBody>
      </p:sp>
    </p:spTree>
    <p:extLst>
      <p:ext uri="{BB962C8B-B14F-4D97-AF65-F5344CB8AC3E}">
        <p14:creationId xmlns:p14="http://schemas.microsoft.com/office/powerpoint/2010/main" val="5359265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1524000" y="2102666"/>
            <a:ext cx="9144000" cy="2387600"/>
          </a:xfrm>
          <a:prstGeom prst="rect">
            <a:avLst/>
          </a:prstGeo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D193E50A-0518-EBB3-A9FE-262EC2557EEB}"/>
              </a:ext>
            </a:extLst>
          </p:cNvPr>
          <p:cNvSpPr>
            <a:spLocks noGrp="1"/>
          </p:cNvSpPr>
          <p:nvPr>
            <p:ph type="subTitle" idx="1" hasCustomPrompt="1"/>
          </p:nvPr>
        </p:nvSpPr>
        <p:spPr>
          <a:xfrm>
            <a:off x="1524000" y="4582341"/>
            <a:ext cx="9144000" cy="1062584"/>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 Add / change background image: right click on the background -&gt; ‘format background’. </a:t>
            </a:r>
          </a:p>
        </p:txBody>
      </p:sp>
      <p:sp>
        <p:nvSpPr>
          <p:cNvPr id="6" name="Slide Number Placeholder 5">
            <a:extLst>
              <a:ext uri="{FF2B5EF4-FFF2-40B4-BE49-F238E27FC236}">
                <a16:creationId xmlns:a16="http://schemas.microsoft.com/office/drawing/2014/main" id="{AF7424C0-A569-559C-08FC-9860782401CE}"/>
              </a:ext>
            </a:extLst>
          </p:cNvPr>
          <p:cNvSpPr>
            <a:spLocks noGrp="1"/>
          </p:cNvSpPr>
          <p:nvPr>
            <p:ph type="sldNum" sz="quarter" idx="12"/>
          </p:nvPr>
        </p:nvSpPr>
        <p:spPr/>
        <p:txBody>
          <a:bodyPr/>
          <a:lstStyle>
            <a:lvl1pPr>
              <a:defRPr sz="1050"/>
            </a:lvl1pPr>
          </a:lstStyle>
          <a:p>
            <a:fld id="{1E3508AD-6785-9A40-B664-AC186F99CF3B}" type="slidenum">
              <a:rPr lang="en-GB" smtClean="0"/>
              <a:pPr/>
              <a:t>‹#›</a:t>
            </a:fld>
            <a:endParaRPr lang="en-GB"/>
          </a:p>
        </p:txBody>
      </p:sp>
      <p:sp>
        <p:nvSpPr>
          <p:cNvPr id="9" name="Text Placeholder 8">
            <a:extLst>
              <a:ext uri="{FF2B5EF4-FFF2-40B4-BE49-F238E27FC236}">
                <a16:creationId xmlns:a16="http://schemas.microsoft.com/office/drawing/2014/main" id="{276E0DA4-BE98-F253-CE15-3E8CEBF9553F}"/>
              </a:ext>
            </a:extLst>
          </p:cNvPr>
          <p:cNvSpPr>
            <a:spLocks noGrp="1"/>
          </p:cNvSpPr>
          <p:nvPr>
            <p:ph type="body" sz="quarter" idx="13" hasCustomPrompt="1"/>
          </p:nvPr>
        </p:nvSpPr>
        <p:spPr>
          <a:xfrm>
            <a:off x="1524000" y="5719763"/>
            <a:ext cx="4327233" cy="223837"/>
          </a:xfrm>
        </p:spPr>
        <p:txBody>
          <a:bodyPr>
            <a:noAutofit/>
          </a:bodyPr>
          <a:lstStyle>
            <a:lvl1pPr marL="0" indent="0" algn="r">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GB"/>
              <a:t>Name Surname </a:t>
            </a:r>
          </a:p>
        </p:txBody>
      </p:sp>
      <p:sp>
        <p:nvSpPr>
          <p:cNvPr id="10" name="Text Placeholder 8">
            <a:extLst>
              <a:ext uri="{FF2B5EF4-FFF2-40B4-BE49-F238E27FC236}">
                <a16:creationId xmlns:a16="http://schemas.microsoft.com/office/drawing/2014/main" id="{47FF9569-251D-28D9-04A1-30874C376F83}"/>
              </a:ext>
            </a:extLst>
          </p:cNvPr>
          <p:cNvSpPr>
            <a:spLocks noGrp="1"/>
          </p:cNvSpPr>
          <p:nvPr>
            <p:ph type="body" sz="quarter" idx="14" hasCustomPrompt="1"/>
          </p:nvPr>
        </p:nvSpPr>
        <p:spPr>
          <a:xfrm>
            <a:off x="6340766" y="5719763"/>
            <a:ext cx="4327233" cy="223837"/>
          </a:xfrm>
        </p:spPr>
        <p:txBody>
          <a:bodyPr>
            <a:noAutofit/>
          </a:bodyPr>
          <a:lstStyle>
            <a:lvl1pPr marL="0" indent="0" algn="l">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GB"/>
              <a:t>5 May 2023 13:30</a:t>
            </a:r>
          </a:p>
        </p:txBody>
      </p:sp>
      <p:pic>
        <p:nvPicPr>
          <p:cNvPr id="17" name="Graphic 16">
            <a:extLst>
              <a:ext uri="{FF2B5EF4-FFF2-40B4-BE49-F238E27FC236}">
                <a16:creationId xmlns:a16="http://schemas.microsoft.com/office/drawing/2014/main" id="{50D863FC-F0C7-62AE-69C0-C523970917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953297" y="5811410"/>
            <a:ext cx="285407" cy="63897"/>
          </a:xfrm>
          <a:prstGeom prst="rect">
            <a:avLst/>
          </a:prstGeom>
        </p:spPr>
      </p:pic>
      <p:sp>
        <p:nvSpPr>
          <p:cNvPr id="18" name="Footer Placeholder 17">
            <a:extLst>
              <a:ext uri="{FF2B5EF4-FFF2-40B4-BE49-F238E27FC236}">
                <a16:creationId xmlns:a16="http://schemas.microsoft.com/office/drawing/2014/main" id="{32780F77-8A04-C3F6-58E2-4E56BC3474E5}"/>
              </a:ext>
            </a:extLst>
          </p:cNvPr>
          <p:cNvSpPr>
            <a:spLocks noGrp="1"/>
          </p:cNvSpPr>
          <p:nvPr>
            <p:ph type="ftr" sz="quarter" idx="15"/>
          </p:nvPr>
        </p:nvSpPr>
        <p:spPr/>
        <p:txBody>
          <a:bodyPr/>
          <a:lstStyle/>
          <a:p>
            <a:r>
              <a:rPr lang="en-GB"/>
              <a:t>SDR HUB OVERVIEW</a:t>
            </a:r>
          </a:p>
        </p:txBody>
      </p:sp>
    </p:spTree>
    <p:extLst>
      <p:ext uri="{BB962C8B-B14F-4D97-AF65-F5344CB8AC3E}">
        <p14:creationId xmlns:p14="http://schemas.microsoft.com/office/powerpoint/2010/main" val="137627429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1524000" y="2477408"/>
            <a:ext cx="9144000" cy="620595"/>
          </a:xfrm>
          <a:prstGeom prst="rect">
            <a:avLst/>
          </a:prstGeom>
        </p:spPr>
        <p:txBody>
          <a:bodyPr anchor="b">
            <a:normAutofit/>
          </a:bodyPr>
          <a:lstStyle>
            <a:lvl1pPr algn="ctr">
              <a:defRPr sz="3600"/>
            </a:lvl1pPr>
          </a:lstStyle>
          <a:p>
            <a:r>
              <a:rPr lang="en-GB"/>
              <a:t>Click to edit Master title style</a:t>
            </a:r>
          </a:p>
        </p:txBody>
      </p:sp>
      <p:sp>
        <p:nvSpPr>
          <p:cNvPr id="3" name="Subtitle 2">
            <a:extLst>
              <a:ext uri="{FF2B5EF4-FFF2-40B4-BE49-F238E27FC236}">
                <a16:creationId xmlns:a16="http://schemas.microsoft.com/office/drawing/2014/main" id="{D193E50A-0518-EBB3-A9FE-262EC2557EEB}"/>
              </a:ext>
            </a:extLst>
          </p:cNvPr>
          <p:cNvSpPr>
            <a:spLocks noGrp="1"/>
          </p:cNvSpPr>
          <p:nvPr>
            <p:ph type="subTitle" idx="1" hasCustomPrompt="1"/>
          </p:nvPr>
        </p:nvSpPr>
        <p:spPr>
          <a:xfrm>
            <a:off x="1524000" y="3242800"/>
            <a:ext cx="9144000" cy="1062584"/>
          </a:xfrm>
          <a:prstGeom prst="rect">
            <a:avLst/>
          </a:prstGeom>
        </p:spPr>
        <p:txBody>
          <a:bodyPr>
            <a:normAutofit/>
          </a:bodyPr>
          <a:lstStyle>
            <a:lvl1pPr marL="0" indent="0" algn="ctr">
              <a:lnSpc>
                <a:spcPct val="100000"/>
              </a:lnSpc>
              <a:buNone/>
              <a:defRPr sz="16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a:t>
            </a:r>
            <a:r>
              <a:rPr lang="en-GB" err="1"/>
              <a:t>alinea</a:t>
            </a:r>
            <a:r>
              <a:rPr lang="en-GB"/>
              <a:t> text</a:t>
            </a:r>
          </a:p>
        </p:txBody>
      </p:sp>
      <p:sp>
        <p:nvSpPr>
          <p:cNvPr id="6" name="Slide Number Placeholder 5">
            <a:extLst>
              <a:ext uri="{FF2B5EF4-FFF2-40B4-BE49-F238E27FC236}">
                <a16:creationId xmlns:a16="http://schemas.microsoft.com/office/drawing/2014/main" id="{AF7424C0-A569-559C-08FC-9860782401CE}"/>
              </a:ext>
            </a:extLst>
          </p:cNvPr>
          <p:cNvSpPr>
            <a:spLocks noGrp="1"/>
          </p:cNvSpPr>
          <p:nvPr>
            <p:ph type="sldNum" sz="quarter" idx="12"/>
          </p:nvPr>
        </p:nvSpPr>
        <p:spPr/>
        <p:txBody>
          <a:bodyPr/>
          <a:lstStyle>
            <a:lvl1pPr>
              <a:defRPr sz="1050"/>
            </a:lvl1pPr>
          </a:lstStyle>
          <a:p>
            <a:fld id="{1E3508AD-6785-9A40-B664-AC186F99CF3B}" type="slidenum">
              <a:rPr lang="en-GB" smtClean="0"/>
              <a:pPr/>
              <a:t>‹#›</a:t>
            </a:fld>
            <a:endParaRPr lang="en-GB"/>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2064152" y="4450181"/>
            <a:ext cx="3888973" cy="1937700"/>
          </a:xfrm>
        </p:spPr>
        <p:txBody>
          <a:bodyPr>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2" name="Text Placeholder 10">
            <a:extLst>
              <a:ext uri="{FF2B5EF4-FFF2-40B4-BE49-F238E27FC236}">
                <a16:creationId xmlns:a16="http://schemas.microsoft.com/office/drawing/2014/main" id="{70F7D046-E958-9025-BEA4-08281F97C5CD}"/>
              </a:ext>
            </a:extLst>
          </p:cNvPr>
          <p:cNvSpPr>
            <a:spLocks noGrp="1"/>
          </p:cNvSpPr>
          <p:nvPr>
            <p:ph type="body" sz="quarter" idx="16" hasCustomPrompt="1"/>
          </p:nvPr>
        </p:nvSpPr>
        <p:spPr>
          <a:xfrm>
            <a:off x="6244281" y="4450181"/>
            <a:ext cx="3883567" cy="1937700"/>
          </a:xfrm>
        </p:spPr>
        <p:txBody>
          <a:bodyPr>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1524000" y="2074483"/>
            <a:ext cx="9144000" cy="295275"/>
          </a:xfrm>
        </p:spPr>
        <p:txBody>
          <a:bodyPr anchor="b">
            <a:noAutofit/>
          </a:bodyPr>
          <a:lstStyle>
            <a:lvl1pPr marL="0" indent="0" algn="ctr">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8" name="Footer Placeholder 17">
            <a:extLst>
              <a:ext uri="{FF2B5EF4-FFF2-40B4-BE49-F238E27FC236}">
                <a16:creationId xmlns:a16="http://schemas.microsoft.com/office/drawing/2014/main" id="{A48611BC-1417-DAEB-753E-502273FBC1B3}"/>
              </a:ext>
            </a:extLst>
          </p:cNvPr>
          <p:cNvSpPr>
            <a:spLocks noGrp="1"/>
          </p:cNvSpPr>
          <p:nvPr>
            <p:ph type="ftr" sz="quarter" idx="18"/>
          </p:nvPr>
        </p:nvSpPr>
        <p:spPr/>
        <p:txBody>
          <a:bodyPr/>
          <a:lstStyle/>
          <a:p>
            <a:r>
              <a:rPr lang="en-GB"/>
              <a:t>SDR HUB OVERVIEW</a:t>
            </a:r>
          </a:p>
        </p:txBody>
      </p:sp>
    </p:spTree>
    <p:extLst>
      <p:ext uri="{BB962C8B-B14F-4D97-AF65-F5344CB8AC3E}">
        <p14:creationId xmlns:p14="http://schemas.microsoft.com/office/powerpoint/2010/main" val="214177151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4_Text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0D407A-E5FF-CFF0-6724-857811503D1C}"/>
              </a:ext>
            </a:extLst>
          </p:cNvPr>
          <p:cNvSpPr/>
          <p:nvPr userDrawn="1"/>
        </p:nvSpPr>
        <p:spPr>
          <a:xfrm>
            <a:off x="5953125" y="0"/>
            <a:ext cx="624428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lvl1pPr>
          </a:lstStyle>
          <a:p>
            <a:r>
              <a:rPr lang="en-GB"/>
              <a:t>Click to edit Master title style</a:t>
            </a:r>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841094" y="4297781"/>
            <a:ext cx="3888973" cy="1937700"/>
          </a:xfrm>
        </p:spPr>
        <p:txBody>
          <a:bodyPr anchor="b">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5" name="Slide Number Placeholder 5">
            <a:extLst>
              <a:ext uri="{FF2B5EF4-FFF2-40B4-BE49-F238E27FC236}">
                <a16:creationId xmlns:a16="http://schemas.microsoft.com/office/drawing/2014/main" id="{CEB86830-2793-955C-ABE4-4569F259B79E}"/>
              </a:ext>
            </a:extLst>
          </p:cNvPr>
          <p:cNvSpPr>
            <a:spLocks noGrp="1"/>
          </p:cNvSpPr>
          <p:nvPr>
            <p:ph type="sldNum" sz="quarter" idx="12"/>
          </p:nvPr>
        </p:nvSpPr>
        <p:spPr>
          <a:xfrm>
            <a:off x="11628645" y="6387881"/>
            <a:ext cx="418837" cy="365125"/>
          </a:xfrm>
        </p:spPr>
        <p:txBody>
          <a:bodyPr/>
          <a:lstStyle>
            <a:lvl1pPr>
              <a:defRPr sz="1050">
                <a:solidFill>
                  <a:schemeClr val="tx1"/>
                </a:solidFill>
              </a:defRPr>
            </a:lvl1pPr>
          </a:lstStyle>
          <a:p>
            <a:fld id="{1E3508AD-6785-9A40-B664-AC186F99CF3B}" type="slidenum">
              <a:rPr lang="en-GB" smtClean="0"/>
              <a:pPr/>
              <a:t>‹#›</a:t>
            </a:fld>
            <a:endParaRPr lang="en-GB"/>
          </a:p>
        </p:txBody>
      </p:sp>
      <p:pic>
        <p:nvPicPr>
          <p:cNvPr id="7" name="Graphic 6">
            <a:extLst>
              <a:ext uri="{FF2B5EF4-FFF2-40B4-BE49-F238E27FC236}">
                <a16:creationId xmlns:a16="http://schemas.microsoft.com/office/drawing/2014/main" id="{20864F0E-21B6-DE0C-2B2F-F2AF808DC6D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8" name="Text Placeholder 15">
            <a:extLst>
              <a:ext uri="{FF2B5EF4-FFF2-40B4-BE49-F238E27FC236}">
                <a16:creationId xmlns:a16="http://schemas.microsoft.com/office/drawing/2014/main" id="{596A74EA-6452-D0A3-7869-186AE90BDEC9}"/>
              </a:ext>
            </a:extLst>
          </p:cNvPr>
          <p:cNvSpPr>
            <a:spLocks noGrp="1"/>
          </p:cNvSpPr>
          <p:nvPr>
            <p:ph type="body" sz="quarter" idx="18" hasCustomPrompt="1"/>
          </p:nvPr>
        </p:nvSpPr>
        <p:spPr>
          <a:xfrm>
            <a:off x="7130779" y="1627107"/>
            <a:ext cx="3888972" cy="295275"/>
          </a:xfrm>
        </p:spPr>
        <p:txBody>
          <a:bodyPr anchor="b">
            <a:noAutofit/>
          </a:bodyPr>
          <a:lstStyle>
            <a:lvl1pPr marL="0" indent="0" algn="ctr">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3" name="Text Placeholder 10">
            <a:extLst>
              <a:ext uri="{FF2B5EF4-FFF2-40B4-BE49-F238E27FC236}">
                <a16:creationId xmlns:a16="http://schemas.microsoft.com/office/drawing/2014/main" id="{498A49E1-CB1A-202E-647B-12A8DD7EF960}"/>
              </a:ext>
            </a:extLst>
          </p:cNvPr>
          <p:cNvSpPr>
            <a:spLocks noGrp="1"/>
          </p:cNvSpPr>
          <p:nvPr>
            <p:ph type="body" sz="quarter" idx="19" hasCustomPrompt="1"/>
          </p:nvPr>
        </p:nvSpPr>
        <p:spPr>
          <a:xfrm>
            <a:off x="7114573" y="5675023"/>
            <a:ext cx="3888973" cy="560457"/>
          </a:xfrm>
        </p:spPr>
        <p:txBody>
          <a:bodyPr anchor="t">
            <a:normAutofit/>
          </a:bodyPr>
          <a:lstStyle>
            <a:lvl1pPr marL="0" indent="0" algn="ctr">
              <a:lnSpc>
                <a:spcPct val="110000"/>
              </a:lnSpc>
              <a:buFont typeface="Arial" panose="020B0604020202020204" pitchFamily="34" charset="0"/>
              <a:buNone/>
              <a:defRPr sz="1200">
                <a:solidFill>
                  <a:schemeClr val="tx1">
                    <a:lumMod val="60000"/>
                    <a:lumOff val="40000"/>
                  </a:schemeClr>
                </a:solidFill>
              </a:defRPr>
            </a:lvl1pPr>
          </a:lstStyle>
          <a:p>
            <a:pPr lvl="0"/>
            <a:r>
              <a:rPr lang="en-GB"/>
              <a:t>Add more text</a:t>
            </a:r>
          </a:p>
        </p:txBody>
      </p:sp>
      <p:sp>
        <p:nvSpPr>
          <p:cNvPr id="14" name="Footer Placeholder 13">
            <a:extLst>
              <a:ext uri="{FF2B5EF4-FFF2-40B4-BE49-F238E27FC236}">
                <a16:creationId xmlns:a16="http://schemas.microsoft.com/office/drawing/2014/main" id="{AAC6F1BD-C235-33E8-17B0-58621362EDA6}"/>
              </a:ext>
            </a:extLst>
          </p:cNvPr>
          <p:cNvSpPr>
            <a:spLocks noGrp="1"/>
          </p:cNvSpPr>
          <p:nvPr>
            <p:ph type="ftr" sz="quarter" idx="20"/>
          </p:nvPr>
        </p:nvSpPr>
        <p:spPr/>
        <p:txBody>
          <a:bodyPr/>
          <a:lstStyle>
            <a:lvl1pPr>
              <a:defRPr>
                <a:solidFill>
                  <a:schemeClr val="bg2">
                    <a:lumMod val="75000"/>
                  </a:schemeClr>
                </a:solidFill>
              </a:defRPr>
            </a:lvl1pPr>
          </a:lstStyle>
          <a:p>
            <a:r>
              <a:rPr lang="en-GB"/>
              <a:t>SDR HUB OVERVIEW</a:t>
            </a:r>
          </a:p>
        </p:txBody>
      </p:sp>
    </p:spTree>
    <p:extLst>
      <p:ext uri="{BB962C8B-B14F-4D97-AF65-F5344CB8AC3E}">
        <p14:creationId xmlns:p14="http://schemas.microsoft.com/office/powerpoint/2010/main" val="199703913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4_Text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0D407A-E5FF-CFF0-6724-857811503D1C}"/>
              </a:ext>
            </a:extLst>
          </p:cNvPr>
          <p:cNvSpPr/>
          <p:nvPr userDrawn="1"/>
        </p:nvSpPr>
        <p:spPr>
          <a:xfrm>
            <a:off x="5953125" y="0"/>
            <a:ext cx="624428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lvl1pPr>
          </a:lstStyle>
          <a:p>
            <a:r>
              <a:rPr lang="en-GB"/>
              <a:t>Click to edit Master title style</a:t>
            </a:r>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841094" y="4297781"/>
            <a:ext cx="3888973" cy="1937700"/>
          </a:xfrm>
        </p:spPr>
        <p:txBody>
          <a:bodyPr anchor="b">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5" name="Slide Number Placeholder 5">
            <a:extLst>
              <a:ext uri="{FF2B5EF4-FFF2-40B4-BE49-F238E27FC236}">
                <a16:creationId xmlns:a16="http://schemas.microsoft.com/office/drawing/2014/main" id="{CEB86830-2793-955C-ABE4-4569F259B79E}"/>
              </a:ext>
            </a:extLst>
          </p:cNvPr>
          <p:cNvSpPr>
            <a:spLocks noGrp="1"/>
          </p:cNvSpPr>
          <p:nvPr>
            <p:ph type="sldNum" sz="quarter" idx="12"/>
          </p:nvPr>
        </p:nvSpPr>
        <p:spPr>
          <a:xfrm>
            <a:off x="11628645" y="6387881"/>
            <a:ext cx="418837" cy="365125"/>
          </a:xfrm>
        </p:spPr>
        <p:txBody>
          <a:bodyPr/>
          <a:lstStyle>
            <a:lvl1pPr>
              <a:defRPr sz="1050">
                <a:solidFill>
                  <a:schemeClr val="tx1"/>
                </a:solidFill>
              </a:defRPr>
            </a:lvl1pPr>
          </a:lstStyle>
          <a:p>
            <a:fld id="{1E3508AD-6785-9A40-B664-AC186F99CF3B}" type="slidenum">
              <a:rPr lang="en-GB" smtClean="0"/>
              <a:pPr/>
              <a:t>‹#›</a:t>
            </a:fld>
            <a:endParaRPr lang="en-GB"/>
          </a:p>
        </p:txBody>
      </p:sp>
      <p:pic>
        <p:nvPicPr>
          <p:cNvPr id="7" name="Graphic 6">
            <a:extLst>
              <a:ext uri="{FF2B5EF4-FFF2-40B4-BE49-F238E27FC236}">
                <a16:creationId xmlns:a16="http://schemas.microsoft.com/office/drawing/2014/main" id="{20864F0E-21B6-DE0C-2B2F-F2AF808DC6D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8" name="Text Placeholder 15">
            <a:extLst>
              <a:ext uri="{FF2B5EF4-FFF2-40B4-BE49-F238E27FC236}">
                <a16:creationId xmlns:a16="http://schemas.microsoft.com/office/drawing/2014/main" id="{596A74EA-6452-D0A3-7869-186AE90BDEC9}"/>
              </a:ext>
            </a:extLst>
          </p:cNvPr>
          <p:cNvSpPr>
            <a:spLocks noGrp="1"/>
          </p:cNvSpPr>
          <p:nvPr>
            <p:ph type="body" sz="quarter" idx="18" hasCustomPrompt="1"/>
          </p:nvPr>
        </p:nvSpPr>
        <p:spPr>
          <a:xfrm>
            <a:off x="7130779" y="1627107"/>
            <a:ext cx="3888972" cy="295275"/>
          </a:xfrm>
        </p:spPr>
        <p:txBody>
          <a:bodyPr anchor="b">
            <a:noAutofit/>
          </a:bodyPr>
          <a:lstStyle>
            <a:lvl1pPr marL="0" indent="0" algn="ctr">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3" name="Text Placeholder 10">
            <a:extLst>
              <a:ext uri="{FF2B5EF4-FFF2-40B4-BE49-F238E27FC236}">
                <a16:creationId xmlns:a16="http://schemas.microsoft.com/office/drawing/2014/main" id="{498A49E1-CB1A-202E-647B-12A8DD7EF960}"/>
              </a:ext>
            </a:extLst>
          </p:cNvPr>
          <p:cNvSpPr>
            <a:spLocks noGrp="1"/>
          </p:cNvSpPr>
          <p:nvPr>
            <p:ph type="body" sz="quarter" idx="19" hasCustomPrompt="1"/>
          </p:nvPr>
        </p:nvSpPr>
        <p:spPr>
          <a:xfrm>
            <a:off x="7114573" y="5675023"/>
            <a:ext cx="3888973" cy="560457"/>
          </a:xfrm>
        </p:spPr>
        <p:txBody>
          <a:bodyPr anchor="t">
            <a:normAutofit/>
          </a:bodyPr>
          <a:lstStyle>
            <a:lvl1pPr marL="0" indent="0" algn="ctr">
              <a:lnSpc>
                <a:spcPct val="110000"/>
              </a:lnSpc>
              <a:buFont typeface="Arial" panose="020B0604020202020204" pitchFamily="34" charset="0"/>
              <a:buNone/>
              <a:defRPr sz="1200">
                <a:solidFill>
                  <a:schemeClr val="tx1">
                    <a:lumMod val="60000"/>
                    <a:lumOff val="40000"/>
                  </a:schemeClr>
                </a:solidFill>
              </a:defRPr>
            </a:lvl1pPr>
          </a:lstStyle>
          <a:p>
            <a:pPr lvl="0"/>
            <a:r>
              <a:rPr lang="en-GB"/>
              <a:t>Add more text</a:t>
            </a:r>
          </a:p>
        </p:txBody>
      </p:sp>
      <p:sp>
        <p:nvSpPr>
          <p:cNvPr id="14" name="Footer Placeholder 13">
            <a:extLst>
              <a:ext uri="{FF2B5EF4-FFF2-40B4-BE49-F238E27FC236}">
                <a16:creationId xmlns:a16="http://schemas.microsoft.com/office/drawing/2014/main" id="{AAC6F1BD-C235-33E8-17B0-58621362EDA6}"/>
              </a:ext>
            </a:extLst>
          </p:cNvPr>
          <p:cNvSpPr>
            <a:spLocks noGrp="1"/>
          </p:cNvSpPr>
          <p:nvPr>
            <p:ph type="ftr" sz="quarter" idx="20"/>
          </p:nvPr>
        </p:nvSpPr>
        <p:spPr/>
        <p:txBody>
          <a:bodyPr/>
          <a:lstStyle>
            <a:lvl1pPr>
              <a:defRPr>
                <a:solidFill>
                  <a:schemeClr val="bg2">
                    <a:lumMod val="75000"/>
                  </a:schemeClr>
                </a:solidFill>
              </a:defRPr>
            </a:lvl1pPr>
          </a:lstStyle>
          <a:p>
            <a:r>
              <a:rPr lang="en-GB"/>
              <a:t>SDR HUB OVERVIEW</a:t>
            </a:r>
          </a:p>
        </p:txBody>
      </p:sp>
    </p:spTree>
    <p:extLst>
      <p:ext uri="{BB962C8B-B14F-4D97-AF65-F5344CB8AC3E}">
        <p14:creationId xmlns:p14="http://schemas.microsoft.com/office/powerpoint/2010/main" val="232260023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FE9B503-272A-F6B4-D58E-93E554E7D5A4}"/>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0" name="Title Placeholder 1">
            <a:extLst>
              <a:ext uri="{FF2B5EF4-FFF2-40B4-BE49-F238E27FC236}">
                <a16:creationId xmlns:a16="http://schemas.microsoft.com/office/drawing/2014/main" id="{C9EF91B0-2678-3E29-585E-8371E3C9DBB7}"/>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p>
            <a:r>
              <a:rPr lang="en-GB"/>
              <a:t>Click to edit Master title style</a:t>
            </a:r>
          </a:p>
        </p:txBody>
      </p:sp>
      <p:sp>
        <p:nvSpPr>
          <p:cNvPr id="13" name="Content Placeholder 12">
            <a:extLst>
              <a:ext uri="{FF2B5EF4-FFF2-40B4-BE49-F238E27FC236}">
                <a16:creationId xmlns:a16="http://schemas.microsoft.com/office/drawing/2014/main" id="{9C2E8D6E-739C-2F82-AF35-0575C20D81E0}"/>
              </a:ext>
            </a:extLst>
          </p:cNvPr>
          <p:cNvSpPr>
            <a:spLocks noGrp="1"/>
          </p:cNvSpPr>
          <p:nvPr>
            <p:ph sz="quarter" idx="13"/>
          </p:nvPr>
        </p:nvSpPr>
        <p:spPr>
          <a:xfrm>
            <a:off x="838200" y="1622340"/>
            <a:ext cx="10515600" cy="4333617"/>
          </a:xfrm>
        </p:spPr>
        <p:txBody>
          <a:bodyPr>
            <a:norm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Footer Placeholder 13">
            <a:extLst>
              <a:ext uri="{FF2B5EF4-FFF2-40B4-BE49-F238E27FC236}">
                <a16:creationId xmlns:a16="http://schemas.microsoft.com/office/drawing/2014/main" id="{2F4A3FE5-9A76-CAD0-3DEC-B1E82E294652}"/>
              </a:ext>
            </a:extLst>
          </p:cNvPr>
          <p:cNvSpPr>
            <a:spLocks noGrp="1"/>
          </p:cNvSpPr>
          <p:nvPr>
            <p:ph type="ftr" sz="quarter" idx="14"/>
          </p:nvPr>
        </p:nvSpPr>
        <p:spPr/>
        <p:txBody>
          <a:bodyPr/>
          <a:lstStyle/>
          <a:p>
            <a:r>
              <a:rPr lang="en-GB"/>
              <a:t>SDR HUB OVERVIEW</a:t>
            </a:r>
          </a:p>
        </p:txBody>
      </p:sp>
    </p:spTree>
    <p:extLst>
      <p:ext uri="{BB962C8B-B14F-4D97-AF65-F5344CB8AC3E}">
        <p14:creationId xmlns:p14="http://schemas.microsoft.com/office/powerpoint/2010/main" val="112062913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Table SLide">
    <p:bg>
      <p:bgPr>
        <a:solidFill>
          <a:schemeClr val="tx2"/>
        </a:solid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C9EF91B0-2678-3E29-585E-8371E3C9DBB7}"/>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lvl1pPr>
              <a:defRPr>
                <a:solidFill>
                  <a:schemeClr val="bg1"/>
                </a:solidFill>
              </a:defRPr>
            </a:lvl1pPr>
          </a:lstStyle>
          <a:p>
            <a:r>
              <a:rPr lang="en-GB"/>
              <a:t>Click to edit Master title style</a:t>
            </a:r>
          </a:p>
        </p:txBody>
      </p:sp>
      <p:sp>
        <p:nvSpPr>
          <p:cNvPr id="5" name="Text Placeholder 3">
            <a:extLst>
              <a:ext uri="{FF2B5EF4-FFF2-40B4-BE49-F238E27FC236}">
                <a16:creationId xmlns:a16="http://schemas.microsoft.com/office/drawing/2014/main" id="{49D4168B-B615-3C26-6250-6FA7A8F80E34}"/>
              </a:ext>
            </a:extLst>
          </p:cNvPr>
          <p:cNvSpPr>
            <a:spLocks noGrp="1"/>
          </p:cNvSpPr>
          <p:nvPr>
            <p:ph type="body" sz="quarter" idx="14"/>
          </p:nvPr>
        </p:nvSpPr>
        <p:spPr>
          <a:xfrm>
            <a:off x="838200" y="1604963"/>
            <a:ext cx="10515600" cy="854075"/>
          </a:xfrm>
        </p:spPr>
        <p:txBody>
          <a:bodyPr>
            <a:noAutofit/>
          </a:bodyPr>
          <a:lstStyle>
            <a:lvl1pPr>
              <a:defRPr sz="1800">
                <a:solidFill>
                  <a:schemeClr val="tx1"/>
                </a:solidFill>
              </a:defRPr>
            </a:lvl1pPr>
            <a:lvl2pPr>
              <a:defRPr sz="1600">
                <a:solidFill>
                  <a:schemeClr val="tx1"/>
                </a:solidFill>
              </a:defRPr>
            </a:lvl2pPr>
            <a:lvl3pPr>
              <a:defRPr sz="1400"/>
            </a:lvl3pPr>
            <a:lvl4pPr>
              <a:defRPr sz="1200"/>
            </a:lvl4pPr>
            <a:lvl5pPr>
              <a:defRPr sz="1200"/>
            </a:lvl5pPr>
          </a:lstStyle>
          <a:p>
            <a:pPr lvl="0"/>
            <a:r>
              <a:rPr lang="en-GB"/>
              <a:t>Click to edit Master text styles</a:t>
            </a:r>
          </a:p>
          <a:p>
            <a:pPr lvl="1"/>
            <a:r>
              <a:rPr lang="en-GB"/>
              <a:t>Second level</a:t>
            </a:r>
          </a:p>
        </p:txBody>
      </p:sp>
      <p:sp>
        <p:nvSpPr>
          <p:cNvPr id="7" name="Slide Number Placeholder 5">
            <a:extLst>
              <a:ext uri="{FF2B5EF4-FFF2-40B4-BE49-F238E27FC236}">
                <a16:creationId xmlns:a16="http://schemas.microsoft.com/office/drawing/2014/main" id="{B2916EB5-1DE8-E77A-E383-0BA7ACF67C1B}"/>
              </a:ext>
            </a:extLst>
          </p:cNvPr>
          <p:cNvSpPr>
            <a:spLocks noGrp="1"/>
          </p:cNvSpPr>
          <p:nvPr>
            <p:ph type="sldNum" sz="quarter" idx="12"/>
          </p:nvPr>
        </p:nvSpPr>
        <p:spPr>
          <a:xfrm>
            <a:off x="11628645" y="6387881"/>
            <a:ext cx="418837" cy="365125"/>
          </a:xfrm>
        </p:spPr>
        <p:txBody>
          <a:bodyPr/>
          <a:lstStyle>
            <a:lvl1pPr>
              <a:defRPr sz="1050">
                <a:solidFill>
                  <a:schemeClr val="tx1"/>
                </a:solidFill>
              </a:defRPr>
            </a:lvl1pPr>
          </a:lstStyle>
          <a:p>
            <a:fld id="{1E3508AD-6785-9A40-B664-AC186F99CF3B}" type="slidenum">
              <a:rPr lang="en-GB" smtClean="0"/>
              <a:pPr/>
              <a:t>‹#›</a:t>
            </a:fld>
            <a:endParaRPr lang="en-GB"/>
          </a:p>
        </p:txBody>
      </p:sp>
      <p:pic>
        <p:nvPicPr>
          <p:cNvPr id="8" name="Graphic 7">
            <a:extLst>
              <a:ext uri="{FF2B5EF4-FFF2-40B4-BE49-F238E27FC236}">
                <a16:creationId xmlns:a16="http://schemas.microsoft.com/office/drawing/2014/main" id="{13FCD97A-D507-438F-9DFD-AAF7AAB58B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Footer Placeholder 8">
            <a:extLst>
              <a:ext uri="{FF2B5EF4-FFF2-40B4-BE49-F238E27FC236}">
                <a16:creationId xmlns:a16="http://schemas.microsoft.com/office/drawing/2014/main" id="{24944B03-692B-6EBC-6279-86EA05C9E8E8}"/>
              </a:ext>
            </a:extLst>
          </p:cNvPr>
          <p:cNvSpPr>
            <a:spLocks noGrp="1"/>
          </p:cNvSpPr>
          <p:nvPr>
            <p:ph type="ftr" sz="quarter" idx="15"/>
          </p:nvPr>
        </p:nvSpPr>
        <p:spPr/>
        <p:txBody>
          <a:bodyPr/>
          <a:lstStyle>
            <a:lvl1pPr>
              <a:defRPr>
                <a:solidFill>
                  <a:schemeClr val="tx2">
                    <a:lumMod val="75000"/>
                  </a:schemeClr>
                </a:solidFill>
              </a:defRPr>
            </a:lvl1pPr>
          </a:lstStyle>
          <a:p>
            <a:r>
              <a:rPr lang="en-GB"/>
              <a:t>SDR HUB OVERVIEW</a:t>
            </a:r>
          </a:p>
        </p:txBody>
      </p:sp>
    </p:spTree>
    <p:extLst>
      <p:ext uri="{BB962C8B-B14F-4D97-AF65-F5344CB8AC3E}">
        <p14:creationId xmlns:p14="http://schemas.microsoft.com/office/powerpoint/2010/main" val="35639534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_Table SLide">
    <p:bg>
      <p:bgPr>
        <a:solidFill>
          <a:schemeClr val="tx2"/>
        </a:solid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C9EF91B0-2678-3E29-585E-8371E3C9DBB7}"/>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lvl1pPr>
              <a:defRPr>
                <a:solidFill>
                  <a:schemeClr val="bg1"/>
                </a:solidFill>
              </a:defRPr>
            </a:lvl1pPr>
          </a:lstStyle>
          <a:p>
            <a:r>
              <a:rPr lang="en-GB"/>
              <a:t>Click to edit Master title style</a:t>
            </a:r>
          </a:p>
        </p:txBody>
      </p:sp>
      <p:sp>
        <p:nvSpPr>
          <p:cNvPr id="5" name="Text Placeholder 3">
            <a:extLst>
              <a:ext uri="{FF2B5EF4-FFF2-40B4-BE49-F238E27FC236}">
                <a16:creationId xmlns:a16="http://schemas.microsoft.com/office/drawing/2014/main" id="{49D4168B-B615-3C26-6250-6FA7A8F80E34}"/>
              </a:ext>
            </a:extLst>
          </p:cNvPr>
          <p:cNvSpPr>
            <a:spLocks noGrp="1"/>
          </p:cNvSpPr>
          <p:nvPr>
            <p:ph type="body" sz="quarter" idx="14"/>
          </p:nvPr>
        </p:nvSpPr>
        <p:spPr>
          <a:xfrm>
            <a:off x="838200" y="1604963"/>
            <a:ext cx="10515600" cy="854075"/>
          </a:xfrm>
        </p:spPr>
        <p:txBody>
          <a:bodyPr>
            <a:noAutofit/>
          </a:bodyPr>
          <a:lstStyle>
            <a:lvl1pPr>
              <a:defRPr sz="1800">
                <a:solidFill>
                  <a:schemeClr val="tx1"/>
                </a:solidFill>
              </a:defRPr>
            </a:lvl1pPr>
            <a:lvl2pPr>
              <a:defRPr sz="1600">
                <a:solidFill>
                  <a:schemeClr val="tx1"/>
                </a:solidFill>
              </a:defRPr>
            </a:lvl2pPr>
            <a:lvl3pPr>
              <a:defRPr sz="1400"/>
            </a:lvl3pPr>
            <a:lvl4pPr>
              <a:defRPr sz="1200"/>
            </a:lvl4pPr>
            <a:lvl5pPr>
              <a:defRPr sz="1200"/>
            </a:lvl5pPr>
          </a:lstStyle>
          <a:p>
            <a:pPr lvl="0"/>
            <a:r>
              <a:rPr lang="en-GB"/>
              <a:t>Click to edit Master text styles</a:t>
            </a:r>
          </a:p>
          <a:p>
            <a:pPr lvl="1"/>
            <a:r>
              <a:rPr lang="en-GB"/>
              <a:t>Second level</a:t>
            </a:r>
          </a:p>
        </p:txBody>
      </p:sp>
      <p:sp>
        <p:nvSpPr>
          <p:cNvPr id="7" name="Slide Number Placeholder 5">
            <a:extLst>
              <a:ext uri="{FF2B5EF4-FFF2-40B4-BE49-F238E27FC236}">
                <a16:creationId xmlns:a16="http://schemas.microsoft.com/office/drawing/2014/main" id="{B2916EB5-1DE8-E77A-E383-0BA7ACF67C1B}"/>
              </a:ext>
            </a:extLst>
          </p:cNvPr>
          <p:cNvSpPr>
            <a:spLocks noGrp="1"/>
          </p:cNvSpPr>
          <p:nvPr>
            <p:ph type="sldNum" sz="quarter" idx="12"/>
          </p:nvPr>
        </p:nvSpPr>
        <p:spPr>
          <a:xfrm>
            <a:off x="11628645" y="6387881"/>
            <a:ext cx="418837" cy="365125"/>
          </a:xfrm>
        </p:spPr>
        <p:txBody>
          <a:bodyPr/>
          <a:lstStyle>
            <a:lvl1pPr>
              <a:defRPr sz="1050">
                <a:solidFill>
                  <a:schemeClr val="tx1"/>
                </a:solidFill>
              </a:defRPr>
            </a:lvl1pPr>
          </a:lstStyle>
          <a:p>
            <a:fld id="{1E3508AD-6785-9A40-B664-AC186F99CF3B}" type="slidenum">
              <a:rPr lang="en-GB" smtClean="0"/>
              <a:pPr/>
              <a:t>‹#›</a:t>
            </a:fld>
            <a:endParaRPr lang="en-GB"/>
          </a:p>
        </p:txBody>
      </p:sp>
      <p:pic>
        <p:nvPicPr>
          <p:cNvPr id="8" name="Graphic 7">
            <a:extLst>
              <a:ext uri="{FF2B5EF4-FFF2-40B4-BE49-F238E27FC236}">
                <a16:creationId xmlns:a16="http://schemas.microsoft.com/office/drawing/2014/main" id="{13FCD97A-D507-438F-9DFD-AAF7AAB58B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Footer Placeholder 8">
            <a:extLst>
              <a:ext uri="{FF2B5EF4-FFF2-40B4-BE49-F238E27FC236}">
                <a16:creationId xmlns:a16="http://schemas.microsoft.com/office/drawing/2014/main" id="{24944B03-692B-6EBC-6279-86EA05C9E8E8}"/>
              </a:ext>
            </a:extLst>
          </p:cNvPr>
          <p:cNvSpPr>
            <a:spLocks noGrp="1"/>
          </p:cNvSpPr>
          <p:nvPr>
            <p:ph type="ftr" sz="quarter" idx="15"/>
          </p:nvPr>
        </p:nvSpPr>
        <p:spPr/>
        <p:txBody>
          <a:bodyPr/>
          <a:lstStyle>
            <a:lvl1pPr>
              <a:defRPr>
                <a:solidFill>
                  <a:schemeClr val="tx2">
                    <a:lumMod val="75000"/>
                  </a:schemeClr>
                </a:solidFill>
              </a:defRPr>
            </a:lvl1pPr>
          </a:lstStyle>
          <a:p>
            <a:r>
              <a:rPr lang="en-GB"/>
              <a:t>SDR HUB OVERVIEW</a:t>
            </a:r>
          </a:p>
        </p:txBody>
      </p:sp>
    </p:spTree>
    <p:extLst>
      <p:ext uri="{BB962C8B-B14F-4D97-AF65-F5344CB8AC3E}">
        <p14:creationId xmlns:p14="http://schemas.microsoft.com/office/powerpoint/2010/main" val="372589941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6657-0D83-5855-DF19-95C81EAA2430}"/>
              </a:ext>
            </a:extLst>
          </p:cNvPr>
          <p:cNvSpPr>
            <a:spLocks noGrp="1"/>
          </p:cNvSpPr>
          <p:nvPr>
            <p:ph type="title"/>
          </p:nvPr>
        </p:nvSpPr>
        <p:spPr>
          <a:xfrm>
            <a:off x="831850" y="1637529"/>
            <a:ext cx="10515600" cy="2852737"/>
          </a:xfrm>
          <a:prstGeom prst="rect">
            <a:avLst/>
          </a:prstGeom>
        </p:spPr>
        <p:txBody>
          <a:bodyPr anchor="b">
            <a:normAutofit/>
          </a:bodyPr>
          <a:lstStyle>
            <a:lvl1pPr>
              <a:defRPr sz="3600"/>
            </a:lvl1pPr>
          </a:lstStyle>
          <a:p>
            <a:r>
              <a:rPr lang="en-GB"/>
              <a:t>Click to edit Master title style</a:t>
            </a:r>
          </a:p>
        </p:txBody>
      </p:sp>
      <p:sp>
        <p:nvSpPr>
          <p:cNvPr id="3" name="Text Placeholder 2">
            <a:extLst>
              <a:ext uri="{FF2B5EF4-FFF2-40B4-BE49-F238E27FC236}">
                <a16:creationId xmlns:a16="http://schemas.microsoft.com/office/drawing/2014/main" id="{B225E69F-50C0-1AAE-0AC4-C5D895EFB7B4}"/>
              </a:ext>
            </a:extLst>
          </p:cNvPr>
          <p:cNvSpPr>
            <a:spLocks noGrp="1"/>
          </p:cNvSpPr>
          <p:nvPr>
            <p:ph type="body" idx="1"/>
          </p:nvPr>
        </p:nvSpPr>
        <p:spPr>
          <a:xfrm>
            <a:off x="831850" y="4582341"/>
            <a:ext cx="10515600" cy="1500187"/>
          </a:xfrm>
          <a:prstGeom prst="rect">
            <a:avLst/>
          </a:prstGeom>
        </p:spPr>
        <p:txBody>
          <a:bodyPr>
            <a:normAutofit/>
          </a:bodyPr>
          <a:lstStyle>
            <a:lvl1pPr marL="0" indent="0">
              <a:lnSpc>
                <a:spcPct val="100000"/>
              </a:lnSpc>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6F6CCF9A-2D5A-BA6D-71A9-DDEBF05C90F2}"/>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1" name="Footer Placeholder 10">
            <a:extLst>
              <a:ext uri="{FF2B5EF4-FFF2-40B4-BE49-F238E27FC236}">
                <a16:creationId xmlns:a16="http://schemas.microsoft.com/office/drawing/2014/main" id="{7748C071-72AF-2149-93E0-18B01285BBA8}"/>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78688652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Circ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1E80DB9-8F03-6988-0C82-EEBDF59776B5}"/>
              </a:ext>
            </a:extLst>
          </p:cNvPr>
          <p:cNvSpPr>
            <a:spLocks noGrp="1" noChangeAspect="1"/>
          </p:cNvSpPr>
          <p:nvPr>
            <p:ph type="pic" sz="quarter" idx="10"/>
          </p:nvPr>
        </p:nvSpPr>
        <p:spPr>
          <a:xfrm>
            <a:off x="3387902" y="707203"/>
            <a:ext cx="5493600" cy="5493600"/>
          </a:xfrm>
          <a:prstGeom prst="ellipse">
            <a:avLst/>
          </a:prstGeom>
        </p:spPr>
        <p:txBody>
          <a:bodyPr/>
          <a:lstStyle/>
          <a:p>
            <a:r>
              <a:rPr lang="en-GB"/>
              <a:t>Click icon to add picture</a:t>
            </a:r>
          </a:p>
        </p:txBody>
      </p:sp>
      <p:sp>
        <p:nvSpPr>
          <p:cNvPr id="10" name="Picture Placeholder 9">
            <a:extLst>
              <a:ext uri="{FF2B5EF4-FFF2-40B4-BE49-F238E27FC236}">
                <a16:creationId xmlns:a16="http://schemas.microsoft.com/office/drawing/2014/main" id="{4D521898-D0B7-765A-5899-C6C171981FE8}"/>
              </a:ext>
            </a:extLst>
          </p:cNvPr>
          <p:cNvSpPr>
            <a:spLocks noGrp="1"/>
          </p:cNvSpPr>
          <p:nvPr>
            <p:ph type="pic" sz="quarter" idx="11"/>
          </p:nvPr>
        </p:nvSpPr>
        <p:spPr>
          <a:xfrm>
            <a:off x="3481429" y="707195"/>
            <a:ext cx="5335078" cy="2354807"/>
          </a:xfrm>
          <a:custGeom>
            <a:avLst/>
            <a:gdLst>
              <a:gd name="connsiteX0" fmla="*/ 0 w 5504933"/>
              <a:gd name="connsiteY0" fmla="*/ 2723253 h 5446506"/>
              <a:gd name="connsiteX1" fmla="*/ 2752467 w 5504933"/>
              <a:gd name="connsiteY1" fmla="*/ 0 h 5446506"/>
              <a:gd name="connsiteX2" fmla="*/ 5504934 w 5504933"/>
              <a:gd name="connsiteY2" fmla="*/ 2723253 h 5446506"/>
              <a:gd name="connsiteX3" fmla="*/ 2752467 w 5504933"/>
              <a:gd name="connsiteY3" fmla="*/ 5446506 h 5446506"/>
              <a:gd name="connsiteX4" fmla="*/ 0 w 5504933"/>
              <a:gd name="connsiteY4" fmla="*/ 2723253 h 5446506"/>
              <a:gd name="connsiteX0" fmla="*/ 1 w 5504935"/>
              <a:gd name="connsiteY0" fmla="*/ 2723253 h 3261472"/>
              <a:gd name="connsiteX1" fmla="*/ 2752468 w 5504935"/>
              <a:gd name="connsiteY1" fmla="*/ 0 h 3261472"/>
              <a:gd name="connsiteX2" fmla="*/ 5504935 w 5504935"/>
              <a:gd name="connsiteY2" fmla="*/ 2723253 h 3261472"/>
              <a:gd name="connsiteX3" fmla="*/ 2744447 w 5504935"/>
              <a:gd name="connsiteY3" fmla="*/ 2101727 h 3261472"/>
              <a:gd name="connsiteX4" fmla="*/ 1 w 5504935"/>
              <a:gd name="connsiteY4" fmla="*/ 2723253 h 3261472"/>
              <a:gd name="connsiteX0" fmla="*/ 1 w 5504935"/>
              <a:gd name="connsiteY0" fmla="*/ 2723253 h 3394950"/>
              <a:gd name="connsiteX1" fmla="*/ 2752468 w 5504935"/>
              <a:gd name="connsiteY1" fmla="*/ 0 h 3394950"/>
              <a:gd name="connsiteX2" fmla="*/ 5504935 w 5504935"/>
              <a:gd name="connsiteY2" fmla="*/ 2723253 h 3394950"/>
              <a:gd name="connsiteX3" fmla="*/ 2744447 w 5504935"/>
              <a:gd name="connsiteY3" fmla="*/ 2101727 h 3394950"/>
              <a:gd name="connsiteX4" fmla="*/ 1 w 5504935"/>
              <a:gd name="connsiteY4" fmla="*/ 2723253 h 3394950"/>
              <a:gd name="connsiteX0" fmla="*/ 1 w 5408683"/>
              <a:gd name="connsiteY0" fmla="*/ 2731595 h 2813873"/>
              <a:gd name="connsiteX1" fmla="*/ 2752468 w 5408683"/>
              <a:gd name="connsiteY1" fmla="*/ 8342 h 2813873"/>
              <a:gd name="connsiteX2" fmla="*/ 5408683 w 5408683"/>
              <a:gd name="connsiteY2" fmla="*/ 2154080 h 2813873"/>
              <a:gd name="connsiteX3" fmla="*/ 2744447 w 5408683"/>
              <a:gd name="connsiteY3" fmla="*/ 2110069 h 2813873"/>
              <a:gd name="connsiteX4" fmla="*/ 1 w 5408683"/>
              <a:gd name="connsiteY4" fmla="*/ 2731595 h 2813873"/>
              <a:gd name="connsiteX0" fmla="*/ 1 w 5408683"/>
              <a:gd name="connsiteY0" fmla="*/ 2731232 h 2813510"/>
              <a:gd name="connsiteX1" fmla="*/ 2752468 w 5408683"/>
              <a:gd name="connsiteY1" fmla="*/ 7979 h 2813510"/>
              <a:gd name="connsiteX2" fmla="*/ 5408683 w 5408683"/>
              <a:gd name="connsiteY2" fmla="*/ 2153717 h 2813510"/>
              <a:gd name="connsiteX3" fmla="*/ 2744447 w 5408683"/>
              <a:gd name="connsiteY3" fmla="*/ 2109706 h 2813510"/>
              <a:gd name="connsiteX4" fmla="*/ 1 w 5408683"/>
              <a:gd name="connsiteY4" fmla="*/ 2731232 h 2813510"/>
              <a:gd name="connsiteX0" fmla="*/ 1275 w 5409957"/>
              <a:gd name="connsiteY0" fmla="*/ 2731232 h 3563776"/>
              <a:gd name="connsiteX1" fmla="*/ 2753742 w 5409957"/>
              <a:gd name="connsiteY1" fmla="*/ 7979 h 3563776"/>
              <a:gd name="connsiteX2" fmla="*/ 5409957 w 5409957"/>
              <a:gd name="connsiteY2" fmla="*/ 2153717 h 3563776"/>
              <a:gd name="connsiteX3" fmla="*/ 2745721 w 5409957"/>
              <a:gd name="connsiteY3" fmla="*/ 2109706 h 3563776"/>
              <a:gd name="connsiteX4" fmla="*/ 1275 w 5409957"/>
              <a:gd name="connsiteY4" fmla="*/ 2731232 h 3563776"/>
              <a:gd name="connsiteX0" fmla="*/ 1275 w 5409957"/>
              <a:gd name="connsiteY0" fmla="*/ 2723569 h 3556113"/>
              <a:gd name="connsiteX1" fmla="*/ 2753742 w 5409957"/>
              <a:gd name="connsiteY1" fmla="*/ 316 h 3556113"/>
              <a:gd name="connsiteX2" fmla="*/ 5409957 w 5409957"/>
              <a:gd name="connsiteY2" fmla="*/ 2146054 h 3556113"/>
              <a:gd name="connsiteX3" fmla="*/ 2745721 w 5409957"/>
              <a:gd name="connsiteY3" fmla="*/ 2102043 h 3556113"/>
              <a:gd name="connsiteX4" fmla="*/ 1275 w 5409957"/>
              <a:gd name="connsiteY4" fmla="*/ 2723569 h 3556113"/>
              <a:gd name="connsiteX0" fmla="*/ 48773 w 5457455"/>
              <a:gd name="connsiteY0" fmla="*/ 2723333 h 2813832"/>
              <a:gd name="connsiteX1" fmla="*/ 2801240 w 5457455"/>
              <a:gd name="connsiteY1" fmla="*/ 80 h 2813832"/>
              <a:gd name="connsiteX2" fmla="*/ 5457455 w 5457455"/>
              <a:gd name="connsiteY2" fmla="*/ 2145818 h 2813832"/>
              <a:gd name="connsiteX3" fmla="*/ 2793219 w 5457455"/>
              <a:gd name="connsiteY3" fmla="*/ 2101807 h 2813832"/>
              <a:gd name="connsiteX4" fmla="*/ 1168627 w 5457455"/>
              <a:gd name="connsiteY4" fmla="*/ 1849597 h 2813832"/>
              <a:gd name="connsiteX5" fmla="*/ 48773 w 5457455"/>
              <a:gd name="connsiteY5" fmla="*/ 2723333 h 2813832"/>
              <a:gd name="connsiteX0" fmla="*/ 58447 w 5467129"/>
              <a:gd name="connsiteY0" fmla="*/ 2737061 h 2827560"/>
              <a:gd name="connsiteX1" fmla="*/ 440364 w 5467129"/>
              <a:gd name="connsiteY1" fmla="*/ 1309872 h 2827560"/>
              <a:gd name="connsiteX2" fmla="*/ 2810914 w 5467129"/>
              <a:gd name="connsiteY2" fmla="*/ 13808 h 2827560"/>
              <a:gd name="connsiteX3" fmla="*/ 5467129 w 5467129"/>
              <a:gd name="connsiteY3" fmla="*/ 2159546 h 2827560"/>
              <a:gd name="connsiteX4" fmla="*/ 2802893 w 5467129"/>
              <a:gd name="connsiteY4" fmla="*/ 2115535 h 2827560"/>
              <a:gd name="connsiteX5" fmla="*/ 1178301 w 5467129"/>
              <a:gd name="connsiteY5" fmla="*/ 1863325 h 2827560"/>
              <a:gd name="connsiteX6" fmla="*/ 58447 w 5467129"/>
              <a:gd name="connsiteY6" fmla="*/ 2737061 h 2827560"/>
              <a:gd name="connsiteX0" fmla="*/ 58447 w 5467129"/>
              <a:gd name="connsiteY0" fmla="*/ 2739880 h 2830379"/>
              <a:gd name="connsiteX1" fmla="*/ 440364 w 5467129"/>
              <a:gd name="connsiteY1" fmla="*/ 1312691 h 2830379"/>
              <a:gd name="connsiteX2" fmla="*/ 2810914 w 5467129"/>
              <a:gd name="connsiteY2" fmla="*/ 16627 h 2830379"/>
              <a:gd name="connsiteX3" fmla="*/ 5467129 w 5467129"/>
              <a:gd name="connsiteY3" fmla="*/ 2162365 h 2830379"/>
              <a:gd name="connsiteX4" fmla="*/ 2802893 w 5467129"/>
              <a:gd name="connsiteY4" fmla="*/ 2118354 h 2830379"/>
              <a:gd name="connsiteX5" fmla="*/ 1178301 w 5467129"/>
              <a:gd name="connsiteY5" fmla="*/ 1866144 h 2830379"/>
              <a:gd name="connsiteX6" fmla="*/ 58447 w 5467129"/>
              <a:gd name="connsiteY6" fmla="*/ 2739880 h 2830379"/>
              <a:gd name="connsiteX0" fmla="*/ 30708 w 5439390"/>
              <a:gd name="connsiteY0" fmla="*/ 2739880 h 2830379"/>
              <a:gd name="connsiteX1" fmla="*/ 412625 w 5439390"/>
              <a:gd name="connsiteY1" fmla="*/ 1312691 h 2830379"/>
              <a:gd name="connsiteX2" fmla="*/ 2783175 w 5439390"/>
              <a:gd name="connsiteY2" fmla="*/ 16627 h 2830379"/>
              <a:gd name="connsiteX3" fmla="*/ 5439390 w 5439390"/>
              <a:gd name="connsiteY3" fmla="*/ 2162365 h 2830379"/>
              <a:gd name="connsiteX4" fmla="*/ 2775154 w 5439390"/>
              <a:gd name="connsiteY4" fmla="*/ 2118354 h 2830379"/>
              <a:gd name="connsiteX5" fmla="*/ 1150562 w 5439390"/>
              <a:gd name="connsiteY5" fmla="*/ 1866144 h 2830379"/>
              <a:gd name="connsiteX6" fmla="*/ 30708 w 5439390"/>
              <a:gd name="connsiteY6" fmla="*/ 2739880 h 2830379"/>
              <a:gd name="connsiteX0" fmla="*/ 12386 w 5421068"/>
              <a:gd name="connsiteY0" fmla="*/ 2739880 h 2830379"/>
              <a:gd name="connsiteX1" fmla="*/ 394303 w 5421068"/>
              <a:gd name="connsiteY1" fmla="*/ 1312691 h 2830379"/>
              <a:gd name="connsiteX2" fmla="*/ 2764853 w 5421068"/>
              <a:gd name="connsiteY2" fmla="*/ 16627 h 2830379"/>
              <a:gd name="connsiteX3" fmla="*/ 5421068 w 5421068"/>
              <a:gd name="connsiteY3" fmla="*/ 2162365 h 2830379"/>
              <a:gd name="connsiteX4" fmla="*/ 2756832 w 5421068"/>
              <a:gd name="connsiteY4" fmla="*/ 2118354 h 2830379"/>
              <a:gd name="connsiteX5" fmla="*/ 1132240 w 5421068"/>
              <a:gd name="connsiteY5" fmla="*/ 1866144 h 2830379"/>
              <a:gd name="connsiteX6" fmla="*/ 12386 w 5421068"/>
              <a:gd name="connsiteY6" fmla="*/ 2739880 h 2830379"/>
              <a:gd name="connsiteX0" fmla="*/ 6354 w 5415036"/>
              <a:gd name="connsiteY0" fmla="*/ 2739880 h 2830379"/>
              <a:gd name="connsiteX1" fmla="*/ 388271 w 5415036"/>
              <a:gd name="connsiteY1" fmla="*/ 1312691 h 2830379"/>
              <a:gd name="connsiteX2" fmla="*/ 2758821 w 5415036"/>
              <a:gd name="connsiteY2" fmla="*/ 16627 h 2830379"/>
              <a:gd name="connsiteX3" fmla="*/ 5415036 w 5415036"/>
              <a:gd name="connsiteY3" fmla="*/ 2162365 h 2830379"/>
              <a:gd name="connsiteX4" fmla="*/ 2750800 w 5415036"/>
              <a:gd name="connsiteY4" fmla="*/ 2118354 h 2830379"/>
              <a:gd name="connsiteX5" fmla="*/ 1126208 w 5415036"/>
              <a:gd name="connsiteY5" fmla="*/ 1866144 h 2830379"/>
              <a:gd name="connsiteX6" fmla="*/ 652965 w 5415036"/>
              <a:gd name="connsiteY6" fmla="*/ 2106776 h 2830379"/>
              <a:gd name="connsiteX7" fmla="*/ 6354 w 5415036"/>
              <a:gd name="connsiteY7" fmla="*/ 2739880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568316 w 5330387"/>
              <a:gd name="connsiteY6" fmla="*/ 2106776 h 2830379"/>
              <a:gd name="connsiteX7" fmla="*/ 9937 w 5330387"/>
              <a:gd name="connsiteY7" fmla="*/ 2098196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9937 w 5330387"/>
              <a:gd name="connsiteY6" fmla="*/ 2098196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31622 w 5320450"/>
              <a:gd name="connsiteY0" fmla="*/ 1866144 h 2830379"/>
              <a:gd name="connsiteX1" fmla="*/ 0 w 5320450"/>
              <a:gd name="connsiteY1" fmla="*/ 2098196 h 2830379"/>
              <a:gd name="connsiteX2" fmla="*/ 293685 w 5320450"/>
              <a:gd name="connsiteY2" fmla="*/ 1312691 h 2830379"/>
              <a:gd name="connsiteX3" fmla="*/ 2664235 w 5320450"/>
              <a:gd name="connsiteY3" fmla="*/ 16627 h 2830379"/>
              <a:gd name="connsiteX4" fmla="*/ 5320450 w 5320450"/>
              <a:gd name="connsiteY4" fmla="*/ 2162365 h 2830379"/>
              <a:gd name="connsiteX5" fmla="*/ 2656214 w 5320450"/>
              <a:gd name="connsiteY5" fmla="*/ 2118354 h 2830379"/>
              <a:gd name="connsiteX6" fmla="*/ 1123062 w 5320450"/>
              <a:gd name="connsiteY6" fmla="*/ 1957584 h 2830379"/>
              <a:gd name="connsiteX0" fmla="*/ 1052642 w 5341470"/>
              <a:gd name="connsiteY0" fmla="*/ 1866144 h 2830379"/>
              <a:gd name="connsiteX1" fmla="*/ 0 w 5341470"/>
              <a:gd name="connsiteY1" fmla="*/ 2050900 h 2830379"/>
              <a:gd name="connsiteX2" fmla="*/ 314705 w 5341470"/>
              <a:gd name="connsiteY2" fmla="*/ 1312691 h 2830379"/>
              <a:gd name="connsiteX3" fmla="*/ 2685255 w 5341470"/>
              <a:gd name="connsiteY3" fmla="*/ 16627 h 2830379"/>
              <a:gd name="connsiteX4" fmla="*/ 5341470 w 5341470"/>
              <a:gd name="connsiteY4" fmla="*/ 2162365 h 2830379"/>
              <a:gd name="connsiteX5" fmla="*/ 2677234 w 5341470"/>
              <a:gd name="connsiteY5" fmla="*/ 2118354 h 2830379"/>
              <a:gd name="connsiteX6" fmla="*/ 1144082 w 5341470"/>
              <a:gd name="connsiteY6" fmla="*/ 1957584 h 2830379"/>
              <a:gd name="connsiteX0" fmla="*/ 1052642 w 5341470"/>
              <a:gd name="connsiteY0" fmla="*/ 1895407 h 2859642"/>
              <a:gd name="connsiteX1" fmla="*/ 0 w 5341470"/>
              <a:gd name="connsiteY1" fmla="*/ 2080163 h 2859642"/>
              <a:gd name="connsiteX2" fmla="*/ 584289 w 5341470"/>
              <a:gd name="connsiteY2" fmla="*/ 981294 h 2859642"/>
              <a:gd name="connsiteX3" fmla="*/ 2685255 w 5341470"/>
              <a:gd name="connsiteY3" fmla="*/ 45890 h 2859642"/>
              <a:gd name="connsiteX4" fmla="*/ 5341470 w 5341470"/>
              <a:gd name="connsiteY4" fmla="*/ 2191628 h 2859642"/>
              <a:gd name="connsiteX5" fmla="*/ 2677234 w 5341470"/>
              <a:gd name="connsiteY5" fmla="*/ 2147617 h 2859642"/>
              <a:gd name="connsiteX6" fmla="*/ 1144082 w 5341470"/>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84910 h 2849145"/>
              <a:gd name="connsiteX1" fmla="*/ 0 w 5323254"/>
              <a:gd name="connsiteY1" fmla="*/ 2066023 h 2849145"/>
              <a:gd name="connsiteX2" fmla="*/ 566073 w 5323254"/>
              <a:gd name="connsiteY2" fmla="*/ 970797 h 2849145"/>
              <a:gd name="connsiteX3" fmla="*/ 2667039 w 5323254"/>
              <a:gd name="connsiteY3" fmla="*/ 35393 h 2849145"/>
              <a:gd name="connsiteX4" fmla="*/ 5323254 w 5323254"/>
              <a:gd name="connsiteY4" fmla="*/ 2181131 h 2849145"/>
              <a:gd name="connsiteX5" fmla="*/ 2659018 w 5323254"/>
              <a:gd name="connsiteY5" fmla="*/ 2137120 h 2849145"/>
              <a:gd name="connsiteX6" fmla="*/ 1125866 w 5323254"/>
              <a:gd name="connsiteY6" fmla="*/ 1976350 h 2849145"/>
              <a:gd name="connsiteX0" fmla="*/ 1034426 w 5323254"/>
              <a:gd name="connsiteY0" fmla="*/ 1850327 h 2814562"/>
              <a:gd name="connsiteX1" fmla="*/ 0 w 5323254"/>
              <a:gd name="connsiteY1" fmla="*/ 2031440 h 2814562"/>
              <a:gd name="connsiteX2" fmla="*/ 566073 w 5323254"/>
              <a:gd name="connsiteY2" fmla="*/ 936214 h 2814562"/>
              <a:gd name="connsiteX3" fmla="*/ 2667039 w 5323254"/>
              <a:gd name="connsiteY3" fmla="*/ 810 h 2814562"/>
              <a:gd name="connsiteX4" fmla="*/ 5323254 w 5323254"/>
              <a:gd name="connsiteY4" fmla="*/ 2146548 h 2814562"/>
              <a:gd name="connsiteX5" fmla="*/ 2659018 w 5323254"/>
              <a:gd name="connsiteY5" fmla="*/ 2102537 h 2814562"/>
              <a:gd name="connsiteX6" fmla="*/ 1125866 w 5323254"/>
              <a:gd name="connsiteY6" fmla="*/ 1941767 h 2814562"/>
              <a:gd name="connsiteX0" fmla="*/ 1034426 w 5323254"/>
              <a:gd name="connsiteY0" fmla="*/ 1870005 h 2834240"/>
              <a:gd name="connsiteX1" fmla="*/ 0 w 5323254"/>
              <a:gd name="connsiteY1" fmla="*/ 2051118 h 2834240"/>
              <a:gd name="connsiteX2" fmla="*/ 566073 w 5323254"/>
              <a:gd name="connsiteY2" fmla="*/ 955892 h 2834240"/>
              <a:gd name="connsiteX3" fmla="*/ 2667039 w 5323254"/>
              <a:gd name="connsiteY3" fmla="*/ 781 h 2834240"/>
              <a:gd name="connsiteX4" fmla="*/ 5323254 w 5323254"/>
              <a:gd name="connsiteY4" fmla="*/ 2166226 h 2834240"/>
              <a:gd name="connsiteX5" fmla="*/ 2659018 w 5323254"/>
              <a:gd name="connsiteY5" fmla="*/ 2122215 h 2834240"/>
              <a:gd name="connsiteX6" fmla="*/ 1125866 w 5323254"/>
              <a:gd name="connsiteY6" fmla="*/ 1961445 h 2834240"/>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378075"/>
              <a:gd name="connsiteX1" fmla="*/ 0 w 5323254"/>
              <a:gd name="connsiteY1" fmla="*/ 2050391 h 2378075"/>
              <a:gd name="connsiteX2" fmla="*/ 566073 w 5323254"/>
              <a:gd name="connsiteY2" fmla="*/ 955165 h 2378075"/>
              <a:gd name="connsiteX3" fmla="*/ 2667039 w 5323254"/>
              <a:gd name="connsiteY3" fmla="*/ 54 h 2378075"/>
              <a:gd name="connsiteX4" fmla="*/ 5323254 w 5323254"/>
              <a:gd name="connsiteY4" fmla="*/ 2165499 h 2378075"/>
              <a:gd name="connsiteX5" fmla="*/ 2659018 w 5323254"/>
              <a:gd name="connsiteY5" fmla="*/ 2121488 h 2378075"/>
              <a:gd name="connsiteX6" fmla="*/ 1125866 w 5323254"/>
              <a:gd name="connsiteY6" fmla="*/ 1960718 h 2378075"/>
              <a:gd name="connsiteX0" fmla="*/ 1034426 w 5335078"/>
              <a:gd name="connsiteY0" fmla="*/ 1902587 h 2386535"/>
              <a:gd name="connsiteX1" fmla="*/ 0 w 5335078"/>
              <a:gd name="connsiteY1" fmla="*/ 2083700 h 2386535"/>
              <a:gd name="connsiteX2" fmla="*/ 566073 w 5335078"/>
              <a:gd name="connsiteY2" fmla="*/ 988474 h 2386535"/>
              <a:gd name="connsiteX3" fmla="*/ 2667039 w 5335078"/>
              <a:gd name="connsiteY3" fmla="*/ 33363 h 2386535"/>
              <a:gd name="connsiteX4" fmla="*/ 5335078 w 5335078"/>
              <a:gd name="connsiteY4" fmla="*/ 2171219 h 2386535"/>
              <a:gd name="connsiteX5" fmla="*/ 2659018 w 5335078"/>
              <a:gd name="connsiteY5" fmla="*/ 2154797 h 2386535"/>
              <a:gd name="connsiteX6" fmla="*/ 1125866 w 5335078"/>
              <a:gd name="connsiteY6" fmla="*/ 1994027 h 2386535"/>
              <a:gd name="connsiteX0" fmla="*/ 1034426 w 5335078"/>
              <a:gd name="connsiteY0" fmla="*/ 1902587 h 2430925"/>
              <a:gd name="connsiteX1" fmla="*/ 0 w 5335078"/>
              <a:gd name="connsiteY1" fmla="*/ 2083700 h 2430925"/>
              <a:gd name="connsiteX2" fmla="*/ 566073 w 5335078"/>
              <a:gd name="connsiteY2" fmla="*/ 988474 h 2430925"/>
              <a:gd name="connsiteX3" fmla="*/ 2667039 w 5335078"/>
              <a:gd name="connsiteY3" fmla="*/ 33363 h 2430925"/>
              <a:gd name="connsiteX4" fmla="*/ 5335078 w 5335078"/>
              <a:gd name="connsiteY4" fmla="*/ 2171219 h 2430925"/>
              <a:gd name="connsiteX5" fmla="*/ 2659018 w 5335078"/>
              <a:gd name="connsiteY5" fmla="*/ 2154797 h 2430925"/>
              <a:gd name="connsiteX6" fmla="*/ 1125866 w 5335078"/>
              <a:gd name="connsiteY6" fmla="*/ 1994027 h 2430925"/>
              <a:gd name="connsiteX0" fmla="*/ 1034426 w 5335078"/>
              <a:gd name="connsiteY0" fmla="*/ 1902587 h 2424228"/>
              <a:gd name="connsiteX1" fmla="*/ 0 w 5335078"/>
              <a:gd name="connsiteY1" fmla="*/ 2083700 h 2424228"/>
              <a:gd name="connsiteX2" fmla="*/ 566073 w 5335078"/>
              <a:gd name="connsiteY2" fmla="*/ 988474 h 2424228"/>
              <a:gd name="connsiteX3" fmla="*/ 2667039 w 5335078"/>
              <a:gd name="connsiteY3" fmla="*/ 33363 h 2424228"/>
              <a:gd name="connsiteX4" fmla="*/ 5335078 w 5335078"/>
              <a:gd name="connsiteY4" fmla="*/ 2171219 h 2424228"/>
              <a:gd name="connsiteX5" fmla="*/ 2659018 w 5335078"/>
              <a:gd name="connsiteY5" fmla="*/ 2154797 h 2424228"/>
              <a:gd name="connsiteX6" fmla="*/ 1125866 w 5335078"/>
              <a:gd name="connsiteY6" fmla="*/ 1994027 h 2424228"/>
              <a:gd name="connsiteX0" fmla="*/ 1034426 w 5335078"/>
              <a:gd name="connsiteY0" fmla="*/ 1902587 h 2391766"/>
              <a:gd name="connsiteX1" fmla="*/ 0 w 5335078"/>
              <a:gd name="connsiteY1" fmla="*/ 2083700 h 2391766"/>
              <a:gd name="connsiteX2" fmla="*/ 566073 w 5335078"/>
              <a:gd name="connsiteY2" fmla="*/ 988474 h 2391766"/>
              <a:gd name="connsiteX3" fmla="*/ 2667039 w 5335078"/>
              <a:gd name="connsiteY3" fmla="*/ 33363 h 2391766"/>
              <a:gd name="connsiteX4" fmla="*/ 5335078 w 5335078"/>
              <a:gd name="connsiteY4" fmla="*/ 2171219 h 2391766"/>
              <a:gd name="connsiteX5" fmla="*/ 2659018 w 5335078"/>
              <a:gd name="connsiteY5" fmla="*/ 2154797 h 2391766"/>
              <a:gd name="connsiteX6" fmla="*/ 1125866 w 5335078"/>
              <a:gd name="connsiteY6" fmla="*/ 1994027 h 2391766"/>
              <a:gd name="connsiteX0" fmla="*/ 1034426 w 5335078"/>
              <a:gd name="connsiteY0" fmla="*/ 1902587 h 2378193"/>
              <a:gd name="connsiteX1" fmla="*/ 0 w 5335078"/>
              <a:gd name="connsiteY1" fmla="*/ 2083700 h 2378193"/>
              <a:gd name="connsiteX2" fmla="*/ 566073 w 5335078"/>
              <a:gd name="connsiteY2" fmla="*/ 988474 h 2378193"/>
              <a:gd name="connsiteX3" fmla="*/ 2667039 w 5335078"/>
              <a:gd name="connsiteY3" fmla="*/ 33363 h 2378193"/>
              <a:gd name="connsiteX4" fmla="*/ 5335078 w 5335078"/>
              <a:gd name="connsiteY4" fmla="*/ 2171219 h 2378193"/>
              <a:gd name="connsiteX5" fmla="*/ 2659018 w 5335078"/>
              <a:gd name="connsiteY5" fmla="*/ 2154797 h 2378193"/>
              <a:gd name="connsiteX6" fmla="*/ 1125866 w 5335078"/>
              <a:gd name="connsiteY6" fmla="*/ 1994027 h 2378193"/>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7" fmla="*/ 1034426 w 5335078"/>
              <a:gd name="connsiteY7" fmla="*/ 1902587 h 2377034"/>
              <a:gd name="connsiteX0" fmla="*/ 1125866 w 5335078"/>
              <a:gd name="connsiteY0" fmla="*/ 199402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92890"/>
              <a:gd name="connsiteX1" fmla="*/ 0 w 5335078"/>
              <a:gd name="connsiteY1" fmla="*/ 2083700 h 2392890"/>
              <a:gd name="connsiteX2" fmla="*/ 566073 w 5335078"/>
              <a:gd name="connsiteY2" fmla="*/ 988474 h 2392890"/>
              <a:gd name="connsiteX3" fmla="*/ 2667039 w 5335078"/>
              <a:gd name="connsiteY3" fmla="*/ 33363 h 2392890"/>
              <a:gd name="connsiteX4" fmla="*/ 5335078 w 5335078"/>
              <a:gd name="connsiteY4" fmla="*/ 2171219 h 2392890"/>
              <a:gd name="connsiteX5" fmla="*/ 2659018 w 5335078"/>
              <a:gd name="connsiteY5" fmla="*/ 2154797 h 2392890"/>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21527 h 2364586"/>
              <a:gd name="connsiteX1" fmla="*/ 0 w 5335078"/>
              <a:gd name="connsiteY1" fmla="*/ 2050430 h 2364586"/>
              <a:gd name="connsiteX2" fmla="*/ 2667039 w 5335078"/>
              <a:gd name="connsiteY2" fmla="*/ 93 h 2364586"/>
              <a:gd name="connsiteX3" fmla="*/ 5335078 w 5335078"/>
              <a:gd name="connsiteY3" fmla="*/ 2137949 h 2364586"/>
              <a:gd name="connsiteX4" fmla="*/ 2659018 w 5335078"/>
              <a:gd name="connsiteY4" fmla="*/ 2121527 h 2364586"/>
              <a:gd name="connsiteX0" fmla="*/ 2659018 w 5335078"/>
              <a:gd name="connsiteY0" fmla="*/ 2126514 h 2369573"/>
              <a:gd name="connsiteX1" fmla="*/ 0 w 5335078"/>
              <a:gd name="connsiteY1" fmla="*/ 2055417 h 2369573"/>
              <a:gd name="connsiteX2" fmla="*/ 2667039 w 5335078"/>
              <a:gd name="connsiteY2" fmla="*/ 5080 h 2369573"/>
              <a:gd name="connsiteX3" fmla="*/ 5335078 w 5335078"/>
              <a:gd name="connsiteY3" fmla="*/ 2142936 h 2369573"/>
              <a:gd name="connsiteX4" fmla="*/ 2659018 w 5335078"/>
              <a:gd name="connsiteY4" fmla="*/ 2126514 h 2369573"/>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1753 h 2364812"/>
              <a:gd name="connsiteX1" fmla="*/ 0 w 5335078"/>
              <a:gd name="connsiteY1" fmla="*/ 2050656 h 2364812"/>
              <a:gd name="connsiteX2" fmla="*/ 2667039 w 5335078"/>
              <a:gd name="connsiteY2" fmla="*/ 319 h 2364812"/>
              <a:gd name="connsiteX3" fmla="*/ 5335078 w 5335078"/>
              <a:gd name="connsiteY3" fmla="*/ 2138175 h 2364812"/>
              <a:gd name="connsiteX4" fmla="*/ 2659018 w 5335078"/>
              <a:gd name="connsiteY4" fmla="*/ 2121753 h 2364812"/>
              <a:gd name="connsiteX0" fmla="*/ 2659018 w 5335078"/>
              <a:gd name="connsiteY0" fmla="*/ 2121721 h 2364780"/>
              <a:gd name="connsiteX1" fmla="*/ 0 w 5335078"/>
              <a:gd name="connsiteY1" fmla="*/ 2050624 h 2364780"/>
              <a:gd name="connsiteX2" fmla="*/ 2667039 w 5335078"/>
              <a:gd name="connsiteY2" fmla="*/ 287 h 2364780"/>
              <a:gd name="connsiteX3" fmla="*/ 5335078 w 5335078"/>
              <a:gd name="connsiteY3" fmla="*/ 2138143 h 2364780"/>
              <a:gd name="connsiteX4" fmla="*/ 2659018 w 5335078"/>
              <a:gd name="connsiteY4" fmla="*/ 2121721 h 2364780"/>
              <a:gd name="connsiteX0" fmla="*/ 2659018 w 5335078"/>
              <a:gd name="connsiteY0" fmla="*/ 2121435 h 2364494"/>
              <a:gd name="connsiteX1" fmla="*/ 0 w 5335078"/>
              <a:gd name="connsiteY1" fmla="*/ 2050338 h 2364494"/>
              <a:gd name="connsiteX2" fmla="*/ 2667039 w 5335078"/>
              <a:gd name="connsiteY2" fmla="*/ 1 h 2364494"/>
              <a:gd name="connsiteX3" fmla="*/ 5335078 w 5335078"/>
              <a:gd name="connsiteY3" fmla="*/ 2137857 h 2364494"/>
              <a:gd name="connsiteX4" fmla="*/ 2659018 w 5335078"/>
              <a:gd name="connsiteY4" fmla="*/ 2121435 h 2364494"/>
              <a:gd name="connsiteX0" fmla="*/ 2659018 w 5335078"/>
              <a:gd name="connsiteY0" fmla="*/ 2127784 h 2370843"/>
              <a:gd name="connsiteX1" fmla="*/ 0 w 5335078"/>
              <a:gd name="connsiteY1" fmla="*/ 2056687 h 2370843"/>
              <a:gd name="connsiteX2" fmla="*/ 2660689 w 5335078"/>
              <a:gd name="connsiteY2" fmla="*/ 0 h 2370843"/>
              <a:gd name="connsiteX3" fmla="*/ 5335078 w 5335078"/>
              <a:gd name="connsiteY3" fmla="*/ 2144206 h 2370843"/>
              <a:gd name="connsiteX4" fmla="*/ 2659018 w 5335078"/>
              <a:gd name="connsiteY4" fmla="*/ 2127784 h 2370843"/>
              <a:gd name="connsiteX0" fmla="*/ 2659018 w 5335078"/>
              <a:gd name="connsiteY0" fmla="*/ 2108534 h 2351593"/>
              <a:gd name="connsiteX1" fmla="*/ 0 w 5335078"/>
              <a:gd name="connsiteY1" fmla="*/ 2037437 h 2351593"/>
              <a:gd name="connsiteX2" fmla="*/ 2660689 w 5335078"/>
              <a:gd name="connsiteY2" fmla="*/ 1 h 2351593"/>
              <a:gd name="connsiteX3" fmla="*/ 5335078 w 5335078"/>
              <a:gd name="connsiteY3" fmla="*/ 2124956 h 2351593"/>
              <a:gd name="connsiteX4" fmla="*/ 2659018 w 5335078"/>
              <a:gd name="connsiteY4" fmla="*/ 2108534 h 2351593"/>
              <a:gd name="connsiteX0" fmla="*/ 2659018 w 5335078"/>
              <a:gd name="connsiteY0" fmla="*/ 2111741 h 2354800"/>
              <a:gd name="connsiteX1" fmla="*/ 0 w 5335078"/>
              <a:gd name="connsiteY1" fmla="*/ 2040644 h 2354800"/>
              <a:gd name="connsiteX2" fmla="*/ 2660689 w 5335078"/>
              <a:gd name="connsiteY2" fmla="*/ 0 h 2354800"/>
              <a:gd name="connsiteX3" fmla="*/ 5335078 w 5335078"/>
              <a:gd name="connsiteY3" fmla="*/ 2128163 h 2354800"/>
              <a:gd name="connsiteX4" fmla="*/ 2659018 w 5335078"/>
              <a:gd name="connsiteY4" fmla="*/ 2111741 h 2354800"/>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5078" h="2354807">
                <a:moveTo>
                  <a:pt x="2659018" y="2111748"/>
                </a:moveTo>
                <a:cubicBezTo>
                  <a:pt x="1643714" y="1699082"/>
                  <a:pt x="419769" y="1884255"/>
                  <a:pt x="0" y="2040651"/>
                </a:cubicBezTo>
                <a:cubicBezTo>
                  <a:pt x="95392" y="1506223"/>
                  <a:pt x="860721" y="-3578"/>
                  <a:pt x="2660689" y="7"/>
                </a:cubicBezTo>
                <a:cubicBezTo>
                  <a:pt x="4460657" y="3592"/>
                  <a:pt x="5211709" y="1510238"/>
                  <a:pt x="5335078" y="2128170"/>
                </a:cubicBezTo>
                <a:cubicBezTo>
                  <a:pt x="4302438" y="2512830"/>
                  <a:pt x="3315656" y="2339170"/>
                  <a:pt x="2659018" y="2111748"/>
                </a:cubicBezTo>
                <a:close/>
              </a:path>
            </a:pathLst>
          </a:custGeom>
        </p:spPr>
        <p:txBody>
          <a:bodyPr/>
          <a:lstStyle>
            <a:lvl1pPr marL="0" indent="0" algn="ctr">
              <a:buFont typeface="Arial" panose="020B0604020202020204" pitchFamily="34" charset="0"/>
              <a:buNone/>
              <a:defRPr/>
            </a:lvl1pPr>
          </a:lstStyle>
          <a:p>
            <a:r>
              <a:rPr lang="en-GB"/>
              <a:t>Click icon to add picture</a:t>
            </a:r>
          </a:p>
        </p:txBody>
      </p:sp>
      <p:sp>
        <p:nvSpPr>
          <p:cNvPr id="11" name="Slide Number Placeholder 5">
            <a:extLst>
              <a:ext uri="{FF2B5EF4-FFF2-40B4-BE49-F238E27FC236}">
                <a16:creationId xmlns:a16="http://schemas.microsoft.com/office/drawing/2014/main" id="{16953581-152C-6D9E-013F-624D6BED6D8F}"/>
              </a:ext>
            </a:extLst>
          </p:cNvPr>
          <p:cNvSpPr>
            <a:spLocks noGrp="1"/>
          </p:cNvSpPr>
          <p:nvPr>
            <p:ph type="sldNum" sz="quarter" idx="4"/>
          </p:nvPr>
        </p:nvSpPr>
        <p:spPr>
          <a:xfrm>
            <a:off x="11628645" y="6387881"/>
            <a:ext cx="418837" cy="365125"/>
          </a:xfrm>
          <a:prstGeom prst="rect">
            <a:avLst/>
          </a:prstGeom>
        </p:spPr>
        <p:txBody>
          <a:bodyPr vert="horz" lIns="91440" tIns="45720" rIns="91440" bIns="45720" rtlCol="0" anchor="ctr"/>
          <a:lstStyle>
            <a:lvl1pPr algn="r">
              <a:defRPr sz="1050">
                <a:solidFill>
                  <a:srgbClr val="ABB4BD"/>
                </a:solidFill>
                <a:latin typeface="Arial" panose="020B0604020202020204" pitchFamily="34" charset="0"/>
                <a:cs typeface="Arial" panose="020B0604020202020204" pitchFamily="34" charset="0"/>
              </a:defRPr>
            </a:lvl1pPr>
          </a:lstStyle>
          <a:p>
            <a:fld id="{1E3508AD-6785-9A40-B664-AC186F99CF3B}" type="slidenum">
              <a:rPr lang="en-GB" smtClean="0"/>
              <a:pPr/>
              <a:t>‹#›</a:t>
            </a:fld>
            <a:endParaRPr lang="en-GB"/>
          </a:p>
        </p:txBody>
      </p:sp>
      <p:sp>
        <p:nvSpPr>
          <p:cNvPr id="12" name="Footer Placeholder 11">
            <a:extLst>
              <a:ext uri="{FF2B5EF4-FFF2-40B4-BE49-F238E27FC236}">
                <a16:creationId xmlns:a16="http://schemas.microsoft.com/office/drawing/2014/main" id="{8678D961-DE29-A9D4-7AC1-695606C3CD6A}"/>
              </a:ext>
            </a:extLst>
          </p:cNvPr>
          <p:cNvSpPr>
            <a:spLocks noGrp="1"/>
          </p:cNvSpPr>
          <p:nvPr>
            <p:ph type="ftr" sz="quarter" idx="12"/>
          </p:nvPr>
        </p:nvSpPr>
        <p:spPr/>
        <p:txBody>
          <a:bodyPr/>
          <a:lstStyle/>
          <a:p>
            <a:r>
              <a:rPr lang="en-GB"/>
              <a:t>SDR HUB OVERVIEW</a:t>
            </a:r>
          </a:p>
        </p:txBody>
      </p:sp>
    </p:spTree>
    <p:extLst>
      <p:ext uri="{BB962C8B-B14F-4D97-AF65-F5344CB8AC3E}">
        <p14:creationId xmlns:p14="http://schemas.microsoft.com/office/powerpoint/2010/main" val="25394443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_Image rounded corners">
    <p:bg>
      <p:bgPr>
        <a:solidFill>
          <a:schemeClr val="accent3"/>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1E80DB9-8F03-6988-0C82-EEBDF59776B5}"/>
              </a:ext>
            </a:extLst>
          </p:cNvPr>
          <p:cNvSpPr>
            <a:spLocks noGrp="1"/>
          </p:cNvSpPr>
          <p:nvPr>
            <p:ph type="pic" sz="quarter" idx="10"/>
          </p:nvPr>
        </p:nvSpPr>
        <p:spPr>
          <a:xfrm>
            <a:off x="209550" y="212602"/>
            <a:ext cx="11772900" cy="6432673"/>
          </a:xfrm>
          <a:prstGeom prst="roundRect">
            <a:avLst>
              <a:gd name="adj" fmla="val 2092"/>
            </a:avLst>
          </a:prstGeom>
        </p:spPr>
        <p:txBody>
          <a:bodyPr/>
          <a:lstStyle/>
          <a:p>
            <a:r>
              <a:rPr lang="en-GB"/>
              <a:t>Click icon to add picture</a:t>
            </a:r>
          </a:p>
        </p:txBody>
      </p:sp>
    </p:spTree>
    <p:extLst>
      <p:ext uri="{BB962C8B-B14F-4D97-AF65-F5344CB8AC3E}">
        <p14:creationId xmlns:p14="http://schemas.microsoft.com/office/powerpoint/2010/main" val="406684473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3"/>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087548-065A-2FD2-84C8-203BB1A6A53A}"/>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6" name="Title Placeholder 1">
            <a:extLst>
              <a:ext uri="{FF2B5EF4-FFF2-40B4-BE49-F238E27FC236}">
                <a16:creationId xmlns:a16="http://schemas.microsoft.com/office/drawing/2014/main" id="{ABEA7441-A828-B046-2CD2-CF60712763F3}"/>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p>
            <a:r>
              <a:rPr lang="en-GB"/>
              <a:t>Click to edit Master title style</a:t>
            </a:r>
          </a:p>
        </p:txBody>
      </p:sp>
      <p:sp>
        <p:nvSpPr>
          <p:cNvPr id="7" name="Footer Placeholder 6">
            <a:extLst>
              <a:ext uri="{FF2B5EF4-FFF2-40B4-BE49-F238E27FC236}">
                <a16:creationId xmlns:a16="http://schemas.microsoft.com/office/drawing/2014/main" id="{A2C426D2-7C57-9C3B-F590-3A3BA1F97496}"/>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7824275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hank you Slid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6657-0D83-5855-DF19-95C81EAA2430}"/>
              </a:ext>
            </a:extLst>
          </p:cNvPr>
          <p:cNvSpPr>
            <a:spLocks noGrp="1"/>
          </p:cNvSpPr>
          <p:nvPr>
            <p:ph type="title"/>
          </p:nvPr>
        </p:nvSpPr>
        <p:spPr>
          <a:xfrm>
            <a:off x="831850" y="1637529"/>
            <a:ext cx="10515600" cy="2852737"/>
          </a:xfrm>
          <a:prstGeom prst="rect">
            <a:avLst/>
          </a:prstGeom>
        </p:spPr>
        <p:txBody>
          <a:bodyPr anchor="b">
            <a:normAutofit/>
          </a:bodyPr>
          <a:lstStyle>
            <a:lvl1pPr algn="ctr">
              <a:defRPr sz="3600"/>
            </a:lvl1pPr>
          </a:lstStyle>
          <a:p>
            <a:r>
              <a:rPr lang="en-GB"/>
              <a:t>Click to edit Master title style</a:t>
            </a:r>
          </a:p>
        </p:txBody>
      </p:sp>
      <p:sp>
        <p:nvSpPr>
          <p:cNvPr id="3" name="Text Placeholder 2">
            <a:extLst>
              <a:ext uri="{FF2B5EF4-FFF2-40B4-BE49-F238E27FC236}">
                <a16:creationId xmlns:a16="http://schemas.microsoft.com/office/drawing/2014/main" id="{B225E69F-50C0-1AAE-0AC4-C5D895EFB7B4}"/>
              </a:ext>
            </a:extLst>
          </p:cNvPr>
          <p:cNvSpPr>
            <a:spLocks noGrp="1"/>
          </p:cNvSpPr>
          <p:nvPr>
            <p:ph type="body" idx="1"/>
          </p:nvPr>
        </p:nvSpPr>
        <p:spPr>
          <a:xfrm>
            <a:off x="831850" y="5052558"/>
            <a:ext cx="10515600" cy="782139"/>
          </a:xfrm>
          <a:prstGeom prst="rect">
            <a:avLst/>
          </a:prstGeom>
        </p:spPr>
        <p:txBody>
          <a:bodyPr>
            <a:normAutofit/>
          </a:bodyPr>
          <a:lstStyle>
            <a:lvl1pPr marL="0" indent="0" algn="ctr">
              <a:lnSpc>
                <a:spcPct val="100000"/>
              </a:lnSpc>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6F6CCF9A-2D5A-BA6D-71A9-DDEBF05C90F2}"/>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3" name="Footer Placeholder 12">
            <a:extLst>
              <a:ext uri="{FF2B5EF4-FFF2-40B4-BE49-F238E27FC236}">
                <a16:creationId xmlns:a16="http://schemas.microsoft.com/office/drawing/2014/main" id="{6D02ABFB-6F3B-6110-5720-080212808FD3}"/>
              </a:ext>
            </a:extLst>
          </p:cNvPr>
          <p:cNvSpPr>
            <a:spLocks noGrp="1"/>
          </p:cNvSpPr>
          <p:nvPr>
            <p:ph type="ftr" sz="quarter" idx="13"/>
          </p:nvPr>
        </p:nvSpPr>
        <p:spPr/>
        <p:txBody>
          <a:bodyPr/>
          <a:lstStyle/>
          <a:p>
            <a:r>
              <a:rPr lang="en-GB"/>
              <a:t>SDR HUB OVERVIEW</a:t>
            </a:r>
          </a:p>
        </p:txBody>
      </p:sp>
      <p:sp>
        <p:nvSpPr>
          <p:cNvPr id="14" name="Text Placeholder 19">
            <a:extLst>
              <a:ext uri="{FF2B5EF4-FFF2-40B4-BE49-F238E27FC236}">
                <a16:creationId xmlns:a16="http://schemas.microsoft.com/office/drawing/2014/main" id="{8585F5B5-E53F-66CC-5BA2-B03414A94605}"/>
              </a:ext>
            </a:extLst>
          </p:cNvPr>
          <p:cNvSpPr>
            <a:spLocks noGrp="1"/>
          </p:cNvSpPr>
          <p:nvPr>
            <p:ph type="body" sz="quarter" idx="14" hasCustomPrompt="1"/>
          </p:nvPr>
        </p:nvSpPr>
        <p:spPr>
          <a:xfrm>
            <a:off x="1524000" y="4659493"/>
            <a:ext cx="4327233" cy="223837"/>
          </a:xfrm>
        </p:spPr>
        <p:txBody>
          <a:bodyPr>
            <a:noAutofit/>
          </a:bodyPr>
          <a:lstStyle>
            <a:lvl1pPr marL="0" indent="0" algn="r">
              <a:buFont typeface="Arial" panose="020B0604020202020204" pitchFamily="34" charset="0"/>
              <a:buNone/>
              <a:defRPr sz="1600"/>
            </a:lvl1pPr>
          </a:lstStyle>
          <a:p>
            <a:r>
              <a:rPr lang="en-GB"/>
              <a:t>Name Surname</a:t>
            </a:r>
          </a:p>
        </p:txBody>
      </p:sp>
      <p:sp>
        <p:nvSpPr>
          <p:cNvPr id="15" name="Text Placeholder 20">
            <a:extLst>
              <a:ext uri="{FF2B5EF4-FFF2-40B4-BE49-F238E27FC236}">
                <a16:creationId xmlns:a16="http://schemas.microsoft.com/office/drawing/2014/main" id="{3772A83B-F776-ADB8-EA5E-158FAE3EC53A}"/>
              </a:ext>
            </a:extLst>
          </p:cNvPr>
          <p:cNvSpPr>
            <a:spLocks noGrp="1"/>
          </p:cNvSpPr>
          <p:nvPr>
            <p:ph type="body" sz="quarter" idx="15" hasCustomPrompt="1"/>
          </p:nvPr>
        </p:nvSpPr>
        <p:spPr>
          <a:xfrm>
            <a:off x="6340766" y="4659493"/>
            <a:ext cx="4327233" cy="223837"/>
          </a:xfrm>
        </p:spPr>
        <p:txBody>
          <a:bodyPr>
            <a:noAutofit/>
          </a:bodyPr>
          <a:lstStyle>
            <a:lvl1pPr marL="0" indent="0">
              <a:buFont typeface="Arial" panose="020B0604020202020204" pitchFamily="34" charset="0"/>
              <a:buNone/>
              <a:defRPr sz="1600"/>
            </a:lvl1pPr>
          </a:lstStyle>
          <a:p>
            <a:r>
              <a:rPr lang="en-GB"/>
              <a:t>Job Title</a:t>
            </a:r>
          </a:p>
        </p:txBody>
      </p:sp>
    </p:spTree>
    <p:extLst>
      <p:ext uri="{BB962C8B-B14F-4D97-AF65-F5344CB8AC3E}">
        <p14:creationId xmlns:p14="http://schemas.microsoft.com/office/powerpoint/2010/main" val="219198921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4_Circ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5A039A5-CD3C-96B7-5B42-7CECE48C3501}"/>
              </a:ext>
            </a:extLst>
          </p:cNvPr>
          <p:cNvSpPr/>
          <p:nvPr userDrawn="1"/>
        </p:nvSpPr>
        <p:spPr>
          <a:xfrm>
            <a:off x="6069105" y="0"/>
            <a:ext cx="61228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a:extLst>
              <a:ext uri="{FF2B5EF4-FFF2-40B4-BE49-F238E27FC236}">
                <a16:creationId xmlns:a16="http://schemas.microsoft.com/office/drawing/2014/main" id="{C1E80DB9-8F03-6988-0C82-EEBDF59776B5}"/>
              </a:ext>
            </a:extLst>
          </p:cNvPr>
          <p:cNvSpPr>
            <a:spLocks noGrp="1" noChangeAspect="1"/>
          </p:cNvSpPr>
          <p:nvPr>
            <p:ph type="pic" sz="quarter" idx="10"/>
          </p:nvPr>
        </p:nvSpPr>
        <p:spPr>
          <a:xfrm>
            <a:off x="6924730" y="1393003"/>
            <a:ext cx="4429573" cy="4429573"/>
          </a:xfrm>
          <a:prstGeom prst="ellipse">
            <a:avLst/>
          </a:prstGeom>
        </p:spPr>
        <p:txBody>
          <a:bodyPr/>
          <a:lstStyle/>
          <a:p>
            <a:endParaRPr lang="en-GB"/>
          </a:p>
        </p:txBody>
      </p:sp>
      <p:sp>
        <p:nvSpPr>
          <p:cNvPr id="10" name="Picture Placeholder 9">
            <a:extLst>
              <a:ext uri="{FF2B5EF4-FFF2-40B4-BE49-F238E27FC236}">
                <a16:creationId xmlns:a16="http://schemas.microsoft.com/office/drawing/2014/main" id="{4D521898-D0B7-765A-5899-C6C171981FE8}"/>
              </a:ext>
            </a:extLst>
          </p:cNvPr>
          <p:cNvSpPr>
            <a:spLocks noGrp="1"/>
          </p:cNvSpPr>
          <p:nvPr>
            <p:ph type="pic" sz="quarter" idx="11" hasCustomPrompt="1"/>
          </p:nvPr>
        </p:nvSpPr>
        <p:spPr>
          <a:xfrm>
            <a:off x="7000725" y="1392995"/>
            <a:ext cx="4301755" cy="1898717"/>
          </a:xfrm>
          <a:custGeom>
            <a:avLst/>
            <a:gdLst>
              <a:gd name="connsiteX0" fmla="*/ 0 w 5504933"/>
              <a:gd name="connsiteY0" fmla="*/ 2723253 h 5446506"/>
              <a:gd name="connsiteX1" fmla="*/ 2752467 w 5504933"/>
              <a:gd name="connsiteY1" fmla="*/ 0 h 5446506"/>
              <a:gd name="connsiteX2" fmla="*/ 5504934 w 5504933"/>
              <a:gd name="connsiteY2" fmla="*/ 2723253 h 5446506"/>
              <a:gd name="connsiteX3" fmla="*/ 2752467 w 5504933"/>
              <a:gd name="connsiteY3" fmla="*/ 5446506 h 5446506"/>
              <a:gd name="connsiteX4" fmla="*/ 0 w 5504933"/>
              <a:gd name="connsiteY4" fmla="*/ 2723253 h 5446506"/>
              <a:gd name="connsiteX0" fmla="*/ 1 w 5504935"/>
              <a:gd name="connsiteY0" fmla="*/ 2723253 h 3261472"/>
              <a:gd name="connsiteX1" fmla="*/ 2752468 w 5504935"/>
              <a:gd name="connsiteY1" fmla="*/ 0 h 3261472"/>
              <a:gd name="connsiteX2" fmla="*/ 5504935 w 5504935"/>
              <a:gd name="connsiteY2" fmla="*/ 2723253 h 3261472"/>
              <a:gd name="connsiteX3" fmla="*/ 2744447 w 5504935"/>
              <a:gd name="connsiteY3" fmla="*/ 2101727 h 3261472"/>
              <a:gd name="connsiteX4" fmla="*/ 1 w 5504935"/>
              <a:gd name="connsiteY4" fmla="*/ 2723253 h 3261472"/>
              <a:gd name="connsiteX0" fmla="*/ 1 w 5504935"/>
              <a:gd name="connsiteY0" fmla="*/ 2723253 h 3394950"/>
              <a:gd name="connsiteX1" fmla="*/ 2752468 w 5504935"/>
              <a:gd name="connsiteY1" fmla="*/ 0 h 3394950"/>
              <a:gd name="connsiteX2" fmla="*/ 5504935 w 5504935"/>
              <a:gd name="connsiteY2" fmla="*/ 2723253 h 3394950"/>
              <a:gd name="connsiteX3" fmla="*/ 2744447 w 5504935"/>
              <a:gd name="connsiteY3" fmla="*/ 2101727 h 3394950"/>
              <a:gd name="connsiteX4" fmla="*/ 1 w 5504935"/>
              <a:gd name="connsiteY4" fmla="*/ 2723253 h 3394950"/>
              <a:gd name="connsiteX0" fmla="*/ 1 w 5408683"/>
              <a:gd name="connsiteY0" fmla="*/ 2731595 h 2813873"/>
              <a:gd name="connsiteX1" fmla="*/ 2752468 w 5408683"/>
              <a:gd name="connsiteY1" fmla="*/ 8342 h 2813873"/>
              <a:gd name="connsiteX2" fmla="*/ 5408683 w 5408683"/>
              <a:gd name="connsiteY2" fmla="*/ 2154080 h 2813873"/>
              <a:gd name="connsiteX3" fmla="*/ 2744447 w 5408683"/>
              <a:gd name="connsiteY3" fmla="*/ 2110069 h 2813873"/>
              <a:gd name="connsiteX4" fmla="*/ 1 w 5408683"/>
              <a:gd name="connsiteY4" fmla="*/ 2731595 h 2813873"/>
              <a:gd name="connsiteX0" fmla="*/ 1 w 5408683"/>
              <a:gd name="connsiteY0" fmla="*/ 2731232 h 2813510"/>
              <a:gd name="connsiteX1" fmla="*/ 2752468 w 5408683"/>
              <a:gd name="connsiteY1" fmla="*/ 7979 h 2813510"/>
              <a:gd name="connsiteX2" fmla="*/ 5408683 w 5408683"/>
              <a:gd name="connsiteY2" fmla="*/ 2153717 h 2813510"/>
              <a:gd name="connsiteX3" fmla="*/ 2744447 w 5408683"/>
              <a:gd name="connsiteY3" fmla="*/ 2109706 h 2813510"/>
              <a:gd name="connsiteX4" fmla="*/ 1 w 5408683"/>
              <a:gd name="connsiteY4" fmla="*/ 2731232 h 2813510"/>
              <a:gd name="connsiteX0" fmla="*/ 1275 w 5409957"/>
              <a:gd name="connsiteY0" fmla="*/ 2731232 h 3563776"/>
              <a:gd name="connsiteX1" fmla="*/ 2753742 w 5409957"/>
              <a:gd name="connsiteY1" fmla="*/ 7979 h 3563776"/>
              <a:gd name="connsiteX2" fmla="*/ 5409957 w 5409957"/>
              <a:gd name="connsiteY2" fmla="*/ 2153717 h 3563776"/>
              <a:gd name="connsiteX3" fmla="*/ 2745721 w 5409957"/>
              <a:gd name="connsiteY3" fmla="*/ 2109706 h 3563776"/>
              <a:gd name="connsiteX4" fmla="*/ 1275 w 5409957"/>
              <a:gd name="connsiteY4" fmla="*/ 2731232 h 3563776"/>
              <a:gd name="connsiteX0" fmla="*/ 1275 w 5409957"/>
              <a:gd name="connsiteY0" fmla="*/ 2723569 h 3556113"/>
              <a:gd name="connsiteX1" fmla="*/ 2753742 w 5409957"/>
              <a:gd name="connsiteY1" fmla="*/ 316 h 3556113"/>
              <a:gd name="connsiteX2" fmla="*/ 5409957 w 5409957"/>
              <a:gd name="connsiteY2" fmla="*/ 2146054 h 3556113"/>
              <a:gd name="connsiteX3" fmla="*/ 2745721 w 5409957"/>
              <a:gd name="connsiteY3" fmla="*/ 2102043 h 3556113"/>
              <a:gd name="connsiteX4" fmla="*/ 1275 w 5409957"/>
              <a:gd name="connsiteY4" fmla="*/ 2723569 h 3556113"/>
              <a:gd name="connsiteX0" fmla="*/ 48773 w 5457455"/>
              <a:gd name="connsiteY0" fmla="*/ 2723333 h 2813832"/>
              <a:gd name="connsiteX1" fmla="*/ 2801240 w 5457455"/>
              <a:gd name="connsiteY1" fmla="*/ 80 h 2813832"/>
              <a:gd name="connsiteX2" fmla="*/ 5457455 w 5457455"/>
              <a:gd name="connsiteY2" fmla="*/ 2145818 h 2813832"/>
              <a:gd name="connsiteX3" fmla="*/ 2793219 w 5457455"/>
              <a:gd name="connsiteY3" fmla="*/ 2101807 h 2813832"/>
              <a:gd name="connsiteX4" fmla="*/ 1168627 w 5457455"/>
              <a:gd name="connsiteY4" fmla="*/ 1849597 h 2813832"/>
              <a:gd name="connsiteX5" fmla="*/ 48773 w 5457455"/>
              <a:gd name="connsiteY5" fmla="*/ 2723333 h 2813832"/>
              <a:gd name="connsiteX0" fmla="*/ 58447 w 5467129"/>
              <a:gd name="connsiteY0" fmla="*/ 2737061 h 2827560"/>
              <a:gd name="connsiteX1" fmla="*/ 440364 w 5467129"/>
              <a:gd name="connsiteY1" fmla="*/ 1309872 h 2827560"/>
              <a:gd name="connsiteX2" fmla="*/ 2810914 w 5467129"/>
              <a:gd name="connsiteY2" fmla="*/ 13808 h 2827560"/>
              <a:gd name="connsiteX3" fmla="*/ 5467129 w 5467129"/>
              <a:gd name="connsiteY3" fmla="*/ 2159546 h 2827560"/>
              <a:gd name="connsiteX4" fmla="*/ 2802893 w 5467129"/>
              <a:gd name="connsiteY4" fmla="*/ 2115535 h 2827560"/>
              <a:gd name="connsiteX5" fmla="*/ 1178301 w 5467129"/>
              <a:gd name="connsiteY5" fmla="*/ 1863325 h 2827560"/>
              <a:gd name="connsiteX6" fmla="*/ 58447 w 5467129"/>
              <a:gd name="connsiteY6" fmla="*/ 2737061 h 2827560"/>
              <a:gd name="connsiteX0" fmla="*/ 58447 w 5467129"/>
              <a:gd name="connsiteY0" fmla="*/ 2739880 h 2830379"/>
              <a:gd name="connsiteX1" fmla="*/ 440364 w 5467129"/>
              <a:gd name="connsiteY1" fmla="*/ 1312691 h 2830379"/>
              <a:gd name="connsiteX2" fmla="*/ 2810914 w 5467129"/>
              <a:gd name="connsiteY2" fmla="*/ 16627 h 2830379"/>
              <a:gd name="connsiteX3" fmla="*/ 5467129 w 5467129"/>
              <a:gd name="connsiteY3" fmla="*/ 2162365 h 2830379"/>
              <a:gd name="connsiteX4" fmla="*/ 2802893 w 5467129"/>
              <a:gd name="connsiteY4" fmla="*/ 2118354 h 2830379"/>
              <a:gd name="connsiteX5" fmla="*/ 1178301 w 5467129"/>
              <a:gd name="connsiteY5" fmla="*/ 1866144 h 2830379"/>
              <a:gd name="connsiteX6" fmla="*/ 58447 w 5467129"/>
              <a:gd name="connsiteY6" fmla="*/ 2739880 h 2830379"/>
              <a:gd name="connsiteX0" fmla="*/ 30708 w 5439390"/>
              <a:gd name="connsiteY0" fmla="*/ 2739880 h 2830379"/>
              <a:gd name="connsiteX1" fmla="*/ 412625 w 5439390"/>
              <a:gd name="connsiteY1" fmla="*/ 1312691 h 2830379"/>
              <a:gd name="connsiteX2" fmla="*/ 2783175 w 5439390"/>
              <a:gd name="connsiteY2" fmla="*/ 16627 h 2830379"/>
              <a:gd name="connsiteX3" fmla="*/ 5439390 w 5439390"/>
              <a:gd name="connsiteY3" fmla="*/ 2162365 h 2830379"/>
              <a:gd name="connsiteX4" fmla="*/ 2775154 w 5439390"/>
              <a:gd name="connsiteY4" fmla="*/ 2118354 h 2830379"/>
              <a:gd name="connsiteX5" fmla="*/ 1150562 w 5439390"/>
              <a:gd name="connsiteY5" fmla="*/ 1866144 h 2830379"/>
              <a:gd name="connsiteX6" fmla="*/ 30708 w 5439390"/>
              <a:gd name="connsiteY6" fmla="*/ 2739880 h 2830379"/>
              <a:gd name="connsiteX0" fmla="*/ 12386 w 5421068"/>
              <a:gd name="connsiteY0" fmla="*/ 2739880 h 2830379"/>
              <a:gd name="connsiteX1" fmla="*/ 394303 w 5421068"/>
              <a:gd name="connsiteY1" fmla="*/ 1312691 h 2830379"/>
              <a:gd name="connsiteX2" fmla="*/ 2764853 w 5421068"/>
              <a:gd name="connsiteY2" fmla="*/ 16627 h 2830379"/>
              <a:gd name="connsiteX3" fmla="*/ 5421068 w 5421068"/>
              <a:gd name="connsiteY3" fmla="*/ 2162365 h 2830379"/>
              <a:gd name="connsiteX4" fmla="*/ 2756832 w 5421068"/>
              <a:gd name="connsiteY4" fmla="*/ 2118354 h 2830379"/>
              <a:gd name="connsiteX5" fmla="*/ 1132240 w 5421068"/>
              <a:gd name="connsiteY5" fmla="*/ 1866144 h 2830379"/>
              <a:gd name="connsiteX6" fmla="*/ 12386 w 5421068"/>
              <a:gd name="connsiteY6" fmla="*/ 2739880 h 2830379"/>
              <a:gd name="connsiteX0" fmla="*/ 6354 w 5415036"/>
              <a:gd name="connsiteY0" fmla="*/ 2739880 h 2830379"/>
              <a:gd name="connsiteX1" fmla="*/ 388271 w 5415036"/>
              <a:gd name="connsiteY1" fmla="*/ 1312691 h 2830379"/>
              <a:gd name="connsiteX2" fmla="*/ 2758821 w 5415036"/>
              <a:gd name="connsiteY2" fmla="*/ 16627 h 2830379"/>
              <a:gd name="connsiteX3" fmla="*/ 5415036 w 5415036"/>
              <a:gd name="connsiteY3" fmla="*/ 2162365 h 2830379"/>
              <a:gd name="connsiteX4" fmla="*/ 2750800 w 5415036"/>
              <a:gd name="connsiteY4" fmla="*/ 2118354 h 2830379"/>
              <a:gd name="connsiteX5" fmla="*/ 1126208 w 5415036"/>
              <a:gd name="connsiteY5" fmla="*/ 1866144 h 2830379"/>
              <a:gd name="connsiteX6" fmla="*/ 652965 w 5415036"/>
              <a:gd name="connsiteY6" fmla="*/ 2106776 h 2830379"/>
              <a:gd name="connsiteX7" fmla="*/ 6354 w 5415036"/>
              <a:gd name="connsiteY7" fmla="*/ 2739880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568316 w 5330387"/>
              <a:gd name="connsiteY6" fmla="*/ 2106776 h 2830379"/>
              <a:gd name="connsiteX7" fmla="*/ 9937 w 5330387"/>
              <a:gd name="connsiteY7" fmla="*/ 2098196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9937 w 5330387"/>
              <a:gd name="connsiteY6" fmla="*/ 2098196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31622 w 5320450"/>
              <a:gd name="connsiteY0" fmla="*/ 1866144 h 2830379"/>
              <a:gd name="connsiteX1" fmla="*/ 0 w 5320450"/>
              <a:gd name="connsiteY1" fmla="*/ 2098196 h 2830379"/>
              <a:gd name="connsiteX2" fmla="*/ 293685 w 5320450"/>
              <a:gd name="connsiteY2" fmla="*/ 1312691 h 2830379"/>
              <a:gd name="connsiteX3" fmla="*/ 2664235 w 5320450"/>
              <a:gd name="connsiteY3" fmla="*/ 16627 h 2830379"/>
              <a:gd name="connsiteX4" fmla="*/ 5320450 w 5320450"/>
              <a:gd name="connsiteY4" fmla="*/ 2162365 h 2830379"/>
              <a:gd name="connsiteX5" fmla="*/ 2656214 w 5320450"/>
              <a:gd name="connsiteY5" fmla="*/ 2118354 h 2830379"/>
              <a:gd name="connsiteX6" fmla="*/ 1123062 w 5320450"/>
              <a:gd name="connsiteY6" fmla="*/ 1957584 h 2830379"/>
              <a:gd name="connsiteX0" fmla="*/ 1052642 w 5341470"/>
              <a:gd name="connsiteY0" fmla="*/ 1866144 h 2830379"/>
              <a:gd name="connsiteX1" fmla="*/ 0 w 5341470"/>
              <a:gd name="connsiteY1" fmla="*/ 2050900 h 2830379"/>
              <a:gd name="connsiteX2" fmla="*/ 314705 w 5341470"/>
              <a:gd name="connsiteY2" fmla="*/ 1312691 h 2830379"/>
              <a:gd name="connsiteX3" fmla="*/ 2685255 w 5341470"/>
              <a:gd name="connsiteY3" fmla="*/ 16627 h 2830379"/>
              <a:gd name="connsiteX4" fmla="*/ 5341470 w 5341470"/>
              <a:gd name="connsiteY4" fmla="*/ 2162365 h 2830379"/>
              <a:gd name="connsiteX5" fmla="*/ 2677234 w 5341470"/>
              <a:gd name="connsiteY5" fmla="*/ 2118354 h 2830379"/>
              <a:gd name="connsiteX6" fmla="*/ 1144082 w 5341470"/>
              <a:gd name="connsiteY6" fmla="*/ 1957584 h 2830379"/>
              <a:gd name="connsiteX0" fmla="*/ 1052642 w 5341470"/>
              <a:gd name="connsiteY0" fmla="*/ 1895407 h 2859642"/>
              <a:gd name="connsiteX1" fmla="*/ 0 w 5341470"/>
              <a:gd name="connsiteY1" fmla="*/ 2080163 h 2859642"/>
              <a:gd name="connsiteX2" fmla="*/ 584289 w 5341470"/>
              <a:gd name="connsiteY2" fmla="*/ 981294 h 2859642"/>
              <a:gd name="connsiteX3" fmla="*/ 2685255 w 5341470"/>
              <a:gd name="connsiteY3" fmla="*/ 45890 h 2859642"/>
              <a:gd name="connsiteX4" fmla="*/ 5341470 w 5341470"/>
              <a:gd name="connsiteY4" fmla="*/ 2191628 h 2859642"/>
              <a:gd name="connsiteX5" fmla="*/ 2677234 w 5341470"/>
              <a:gd name="connsiteY5" fmla="*/ 2147617 h 2859642"/>
              <a:gd name="connsiteX6" fmla="*/ 1144082 w 5341470"/>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84910 h 2849145"/>
              <a:gd name="connsiteX1" fmla="*/ 0 w 5323254"/>
              <a:gd name="connsiteY1" fmla="*/ 2066023 h 2849145"/>
              <a:gd name="connsiteX2" fmla="*/ 566073 w 5323254"/>
              <a:gd name="connsiteY2" fmla="*/ 970797 h 2849145"/>
              <a:gd name="connsiteX3" fmla="*/ 2667039 w 5323254"/>
              <a:gd name="connsiteY3" fmla="*/ 35393 h 2849145"/>
              <a:gd name="connsiteX4" fmla="*/ 5323254 w 5323254"/>
              <a:gd name="connsiteY4" fmla="*/ 2181131 h 2849145"/>
              <a:gd name="connsiteX5" fmla="*/ 2659018 w 5323254"/>
              <a:gd name="connsiteY5" fmla="*/ 2137120 h 2849145"/>
              <a:gd name="connsiteX6" fmla="*/ 1125866 w 5323254"/>
              <a:gd name="connsiteY6" fmla="*/ 1976350 h 2849145"/>
              <a:gd name="connsiteX0" fmla="*/ 1034426 w 5323254"/>
              <a:gd name="connsiteY0" fmla="*/ 1850327 h 2814562"/>
              <a:gd name="connsiteX1" fmla="*/ 0 w 5323254"/>
              <a:gd name="connsiteY1" fmla="*/ 2031440 h 2814562"/>
              <a:gd name="connsiteX2" fmla="*/ 566073 w 5323254"/>
              <a:gd name="connsiteY2" fmla="*/ 936214 h 2814562"/>
              <a:gd name="connsiteX3" fmla="*/ 2667039 w 5323254"/>
              <a:gd name="connsiteY3" fmla="*/ 810 h 2814562"/>
              <a:gd name="connsiteX4" fmla="*/ 5323254 w 5323254"/>
              <a:gd name="connsiteY4" fmla="*/ 2146548 h 2814562"/>
              <a:gd name="connsiteX5" fmla="*/ 2659018 w 5323254"/>
              <a:gd name="connsiteY5" fmla="*/ 2102537 h 2814562"/>
              <a:gd name="connsiteX6" fmla="*/ 1125866 w 5323254"/>
              <a:gd name="connsiteY6" fmla="*/ 1941767 h 2814562"/>
              <a:gd name="connsiteX0" fmla="*/ 1034426 w 5323254"/>
              <a:gd name="connsiteY0" fmla="*/ 1870005 h 2834240"/>
              <a:gd name="connsiteX1" fmla="*/ 0 w 5323254"/>
              <a:gd name="connsiteY1" fmla="*/ 2051118 h 2834240"/>
              <a:gd name="connsiteX2" fmla="*/ 566073 w 5323254"/>
              <a:gd name="connsiteY2" fmla="*/ 955892 h 2834240"/>
              <a:gd name="connsiteX3" fmla="*/ 2667039 w 5323254"/>
              <a:gd name="connsiteY3" fmla="*/ 781 h 2834240"/>
              <a:gd name="connsiteX4" fmla="*/ 5323254 w 5323254"/>
              <a:gd name="connsiteY4" fmla="*/ 2166226 h 2834240"/>
              <a:gd name="connsiteX5" fmla="*/ 2659018 w 5323254"/>
              <a:gd name="connsiteY5" fmla="*/ 2122215 h 2834240"/>
              <a:gd name="connsiteX6" fmla="*/ 1125866 w 5323254"/>
              <a:gd name="connsiteY6" fmla="*/ 1961445 h 2834240"/>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378075"/>
              <a:gd name="connsiteX1" fmla="*/ 0 w 5323254"/>
              <a:gd name="connsiteY1" fmla="*/ 2050391 h 2378075"/>
              <a:gd name="connsiteX2" fmla="*/ 566073 w 5323254"/>
              <a:gd name="connsiteY2" fmla="*/ 955165 h 2378075"/>
              <a:gd name="connsiteX3" fmla="*/ 2667039 w 5323254"/>
              <a:gd name="connsiteY3" fmla="*/ 54 h 2378075"/>
              <a:gd name="connsiteX4" fmla="*/ 5323254 w 5323254"/>
              <a:gd name="connsiteY4" fmla="*/ 2165499 h 2378075"/>
              <a:gd name="connsiteX5" fmla="*/ 2659018 w 5323254"/>
              <a:gd name="connsiteY5" fmla="*/ 2121488 h 2378075"/>
              <a:gd name="connsiteX6" fmla="*/ 1125866 w 5323254"/>
              <a:gd name="connsiteY6" fmla="*/ 1960718 h 2378075"/>
              <a:gd name="connsiteX0" fmla="*/ 1034426 w 5335078"/>
              <a:gd name="connsiteY0" fmla="*/ 1902587 h 2386535"/>
              <a:gd name="connsiteX1" fmla="*/ 0 w 5335078"/>
              <a:gd name="connsiteY1" fmla="*/ 2083700 h 2386535"/>
              <a:gd name="connsiteX2" fmla="*/ 566073 w 5335078"/>
              <a:gd name="connsiteY2" fmla="*/ 988474 h 2386535"/>
              <a:gd name="connsiteX3" fmla="*/ 2667039 w 5335078"/>
              <a:gd name="connsiteY3" fmla="*/ 33363 h 2386535"/>
              <a:gd name="connsiteX4" fmla="*/ 5335078 w 5335078"/>
              <a:gd name="connsiteY4" fmla="*/ 2171219 h 2386535"/>
              <a:gd name="connsiteX5" fmla="*/ 2659018 w 5335078"/>
              <a:gd name="connsiteY5" fmla="*/ 2154797 h 2386535"/>
              <a:gd name="connsiteX6" fmla="*/ 1125866 w 5335078"/>
              <a:gd name="connsiteY6" fmla="*/ 1994027 h 2386535"/>
              <a:gd name="connsiteX0" fmla="*/ 1034426 w 5335078"/>
              <a:gd name="connsiteY0" fmla="*/ 1902587 h 2430925"/>
              <a:gd name="connsiteX1" fmla="*/ 0 w 5335078"/>
              <a:gd name="connsiteY1" fmla="*/ 2083700 h 2430925"/>
              <a:gd name="connsiteX2" fmla="*/ 566073 w 5335078"/>
              <a:gd name="connsiteY2" fmla="*/ 988474 h 2430925"/>
              <a:gd name="connsiteX3" fmla="*/ 2667039 w 5335078"/>
              <a:gd name="connsiteY3" fmla="*/ 33363 h 2430925"/>
              <a:gd name="connsiteX4" fmla="*/ 5335078 w 5335078"/>
              <a:gd name="connsiteY4" fmla="*/ 2171219 h 2430925"/>
              <a:gd name="connsiteX5" fmla="*/ 2659018 w 5335078"/>
              <a:gd name="connsiteY5" fmla="*/ 2154797 h 2430925"/>
              <a:gd name="connsiteX6" fmla="*/ 1125866 w 5335078"/>
              <a:gd name="connsiteY6" fmla="*/ 1994027 h 2430925"/>
              <a:gd name="connsiteX0" fmla="*/ 1034426 w 5335078"/>
              <a:gd name="connsiteY0" fmla="*/ 1902587 h 2424228"/>
              <a:gd name="connsiteX1" fmla="*/ 0 w 5335078"/>
              <a:gd name="connsiteY1" fmla="*/ 2083700 h 2424228"/>
              <a:gd name="connsiteX2" fmla="*/ 566073 w 5335078"/>
              <a:gd name="connsiteY2" fmla="*/ 988474 h 2424228"/>
              <a:gd name="connsiteX3" fmla="*/ 2667039 w 5335078"/>
              <a:gd name="connsiteY3" fmla="*/ 33363 h 2424228"/>
              <a:gd name="connsiteX4" fmla="*/ 5335078 w 5335078"/>
              <a:gd name="connsiteY4" fmla="*/ 2171219 h 2424228"/>
              <a:gd name="connsiteX5" fmla="*/ 2659018 w 5335078"/>
              <a:gd name="connsiteY5" fmla="*/ 2154797 h 2424228"/>
              <a:gd name="connsiteX6" fmla="*/ 1125866 w 5335078"/>
              <a:gd name="connsiteY6" fmla="*/ 1994027 h 2424228"/>
              <a:gd name="connsiteX0" fmla="*/ 1034426 w 5335078"/>
              <a:gd name="connsiteY0" fmla="*/ 1902587 h 2391766"/>
              <a:gd name="connsiteX1" fmla="*/ 0 w 5335078"/>
              <a:gd name="connsiteY1" fmla="*/ 2083700 h 2391766"/>
              <a:gd name="connsiteX2" fmla="*/ 566073 w 5335078"/>
              <a:gd name="connsiteY2" fmla="*/ 988474 h 2391766"/>
              <a:gd name="connsiteX3" fmla="*/ 2667039 w 5335078"/>
              <a:gd name="connsiteY3" fmla="*/ 33363 h 2391766"/>
              <a:gd name="connsiteX4" fmla="*/ 5335078 w 5335078"/>
              <a:gd name="connsiteY4" fmla="*/ 2171219 h 2391766"/>
              <a:gd name="connsiteX5" fmla="*/ 2659018 w 5335078"/>
              <a:gd name="connsiteY5" fmla="*/ 2154797 h 2391766"/>
              <a:gd name="connsiteX6" fmla="*/ 1125866 w 5335078"/>
              <a:gd name="connsiteY6" fmla="*/ 1994027 h 2391766"/>
              <a:gd name="connsiteX0" fmla="*/ 1034426 w 5335078"/>
              <a:gd name="connsiteY0" fmla="*/ 1902587 h 2378193"/>
              <a:gd name="connsiteX1" fmla="*/ 0 w 5335078"/>
              <a:gd name="connsiteY1" fmla="*/ 2083700 h 2378193"/>
              <a:gd name="connsiteX2" fmla="*/ 566073 w 5335078"/>
              <a:gd name="connsiteY2" fmla="*/ 988474 h 2378193"/>
              <a:gd name="connsiteX3" fmla="*/ 2667039 w 5335078"/>
              <a:gd name="connsiteY3" fmla="*/ 33363 h 2378193"/>
              <a:gd name="connsiteX4" fmla="*/ 5335078 w 5335078"/>
              <a:gd name="connsiteY4" fmla="*/ 2171219 h 2378193"/>
              <a:gd name="connsiteX5" fmla="*/ 2659018 w 5335078"/>
              <a:gd name="connsiteY5" fmla="*/ 2154797 h 2378193"/>
              <a:gd name="connsiteX6" fmla="*/ 1125866 w 5335078"/>
              <a:gd name="connsiteY6" fmla="*/ 1994027 h 2378193"/>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7" fmla="*/ 1034426 w 5335078"/>
              <a:gd name="connsiteY7" fmla="*/ 1902587 h 2377034"/>
              <a:gd name="connsiteX0" fmla="*/ 1125866 w 5335078"/>
              <a:gd name="connsiteY0" fmla="*/ 199402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92890"/>
              <a:gd name="connsiteX1" fmla="*/ 0 w 5335078"/>
              <a:gd name="connsiteY1" fmla="*/ 2083700 h 2392890"/>
              <a:gd name="connsiteX2" fmla="*/ 566073 w 5335078"/>
              <a:gd name="connsiteY2" fmla="*/ 988474 h 2392890"/>
              <a:gd name="connsiteX3" fmla="*/ 2667039 w 5335078"/>
              <a:gd name="connsiteY3" fmla="*/ 33363 h 2392890"/>
              <a:gd name="connsiteX4" fmla="*/ 5335078 w 5335078"/>
              <a:gd name="connsiteY4" fmla="*/ 2171219 h 2392890"/>
              <a:gd name="connsiteX5" fmla="*/ 2659018 w 5335078"/>
              <a:gd name="connsiteY5" fmla="*/ 2154797 h 2392890"/>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21527 h 2364586"/>
              <a:gd name="connsiteX1" fmla="*/ 0 w 5335078"/>
              <a:gd name="connsiteY1" fmla="*/ 2050430 h 2364586"/>
              <a:gd name="connsiteX2" fmla="*/ 2667039 w 5335078"/>
              <a:gd name="connsiteY2" fmla="*/ 93 h 2364586"/>
              <a:gd name="connsiteX3" fmla="*/ 5335078 w 5335078"/>
              <a:gd name="connsiteY3" fmla="*/ 2137949 h 2364586"/>
              <a:gd name="connsiteX4" fmla="*/ 2659018 w 5335078"/>
              <a:gd name="connsiteY4" fmla="*/ 2121527 h 2364586"/>
              <a:gd name="connsiteX0" fmla="*/ 2659018 w 5335078"/>
              <a:gd name="connsiteY0" fmla="*/ 2126514 h 2369573"/>
              <a:gd name="connsiteX1" fmla="*/ 0 w 5335078"/>
              <a:gd name="connsiteY1" fmla="*/ 2055417 h 2369573"/>
              <a:gd name="connsiteX2" fmla="*/ 2667039 w 5335078"/>
              <a:gd name="connsiteY2" fmla="*/ 5080 h 2369573"/>
              <a:gd name="connsiteX3" fmla="*/ 5335078 w 5335078"/>
              <a:gd name="connsiteY3" fmla="*/ 2142936 h 2369573"/>
              <a:gd name="connsiteX4" fmla="*/ 2659018 w 5335078"/>
              <a:gd name="connsiteY4" fmla="*/ 2126514 h 2369573"/>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1753 h 2364812"/>
              <a:gd name="connsiteX1" fmla="*/ 0 w 5335078"/>
              <a:gd name="connsiteY1" fmla="*/ 2050656 h 2364812"/>
              <a:gd name="connsiteX2" fmla="*/ 2667039 w 5335078"/>
              <a:gd name="connsiteY2" fmla="*/ 319 h 2364812"/>
              <a:gd name="connsiteX3" fmla="*/ 5335078 w 5335078"/>
              <a:gd name="connsiteY3" fmla="*/ 2138175 h 2364812"/>
              <a:gd name="connsiteX4" fmla="*/ 2659018 w 5335078"/>
              <a:gd name="connsiteY4" fmla="*/ 2121753 h 2364812"/>
              <a:gd name="connsiteX0" fmla="*/ 2659018 w 5335078"/>
              <a:gd name="connsiteY0" fmla="*/ 2121721 h 2364780"/>
              <a:gd name="connsiteX1" fmla="*/ 0 w 5335078"/>
              <a:gd name="connsiteY1" fmla="*/ 2050624 h 2364780"/>
              <a:gd name="connsiteX2" fmla="*/ 2667039 w 5335078"/>
              <a:gd name="connsiteY2" fmla="*/ 287 h 2364780"/>
              <a:gd name="connsiteX3" fmla="*/ 5335078 w 5335078"/>
              <a:gd name="connsiteY3" fmla="*/ 2138143 h 2364780"/>
              <a:gd name="connsiteX4" fmla="*/ 2659018 w 5335078"/>
              <a:gd name="connsiteY4" fmla="*/ 2121721 h 2364780"/>
              <a:gd name="connsiteX0" fmla="*/ 2659018 w 5335078"/>
              <a:gd name="connsiteY0" fmla="*/ 2121435 h 2364494"/>
              <a:gd name="connsiteX1" fmla="*/ 0 w 5335078"/>
              <a:gd name="connsiteY1" fmla="*/ 2050338 h 2364494"/>
              <a:gd name="connsiteX2" fmla="*/ 2667039 w 5335078"/>
              <a:gd name="connsiteY2" fmla="*/ 1 h 2364494"/>
              <a:gd name="connsiteX3" fmla="*/ 5335078 w 5335078"/>
              <a:gd name="connsiteY3" fmla="*/ 2137857 h 2364494"/>
              <a:gd name="connsiteX4" fmla="*/ 2659018 w 5335078"/>
              <a:gd name="connsiteY4" fmla="*/ 2121435 h 2364494"/>
              <a:gd name="connsiteX0" fmla="*/ 2659018 w 5335078"/>
              <a:gd name="connsiteY0" fmla="*/ 2127784 h 2370843"/>
              <a:gd name="connsiteX1" fmla="*/ 0 w 5335078"/>
              <a:gd name="connsiteY1" fmla="*/ 2056687 h 2370843"/>
              <a:gd name="connsiteX2" fmla="*/ 2660689 w 5335078"/>
              <a:gd name="connsiteY2" fmla="*/ 0 h 2370843"/>
              <a:gd name="connsiteX3" fmla="*/ 5335078 w 5335078"/>
              <a:gd name="connsiteY3" fmla="*/ 2144206 h 2370843"/>
              <a:gd name="connsiteX4" fmla="*/ 2659018 w 5335078"/>
              <a:gd name="connsiteY4" fmla="*/ 2127784 h 2370843"/>
              <a:gd name="connsiteX0" fmla="*/ 2659018 w 5335078"/>
              <a:gd name="connsiteY0" fmla="*/ 2108534 h 2351593"/>
              <a:gd name="connsiteX1" fmla="*/ 0 w 5335078"/>
              <a:gd name="connsiteY1" fmla="*/ 2037437 h 2351593"/>
              <a:gd name="connsiteX2" fmla="*/ 2660689 w 5335078"/>
              <a:gd name="connsiteY2" fmla="*/ 1 h 2351593"/>
              <a:gd name="connsiteX3" fmla="*/ 5335078 w 5335078"/>
              <a:gd name="connsiteY3" fmla="*/ 2124956 h 2351593"/>
              <a:gd name="connsiteX4" fmla="*/ 2659018 w 5335078"/>
              <a:gd name="connsiteY4" fmla="*/ 2108534 h 2351593"/>
              <a:gd name="connsiteX0" fmla="*/ 2659018 w 5335078"/>
              <a:gd name="connsiteY0" fmla="*/ 2111741 h 2354800"/>
              <a:gd name="connsiteX1" fmla="*/ 0 w 5335078"/>
              <a:gd name="connsiteY1" fmla="*/ 2040644 h 2354800"/>
              <a:gd name="connsiteX2" fmla="*/ 2660689 w 5335078"/>
              <a:gd name="connsiteY2" fmla="*/ 0 h 2354800"/>
              <a:gd name="connsiteX3" fmla="*/ 5335078 w 5335078"/>
              <a:gd name="connsiteY3" fmla="*/ 2128163 h 2354800"/>
              <a:gd name="connsiteX4" fmla="*/ 2659018 w 5335078"/>
              <a:gd name="connsiteY4" fmla="*/ 2111741 h 2354800"/>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5078" h="2354807">
                <a:moveTo>
                  <a:pt x="2659018" y="2111748"/>
                </a:moveTo>
                <a:cubicBezTo>
                  <a:pt x="1643714" y="1699082"/>
                  <a:pt x="419769" y="1884255"/>
                  <a:pt x="0" y="2040651"/>
                </a:cubicBezTo>
                <a:cubicBezTo>
                  <a:pt x="95392" y="1506223"/>
                  <a:pt x="860721" y="-3578"/>
                  <a:pt x="2660689" y="7"/>
                </a:cubicBezTo>
                <a:cubicBezTo>
                  <a:pt x="4460657" y="3592"/>
                  <a:pt x="5211709" y="1510238"/>
                  <a:pt x="5335078" y="2128170"/>
                </a:cubicBezTo>
                <a:cubicBezTo>
                  <a:pt x="4302438" y="2512830"/>
                  <a:pt x="3315656" y="2339170"/>
                  <a:pt x="2659018" y="2111748"/>
                </a:cubicBezTo>
                <a:close/>
              </a:path>
            </a:pathLst>
          </a:custGeom>
        </p:spPr>
        <p:txBody>
          <a:bodyPr>
            <a:normAutofit/>
          </a:bodyPr>
          <a:lstStyle>
            <a:lvl1pPr marL="0" indent="0" algn="ctr">
              <a:buNone/>
              <a:defRPr sz="1400"/>
            </a:lvl1pPr>
          </a:lstStyle>
          <a:p>
            <a:r>
              <a:rPr lang="en-GB"/>
              <a:t>Add image or colour</a:t>
            </a:r>
          </a:p>
        </p:txBody>
      </p:sp>
      <p:pic>
        <p:nvPicPr>
          <p:cNvPr id="8" name="Graphic 7">
            <a:extLst>
              <a:ext uri="{FF2B5EF4-FFF2-40B4-BE49-F238E27FC236}">
                <a16:creationId xmlns:a16="http://schemas.microsoft.com/office/drawing/2014/main" id="{5ECB0A80-1B0E-170D-E80A-84919FB912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Slide Number Placeholder 5">
            <a:extLst>
              <a:ext uri="{FF2B5EF4-FFF2-40B4-BE49-F238E27FC236}">
                <a16:creationId xmlns:a16="http://schemas.microsoft.com/office/drawing/2014/main" id="{3A3D167C-9875-FA01-F0EE-48A389E823EA}"/>
              </a:ext>
            </a:extLst>
          </p:cNvPr>
          <p:cNvSpPr>
            <a:spLocks noGrp="1"/>
          </p:cNvSpPr>
          <p:nvPr>
            <p:ph type="sldNum" sz="quarter" idx="12"/>
          </p:nvPr>
        </p:nvSpPr>
        <p:spPr>
          <a:xfrm>
            <a:off x="11628645" y="6387881"/>
            <a:ext cx="418837" cy="365125"/>
          </a:xfrm>
        </p:spPr>
        <p:txBody>
          <a:bodyPr/>
          <a:lstStyle>
            <a:lvl1pPr>
              <a:defRPr sz="1050">
                <a:solidFill>
                  <a:schemeClr val="accent1"/>
                </a:solidFill>
              </a:defRPr>
            </a:lvl1pPr>
          </a:lstStyle>
          <a:p>
            <a:fld id="{1E3508AD-6785-9A40-B664-AC186F99CF3B}" type="slidenum">
              <a:rPr lang="en-GB" smtClean="0"/>
              <a:pPr/>
              <a:t>‹#›</a:t>
            </a:fld>
            <a:endParaRPr lang="en-GB"/>
          </a:p>
        </p:txBody>
      </p:sp>
      <p:sp>
        <p:nvSpPr>
          <p:cNvPr id="11" name="Title 1">
            <a:extLst>
              <a:ext uri="{FF2B5EF4-FFF2-40B4-BE49-F238E27FC236}">
                <a16:creationId xmlns:a16="http://schemas.microsoft.com/office/drawing/2014/main" id="{E4736FBD-C735-A3EB-79E8-81370B63D159}"/>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solidFill>
                  <a:schemeClr val="bg1"/>
                </a:solidFill>
              </a:defRPr>
            </a:lvl1pPr>
          </a:lstStyle>
          <a:p>
            <a:r>
              <a:rPr lang="en-GB"/>
              <a:t>Click to edit Master title style</a:t>
            </a:r>
          </a:p>
        </p:txBody>
      </p:sp>
      <p:sp>
        <p:nvSpPr>
          <p:cNvPr id="12" name="Text Placeholder 10">
            <a:extLst>
              <a:ext uri="{FF2B5EF4-FFF2-40B4-BE49-F238E27FC236}">
                <a16:creationId xmlns:a16="http://schemas.microsoft.com/office/drawing/2014/main" id="{0213EADD-CAB9-DEAA-F13C-E0B9559E8FA6}"/>
              </a:ext>
            </a:extLst>
          </p:cNvPr>
          <p:cNvSpPr>
            <a:spLocks noGrp="1"/>
          </p:cNvSpPr>
          <p:nvPr>
            <p:ph type="body" sz="quarter" idx="15" hasCustomPrompt="1"/>
          </p:nvPr>
        </p:nvSpPr>
        <p:spPr>
          <a:xfrm>
            <a:off x="841094" y="4450181"/>
            <a:ext cx="3888973" cy="1937700"/>
          </a:xfrm>
        </p:spPr>
        <p:txBody>
          <a:bodyPr anchor="b">
            <a:normAutofit/>
          </a:bodyPr>
          <a:lstStyle>
            <a:lvl1pPr marL="0" indent="0">
              <a:lnSpc>
                <a:spcPct val="110000"/>
              </a:lnSpc>
              <a:buFont typeface="Arial" panose="020B0604020202020204" pitchFamily="34" charset="0"/>
              <a:buNone/>
              <a:defRPr sz="1200">
                <a:solidFill>
                  <a:schemeClr val="tx1"/>
                </a:solidFill>
              </a:defRPr>
            </a:lvl1pPr>
          </a:lstStyle>
          <a:p>
            <a:pPr lvl="0"/>
            <a:r>
              <a:rPr lang="en-GB"/>
              <a:t>Add more text</a:t>
            </a:r>
          </a:p>
        </p:txBody>
      </p:sp>
      <p:sp>
        <p:nvSpPr>
          <p:cNvPr id="13" name="Text Placeholder 15">
            <a:extLst>
              <a:ext uri="{FF2B5EF4-FFF2-40B4-BE49-F238E27FC236}">
                <a16:creationId xmlns:a16="http://schemas.microsoft.com/office/drawing/2014/main" id="{518052ED-4900-6F39-B939-C2128A1BC8BC}"/>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4" name="Footer Placeholder 13">
            <a:extLst>
              <a:ext uri="{FF2B5EF4-FFF2-40B4-BE49-F238E27FC236}">
                <a16:creationId xmlns:a16="http://schemas.microsoft.com/office/drawing/2014/main" id="{6E5241F3-02DA-7DC4-A3FE-66BFE75A925A}"/>
              </a:ext>
            </a:extLst>
          </p:cNvPr>
          <p:cNvSpPr>
            <a:spLocks noGrp="1"/>
          </p:cNvSpPr>
          <p:nvPr>
            <p:ph type="ftr" sz="quarter" idx="18"/>
          </p:nvPr>
        </p:nvSpPr>
        <p:spPr/>
        <p:txBody>
          <a:bodyPr/>
          <a:lstStyle>
            <a:lvl1pPr>
              <a:defRPr>
                <a:solidFill>
                  <a:schemeClr val="bg2">
                    <a:lumMod val="75000"/>
                  </a:schemeClr>
                </a:solidFill>
              </a:defRPr>
            </a:lvl1pPr>
          </a:lstStyle>
          <a:p>
            <a:r>
              <a:rPr lang="en-GB"/>
              <a:t>SDR HUB OVERVIEW</a:t>
            </a:r>
          </a:p>
        </p:txBody>
      </p:sp>
      <p:sp>
        <p:nvSpPr>
          <p:cNvPr id="3" name="Text Placeholder 2">
            <a:extLst>
              <a:ext uri="{FF2B5EF4-FFF2-40B4-BE49-F238E27FC236}">
                <a16:creationId xmlns:a16="http://schemas.microsoft.com/office/drawing/2014/main" id="{59F55D7E-B700-5553-B21F-746436B41ADA}"/>
              </a:ext>
            </a:extLst>
          </p:cNvPr>
          <p:cNvSpPr>
            <a:spLocks noGrp="1"/>
          </p:cNvSpPr>
          <p:nvPr>
            <p:ph type="body" sz="quarter" idx="19" hasCustomPrompt="1"/>
          </p:nvPr>
        </p:nvSpPr>
        <p:spPr>
          <a:xfrm>
            <a:off x="7750629" y="2002420"/>
            <a:ext cx="2805403" cy="834085"/>
          </a:xfrm>
        </p:spPr>
        <p:txBody>
          <a:bodyPr>
            <a:normAutofit/>
          </a:bodyPr>
          <a:lstStyle>
            <a:lvl1pPr marL="0" indent="0" algn="ctr">
              <a:buFont typeface="Arial" panose="020B0604020202020204" pitchFamily="34" charset="0"/>
              <a:buNone/>
              <a:defRPr sz="1400" i="1">
                <a:solidFill>
                  <a:schemeClr val="tx1"/>
                </a:solidFill>
              </a:defRPr>
            </a:lvl1pPr>
          </a:lstStyle>
          <a:p>
            <a:pPr lvl="0"/>
            <a:r>
              <a:rPr lang="en-GB"/>
              <a:t>Add text</a:t>
            </a:r>
          </a:p>
        </p:txBody>
      </p:sp>
    </p:spTree>
    <p:extLst>
      <p:ext uri="{BB962C8B-B14F-4D97-AF65-F5344CB8AC3E}">
        <p14:creationId xmlns:p14="http://schemas.microsoft.com/office/powerpoint/2010/main" val="368363265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userDrawn="1">
  <p:cSld name="4_Circ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5A039A5-CD3C-96B7-5B42-7CECE48C3501}"/>
              </a:ext>
            </a:extLst>
          </p:cNvPr>
          <p:cNvSpPr/>
          <p:nvPr userDrawn="1"/>
        </p:nvSpPr>
        <p:spPr>
          <a:xfrm>
            <a:off x="6069105" y="0"/>
            <a:ext cx="61228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a:extLst>
              <a:ext uri="{FF2B5EF4-FFF2-40B4-BE49-F238E27FC236}">
                <a16:creationId xmlns:a16="http://schemas.microsoft.com/office/drawing/2014/main" id="{C1E80DB9-8F03-6988-0C82-EEBDF59776B5}"/>
              </a:ext>
            </a:extLst>
          </p:cNvPr>
          <p:cNvSpPr>
            <a:spLocks noGrp="1" noChangeAspect="1"/>
          </p:cNvSpPr>
          <p:nvPr>
            <p:ph type="pic" sz="quarter" idx="10"/>
          </p:nvPr>
        </p:nvSpPr>
        <p:spPr>
          <a:xfrm>
            <a:off x="6924730" y="1393003"/>
            <a:ext cx="4429573" cy="4429573"/>
          </a:xfrm>
          <a:prstGeom prst="ellipse">
            <a:avLst/>
          </a:prstGeom>
        </p:spPr>
        <p:txBody>
          <a:bodyPr/>
          <a:lstStyle/>
          <a:p>
            <a:endParaRPr lang="en-GB"/>
          </a:p>
        </p:txBody>
      </p:sp>
      <p:sp>
        <p:nvSpPr>
          <p:cNvPr id="10" name="Picture Placeholder 9">
            <a:extLst>
              <a:ext uri="{FF2B5EF4-FFF2-40B4-BE49-F238E27FC236}">
                <a16:creationId xmlns:a16="http://schemas.microsoft.com/office/drawing/2014/main" id="{4D521898-D0B7-765A-5899-C6C171981FE8}"/>
              </a:ext>
            </a:extLst>
          </p:cNvPr>
          <p:cNvSpPr>
            <a:spLocks noGrp="1"/>
          </p:cNvSpPr>
          <p:nvPr>
            <p:ph type="pic" sz="quarter" idx="11" hasCustomPrompt="1"/>
          </p:nvPr>
        </p:nvSpPr>
        <p:spPr>
          <a:xfrm>
            <a:off x="7000725" y="1392995"/>
            <a:ext cx="4301755" cy="1898717"/>
          </a:xfrm>
          <a:custGeom>
            <a:avLst/>
            <a:gdLst>
              <a:gd name="connsiteX0" fmla="*/ 0 w 5504933"/>
              <a:gd name="connsiteY0" fmla="*/ 2723253 h 5446506"/>
              <a:gd name="connsiteX1" fmla="*/ 2752467 w 5504933"/>
              <a:gd name="connsiteY1" fmla="*/ 0 h 5446506"/>
              <a:gd name="connsiteX2" fmla="*/ 5504934 w 5504933"/>
              <a:gd name="connsiteY2" fmla="*/ 2723253 h 5446506"/>
              <a:gd name="connsiteX3" fmla="*/ 2752467 w 5504933"/>
              <a:gd name="connsiteY3" fmla="*/ 5446506 h 5446506"/>
              <a:gd name="connsiteX4" fmla="*/ 0 w 5504933"/>
              <a:gd name="connsiteY4" fmla="*/ 2723253 h 5446506"/>
              <a:gd name="connsiteX0" fmla="*/ 1 w 5504935"/>
              <a:gd name="connsiteY0" fmla="*/ 2723253 h 3261472"/>
              <a:gd name="connsiteX1" fmla="*/ 2752468 w 5504935"/>
              <a:gd name="connsiteY1" fmla="*/ 0 h 3261472"/>
              <a:gd name="connsiteX2" fmla="*/ 5504935 w 5504935"/>
              <a:gd name="connsiteY2" fmla="*/ 2723253 h 3261472"/>
              <a:gd name="connsiteX3" fmla="*/ 2744447 w 5504935"/>
              <a:gd name="connsiteY3" fmla="*/ 2101727 h 3261472"/>
              <a:gd name="connsiteX4" fmla="*/ 1 w 5504935"/>
              <a:gd name="connsiteY4" fmla="*/ 2723253 h 3261472"/>
              <a:gd name="connsiteX0" fmla="*/ 1 w 5504935"/>
              <a:gd name="connsiteY0" fmla="*/ 2723253 h 3394950"/>
              <a:gd name="connsiteX1" fmla="*/ 2752468 w 5504935"/>
              <a:gd name="connsiteY1" fmla="*/ 0 h 3394950"/>
              <a:gd name="connsiteX2" fmla="*/ 5504935 w 5504935"/>
              <a:gd name="connsiteY2" fmla="*/ 2723253 h 3394950"/>
              <a:gd name="connsiteX3" fmla="*/ 2744447 w 5504935"/>
              <a:gd name="connsiteY3" fmla="*/ 2101727 h 3394950"/>
              <a:gd name="connsiteX4" fmla="*/ 1 w 5504935"/>
              <a:gd name="connsiteY4" fmla="*/ 2723253 h 3394950"/>
              <a:gd name="connsiteX0" fmla="*/ 1 w 5408683"/>
              <a:gd name="connsiteY0" fmla="*/ 2731595 h 2813873"/>
              <a:gd name="connsiteX1" fmla="*/ 2752468 w 5408683"/>
              <a:gd name="connsiteY1" fmla="*/ 8342 h 2813873"/>
              <a:gd name="connsiteX2" fmla="*/ 5408683 w 5408683"/>
              <a:gd name="connsiteY2" fmla="*/ 2154080 h 2813873"/>
              <a:gd name="connsiteX3" fmla="*/ 2744447 w 5408683"/>
              <a:gd name="connsiteY3" fmla="*/ 2110069 h 2813873"/>
              <a:gd name="connsiteX4" fmla="*/ 1 w 5408683"/>
              <a:gd name="connsiteY4" fmla="*/ 2731595 h 2813873"/>
              <a:gd name="connsiteX0" fmla="*/ 1 w 5408683"/>
              <a:gd name="connsiteY0" fmla="*/ 2731232 h 2813510"/>
              <a:gd name="connsiteX1" fmla="*/ 2752468 w 5408683"/>
              <a:gd name="connsiteY1" fmla="*/ 7979 h 2813510"/>
              <a:gd name="connsiteX2" fmla="*/ 5408683 w 5408683"/>
              <a:gd name="connsiteY2" fmla="*/ 2153717 h 2813510"/>
              <a:gd name="connsiteX3" fmla="*/ 2744447 w 5408683"/>
              <a:gd name="connsiteY3" fmla="*/ 2109706 h 2813510"/>
              <a:gd name="connsiteX4" fmla="*/ 1 w 5408683"/>
              <a:gd name="connsiteY4" fmla="*/ 2731232 h 2813510"/>
              <a:gd name="connsiteX0" fmla="*/ 1275 w 5409957"/>
              <a:gd name="connsiteY0" fmla="*/ 2731232 h 3563776"/>
              <a:gd name="connsiteX1" fmla="*/ 2753742 w 5409957"/>
              <a:gd name="connsiteY1" fmla="*/ 7979 h 3563776"/>
              <a:gd name="connsiteX2" fmla="*/ 5409957 w 5409957"/>
              <a:gd name="connsiteY2" fmla="*/ 2153717 h 3563776"/>
              <a:gd name="connsiteX3" fmla="*/ 2745721 w 5409957"/>
              <a:gd name="connsiteY3" fmla="*/ 2109706 h 3563776"/>
              <a:gd name="connsiteX4" fmla="*/ 1275 w 5409957"/>
              <a:gd name="connsiteY4" fmla="*/ 2731232 h 3563776"/>
              <a:gd name="connsiteX0" fmla="*/ 1275 w 5409957"/>
              <a:gd name="connsiteY0" fmla="*/ 2723569 h 3556113"/>
              <a:gd name="connsiteX1" fmla="*/ 2753742 w 5409957"/>
              <a:gd name="connsiteY1" fmla="*/ 316 h 3556113"/>
              <a:gd name="connsiteX2" fmla="*/ 5409957 w 5409957"/>
              <a:gd name="connsiteY2" fmla="*/ 2146054 h 3556113"/>
              <a:gd name="connsiteX3" fmla="*/ 2745721 w 5409957"/>
              <a:gd name="connsiteY3" fmla="*/ 2102043 h 3556113"/>
              <a:gd name="connsiteX4" fmla="*/ 1275 w 5409957"/>
              <a:gd name="connsiteY4" fmla="*/ 2723569 h 3556113"/>
              <a:gd name="connsiteX0" fmla="*/ 48773 w 5457455"/>
              <a:gd name="connsiteY0" fmla="*/ 2723333 h 2813832"/>
              <a:gd name="connsiteX1" fmla="*/ 2801240 w 5457455"/>
              <a:gd name="connsiteY1" fmla="*/ 80 h 2813832"/>
              <a:gd name="connsiteX2" fmla="*/ 5457455 w 5457455"/>
              <a:gd name="connsiteY2" fmla="*/ 2145818 h 2813832"/>
              <a:gd name="connsiteX3" fmla="*/ 2793219 w 5457455"/>
              <a:gd name="connsiteY3" fmla="*/ 2101807 h 2813832"/>
              <a:gd name="connsiteX4" fmla="*/ 1168627 w 5457455"/>
              <a:gd name="connsiteY4" fmla="*/ 1849597 h 2813832"/>
              <a:gd name="connsiteX5" fmla="*/ 48773 w 5457455"/>
              <a:gd name="connsiteY5" fmla="*/ 2723333 h 2813832"/>
              <a:gd name="connsiteX0" fmla="*/ 58447 w 5467129"/>
              <a:gd name="connsiteY0" fmla="*/ 2737061 h 2827560"/>
              <a:gd name="connsiteX1" fmla="*/ 440364 w 5467129"/>
              <a:gd name="connsiteY1" fmla="*/ 1309872 h 2827560"/>
              <a:gd name="connsiteX2" fmla="*/ 2810914 w 5467129"/>
              <a:gd name="connsiteY2" fmla="*/ 13808 h 2827560"/>
              <a:gd name="connsiteX3" fmla="*/ 5467129 w 5467129"/>
              <a:gd name="connsiteY3" fmla="*/ 2159546 h 2827560"/>
              <a:gd name="connsiteX4" fmla="*/ 2802893 w 5467129"/>
              <a:gd name="connsiteY4" fmla="*/ 2115535 h 2827560"/>
              <a:gd name="connsiteX5" fmla="*/ 1178301 w 5467129"/>
              <a:gd name="connsiteY5" fmla="*/ 1863325 h 2827560"/>
              <a:gd name="connsiteX6" fmla="*/ 58447 w 5467129"/>
              <a:gd name="connsiteY6" fmla="*/ 2737061 h 2827560"/>
              <a:gd name="connsiteX0" fmla="*/ 58447 w 5467129"/>
              <a:gd name="connsiteY0" fmla="*/ 2739880 h 2830379"/>
              <a:gd name="connsiteX1" fmla="*/ 440364 w 5467129"/>
              <a:gd name="connsiteY1" fmla="*/ 1312691 h 2830379"/>
              <a:gd name="connsiteX2" fmla="*/ 2810914 w 5467129"/>
              <a:gd name="connsiteY2" fmla="*/ 16627 h 2830379"/>
              <a:gd name="connsiteX3" fmla="*/ 5467129 w 5467129"/>
              <a:gd name="connsiteY3" fmla="*/ 2162365 h 2830379"/>
              <a:gd name="connsiteX4" fmla="*/ 2802893 w 5467129"/>
              <a:gd name="connsiteY4" fmla="*/ 2118354 h 2830379"/>
              <a:gd name="connsiteX5" fmla="*/ 1178301 w 5467129"/>
              <a:gd name="connsiteY5" fmla="*/ 1866144 h 2830379"/>
              <a:gd name="connsiteX6" fmla="*/ 58447 w 5467129"/>
              <a:gd name="connsiteY6" fmla="*/ 2739880 h 2830379"/>
              <a:gd name="connsiteX0" fmla="*/ 30708 w 5439390"/>
              <a:gd name="connsiteY0" fmla="*/ 2739880 h 2830379"/>
              <a:gd name="connsiteX1" fmla="*/ 412625 w 5439390"/>
              <a:gd name="connsiteY1" fmla="*/ 1312691 h 2830379"/>
              <a:gd name="connsiteX2" fmla="*/ 2783175 w 5439390"/>
              <a:gd name="connsiteY2" fmla="*/ 16627 h 2830379"/>
              <a:gd name="connsiteX3" fmla="*/ 5439390 w 5439390"/>
              <a:gd name="connsiteY3" fmla="*/ 2162365 h 2830379"/>
              <a:gd name="connsiteX4" fmla="*/ 2775154 w 5439390"/>
              <a:gd name="connsiteY4" fmla="*/ 2118354 h 2830379"/>
              <a:gd name="connsiteX5" fmla="*/ 1150562 w 5439390"/>
              <a:gd name="connsiteY5" fmla="*/ 1866144 h 2830379"/>
              <a:gd name="connsiteX6" fmla="*/ 30708 w 5439390"/>
              <a:gd name="connsiteY6" fmla="*/ 2739880 h 2830379"/>
              <a:gd name="connsiteX0" fmla="*/ 12386 w 5421068"/>
              <a:gd name="connsiteY0" fmla="*/ 2739880 h 2830379"/>
              <a:gd name="connsiteX1" fmla="*/ 394303 w 5421068"/>
              <a:gd name="connsiteY1" fmla="*/ 1312691 h 2830379"/>
              <a:gd name="connsiteX2" fmla="*/ 2764853 w 5421068"/>
              <a:gd name="connsiteY2" fmla="*/ 16627 h 2830379"/>
              <a:gd name="connsiteX3" fmla="*/ 5421068 w 5421068"/>
              <a:gd name="connsiteY3" fmla="*/ 2162365 h 2830379"/>
              <a:gd name="connsiteX4" fmla="*/ 2756832 w 5421068"/>
              <a:gd name="connsiteY4" fmla="*/ 2118354 h 2830379"/>
              <a:gd name="connsiteX5" fmla="*/ 1132240 w 5421068"/>
              <a:gd name="connsiteY5" fmla="*/ 1866144 h 2830379"/>
              <a:gd name="connsiteX6" fmla="*/ 12386 w 5421068"/>
              <a:gd name="connsiteY6" fmla="*/ 2739880 h 2830379"/>
              <a:gd name="connsiteX0" fmla="*/ 6354 w 5415036"/>
              <a:gd name="connsiteY0" fmla="*/ 2739880 h 2830379"/>
              <a:gd name="connsiteX1" fmla="*/ 388271 w 5415036"/>
              <a:gd name="connsiteY1" fmla="*/ 1312691 h 2830379"/>
              <a:gd name="connsiteX2" fmla="*/ 2758821 w 5415036"/>
              <a:gd name="connsiteY2" fmla="*/ 16627 h 2830379"/>
              <a:gd name="connsiteX3" fmla="*/ 5415036 w 5415036"/>
              <a:gd name="connsiteY3" fmla="*/ 2162365 h 2830379"/>
              <a:gd name="connsiteX4" fmla="*/ 2750800 w 5415036"/>
              <a:gd name="connsiteY4" fmla="*/ 2118354 h 2830379"/>
              <a:gd name="connsiteX5" fmla="*/ 1126208 w 5415036"/>
              <a:gd name="connsiteY5" fmla="*/ 1866144 h 2830379"/>
              <a:gd name="connsiteX6" fmla="*/ 652965 w 5415036"/>
              <a:gd name="connsiteY6" fmla="*/ 2106776 h 2830379"/>
              <a:gd name="connsiteX7" fmla="*/ 6354 w 5415036"/>
              <a:gd name="connsiteY7" fmla="*/ 2739880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568316 w 5330387"/>
              <a:gd name="connsiteY6" fmla="*/ 2106776 h 2830379"/>
              <a:gd name="connsiteX7" fmla="*/ 9937 w 5330387"/>
              <a:gd name="connsiteY7" fmla="*/ 2098196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9937 w 5330387"/>
              <a:gd name="connsiteY6" fmla="*/ 2098196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31622 w 5320450"/>
              <a:gd name="connsiteY0" fmla="*/ 1866144 h 2830379"/>
              <a:gd name="connsiteX1" fmla="*/ 0 w 5320450"/>
              <a:gd name="connsiteY1" fmla="*/ 2098196 h 2830379"/>
              <a:gd name="connsiteX2" fmla="*/ 293685 w 5320450"/>
              <a:gd name="connsiteY2" fmla="*/ 1312691 h 2830379"/>
              <a:gd name="connsiteX3" fmla="*/ 2664235 w 5320450"/>
              <a:gd name="connsiteY3" fmla="*/ 16627 h 2830379"/>
              <a:gd name="connsiteX4" fmla="*/ 5320450 w 5320450"/>
              <a:gd name="connsiteY4" fmla="*/ 2162365 h 2830379"/>
              <a:gd name="connsiteX5" fmla="*/ 2656214 w 5320450"/>
              <a:gd name="connsiteY5" fmla="*/ 2118354 h 2830379"/>
              <a:gd name="connsiteX6" fmla="*/ 1123062 w 5320450"/>
              <a:gd name="connsiteY6" fmla="*/ 1957584 h 2830379"/>
              <a:gd name="connsiteX0" fmla="*/ 1052642 w 5341470"/>
              <a:gd name="connsiteY0" fmla="*/ 1866144 h 2830379"/>
              <a:gd name="connsiteX1" fmla="*/ 0 w 5341470"/>
              <a:gd name="connsiteY1" fmla="*/ 2050900 h 2830379"/>
              <a:gd name="connsiteX2" fmla="*/ 314705 w 5341470"/>
              <a:gd name="connsiteY2" fmla="*/ 1312691 h 2830379"/>
              <a:gd name="connsiteX3" fmla="*/ 2685255 w 5341470"/>
              <a:gd name="connsiteY3" fmla="*/ 16627 h 2830379"/>
              <a:gd name="connsiteX4" fmla="*/ 5341470 w 5341470"/>
              <a:gd name="connsiteY4" fmla="*/ 2162365 h 2830379"/>
              <a:gd name="connsiteX5" fmla="*/ 2677234 w 5341470"/>
              <a:gd name="connsiteY5" fmla="*/ 2118354 h 2830379"/>
              <a:gd name="connsiteX6" fmla="*/ 1144082 w 5341470"/>
              <a:gd name="connsiteY6" fmla="*/ 1957584 h 2830379"/>
              <a:gd name="connsiteX0" fmla="*/ 1052642 w 5341470"/>
              <a:gd name="connsiteY0" fmla="*/ 1895407 h 2859642"/>
              <a:gd name="connsiteX1" fmla="*/ 0 w 5341470"/>
              <a:gd name="connsiteY1" fmla="*/ 2080163 h 2859642"/>
              <a:gd name="connsiteX2" fmla="*/ 584289 w 5341470"/>
              <a:gd name="connsiteY2" fmla="*/ 981294 h 2859642"/>
              <a:gd name="connsiteX3" fmla="*/ 2685255 w 5341470"/>
              <a:gd name="connsiteY3" fmla="*/ 45890 h 2859642"/>
              <a:gd name="connsiteX4" fmla="*/ 5341470 w 5341470"/>
              <a:gd name="connsiteY4" fmla="*/ 2191628 h 2859642"/>
              <a:gd name="connsiteX5" fmla="*/ 2677234 w 5341470"/>
              <a:gd name="connsiteY5" fmla="*/ 2147617 h 2859642"/>
              <a:gd name="connsiteX6" fmla="*/ 1144082 w 5341470"/>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84910 h 2849145"/>
              <a:gd name="connsiteX1" fmla="*/ 0 w 5323254"/>
              <a:gd name="connsiteY1" fmla="*/ 2066023 h 2849145"/>
              <a:gd name="connsiteX2" fmla="*/ 566073 w 5323254"/>
              <a:gd name="connsiteY2" fmla="*/ 970797 h 2849145"/>
              <a:gd name="connsiteX3" fmla="*/ 2667039 w 5323254"/>
              <a:gd name="connsiteY3" fmla="*/ 35393 h 2849145"/>
              <a:gd name="connsiteX4" fmla="*/ 5323254 w 5323254"/>
              <a:gd name="connsiteY4" fmla="*/ 2181131 h 2849145"/>
              <a:gd name="connsiteX5" fmla="*/ 2659018 w 5323254"/>
              <a:gd name="connsiteY5" fmla="*/ 2137120 h 2849145"/>
              <a:gd name="connsiteX6" fmla="*/ 1125866 w 5323254"/>
              <a:gd name="connsiteY6" fmla="*/ 1976350 h 2849145"/>
              <a:gd name="connsiteX0" fmla="*/ 1034426 w 5323254"/>
              <a:gd name="connsiteY0" fmla="*/ 1850327 h 2814562"/>
              <a:gd name="connsiteX1" fmla="*/ 0 w 5323254"/>
              <a:gd name="connsiteY1" fmla="*/ 2031440 h 2814562"/>
              <a:gd name="connsiteX2" fmla="*/ 566073 w 5323254"/>
              <a:gd name="connsiteY2" fmla="*/ 936214 h 2814562"/>
              <a:gd name="connsiteX3" fmla="*/ 2667039 w 5323254"/>
              <a:gd name="connsiteY3" fmla="*/ 810 h 2814562"/>
              <a:gd name="connsiteX4" fmla="*/ 5323254 w 5323254"/>
              <a:gd name="connsiteY4" fmla="*/ 2146548 h 2814562"/>
              <a:gd name="connsiteX5" fmla="*/ 2659018 w 5323254"/>
              <a:gd name="connsiteY5" fmla="*/ 2102537 h 2814562"/>
              <a:gd name="connsiteX6" fmla="*/ 1125866 w 5323254"/>
              <a:gd name="connsiteY6" fmla="*/ 1941767 h 2814562"/>
              <a:gd name="connsiteX0" fmla="*/ 1034426 w 5323254"/>
              <a:gd name="connsiteY0" fmla="*/ 1870005 h 2834240"/>
              <a:gd name="connsiteX1" fmla="*/ 0 w 5323254"/>
              <a:gd name="connsiteY1" fmla="*/ 2051118 h 2834240"/>
              <a:gd name="connsiteX2" fmla="*/ 566073 w 5323254"/>
              <a:gd name="connsiteY2" fmla="*/ 955892 h 2834240"/>
              <a:gd name="connsiteX3" fmla="*/ 2667039 w 5323254"/>
              <a:gd name="connsiteY3" fmla="*/ 781 h 2834240"/>
              <a:gd name="connsiteX4" fmla="*/ 5323254 w 5323254"/>
              <a:gd name="connsiteY4" fmla="*/ 2166226 h 2834240"/>
              <a:gd name="connsiteX5" fmla="*/ 2659018 w 5323254"/>
              <a:gd name="connsiteY5" fmla="*/ 2122215 h 2834240"/>
              <a:gd name="connsiteX6" fmla="*/ 1125866 w 5323254"/>
              <a:gd name="connsiteY6" fmla="*/ 1961445 h 2834240"/>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378075"/>
              <a:gd name="connsiteX1" fmla="*/ 0 w 5323254"/>
              <a:gd name="connsiteY1" fmla="*/ 2050391 h 2378075"/>
              <a:gd name="connsiteX2" fmla="*/ 566073 w 5323254"/>
              <a:gd name="connsiteY2" fmla="*/ 955165 h 2378075"/>
              <a:gd name="connsiteX3" fmla="*/ 2667039 w 5323254"/>
              <a:gd name="connsiteY3" fmla="*/ 54 h 2378075"/>
              <a:gd name="connsiteX4" fmla="*/ 5323254 w 5323254"/>
              <a:gd name="connsiteY4" fmla="*/ 2165499 h 2378075"/>
              <a:gd name="connsiteX5" fmla="*/ 2659018 w 5323254"/>
              <a:gd name="connsiteY5" fmla="*/ 2121488 h 2378075"/>
              <a:gd name="connsiteX6" fmla="*/ 1125866 w 5323254"/>
              <a:gd name="connsiteY6" fmla="*/ 1960718 h 2378075"/>
              <a:gd name="connsiteX0" fmla="*/ 1034426 w 5335078"/>
              <a:gd name="connsiteY0" fmla="*/ 1902587 h 2386535"/>
              <a:gd name="connsiteX1" fmla="*/ 0 w 5335078"/>
              <a:gd name="connsiteY1" fmla="*/ 2083700 h 2386535"/>
              <a:gd name="connsiteX2" fmla="*/ 566073 w 5335078"/>
              <a:gd name="connsiteY2" fmla="*/ 988474 h 2386535"/>
              <a:gd name="connsiteX3" fmla="*/ 2667039 w 5335078"/>
              <a:gd name="connsiteY3" fmla="*/ 33363 h 2386535"/>
              <a:gd name="connsiteX4" fmla="*/ 5335078 w 5335078"/>
              <a:gd name="connsiteY4" fmla="*/ 2171219 h 2386535"/>
              <a:gd name="connsiteX5" fmla="*/ 2659018 w 5335078"/>
              <a:gd name="connsiteY5" fmla="*/ 2154797 h 2386535"/>
              <a:gd name="connsiteX6" fmla="*/ 1125866 w 5335078"/>
              <a:gd name="connsiteY6" fmla="*/ 1994027 h 2386535"/>
              <a:gd name="connsiteX0" fmla="*/ 1034426 w 5335078"/>
              <a:gd name="connsiteY0" fmla="*/ 1902587 h 2430925"/>
              <a:gd name="connsiteX1" fmla="*/ 0 w 5335078"/>
              <a:gd name="connsiteY1" fmla="*/ 2083700 h 2430925"/>
              <a:gd name="connsiteX2" fmla="*/ 566073 w 5335078"/>
              <a:gd name="connsiteY2" fmla="*/ 988474 h 2430925"/>
              <a:gd name="connsiteX3" fmla="*/ 2667039 w 5335078"/>
              <a:gd name="connsiteY3" fmla="*/ 33363 h 2430925"/>
              <a:gd name="connsiteX4" fmla="*/ 5335078 w 5335078"/>
              <a:gd name="connsiteY4" fmla="*/ 2171219 h 2430925"/>
              <a:gd name="connsiteX5" fmla="*/ 2659018 w 5335078"/>
              <a:gd name="connsiteY5" fmla="*/ 2154797 h 2430925"/>
              <a:gd name="connsiteX6" fmla="*/ 1125866 w 5335078"/>
              <a:gd name="connsiteY6" fmla="*/ 1994027 h 2430925"/>
              <a:gd name="connsiteX0" fmla="*/ 1034426 w 5335078"/>
              <a:gd name="connsiteY0" fmla="*/ 1902587 h 2424228"/>
              <a:gd name="connsiteX1" fmla="*/ 0 w 5335078"/>
              <a:gd name="connsiteY1" fmla="*/ 2083700 h 2424228"/>
              <a:gd name="connsiteX2" fmla="*/ 566073 w 5335078"/>
              <a:gd name="connsiteY2" fmla="*/ 988474 h 2424228"/>
              <a:gd name="connsiteX3" fmla="*/ 2667039 w 5335078"/>
              <a:gd name="connsiteY3" fmla="*/ 33363 h 2424228"/>
              <a:gd name="connsiteX4" fmla="*/ 5335078 w 5335078"/>
              <a:gd name="connsiteY4" fmla="*/ 2171219 h 2424228"/>
              <a:gd name="connsiteX5" fmla="*/ 2659018 w 5335078"/>
              <a:gd name="connsiteY5" fmla="*/ 2154797 h 2424228"/>
              <a:gd name="connsiteX6" fmla="*/ 1125866 w 5335078"/>
              <a:gd name="connsiteY6" fmla="*/ 1994027 h 2424228"/>
              <a:gd name="connsiteX0" fmla="*/ 1034426 w 5335078"/>
              <a:gd name="connsiteY0" fmla="*/ 1902587 h 2391766"/>
              <a:gd name="connsiteX1" fmla="*/ 0 w 5335078"/>
              <a:gd name="connsiteY1" fmla="*/ 2083700 h 2391766"/>
              <a:gd name="connsiteX2" fmla="*/ 566073 w 5335078"/>
              <a:gd name="connsiteY2" fmla="*/ 988474 h 2391766"/>
              <a:gd name="connsiteX3" fmla="*/ 2667039 w 5335078"/>
              <a:gd name="connsiteY3" fmla="*/ 33363 h 2391766"/>
              <a:gd name="connsiteX4" fmla="*/ 5335078 w 5335078"/>
              <a:gd name="connsiteY4" fmla="*/ 2171219 h 2391766"/>
              <a:gd name="connsiteX5" fmla="*/ 2659018 w 5335078"/>
              <a:gd name="connsiteY5" fmla="*/ 2154797 h 2391766"/>
              <a:gd name="connsiteX6" fmla="*/ 1125866 w 5335078"/>
              <a:gd name="connsiteY6" fmla="*/ 1994027 h 2391766"/>
              <a:gd name="connsiteX0" fmla="*/ 1034426 w 5335078"/>
              <a:gd name="connsiteY0" fmla="*/ 1902587 h 2378193"/>
              <a:gd name="connsiteX1" fmla="*/ 0 w 5335078"/>
              <a:gd name="connsiteY1" fmla="*/ 2083700 h 2378193"/>
              <a:gd name="connsiteX2" fmla="*/ 566073 w 5335078"/>
              <a:gd name="connsiteY2" fmla="*/ 988474 h 2378193"/>
              <a:gd name="connsiteX3" fmla="*/ 2667039 w 5335078"/>
              <a:gd name="connsiteY3" fmla="*/ 33363 h 2378193"/>
              <a:gd name="connsiteX4" fmla="*/ 5335078 w 5335078"/>
              <a:gd name="connsiteY4" fmla="*/ 2171219 h 2378193"/>
              <a:gd name="connsiteX5" fmla="*/ 2659018 w 5335078"/>
              <a:gd name="connsiteY5" fmla="*/ 2154797 h 2378193"/>
              <a:gd name="connsiteX6" fmla="*/ 1125866 w 5335078"/>
              <a:gd name="connsiteY6" fmla="*/ 1994027 h 2378193"/>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7" fmla="*/ 1034426 w 5335078"/>
              <a:gd name="connsiteY7" fmla="*/ 1902587 h 2377034"/>
              <a:gd name="connsiteX0" fmla="*/ 1125866 w 5335078"/>
              <a:gd name="connsiteY0" fmla="*/ 199402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92890"/>
              <a:gd name="connsiteX1" fmla="*/ 0 w 5335078"/>
              <a:gd name="connsiteY1" fmla="*/ 2083700 h 2392890"/>
              <a:gd name="connsiteX2" fmla="*/ 566073 w 5335078"/>
              <a:gd name="connsiteY2" fmla="*/ 988474 h 2392890"/>
              <a:gd name="connsiteX3" fmla="*/ 2667039 w 5335078"/>
              <a:gd name="connsiteY3" fmla="*/ 33363 h 2392890"/>
              <a:gd name="connsiteX4" fmla="*/ 5335078 w 5335078"/>
              <a:gd name="connsiteY4" fmla="*/ 2171219 h 2392890"/>
              <a:gd name="connsiteX5" fmla="*/ 2659018 w 5335078"/>
              <a:gd name="connsiteY5" fmla="*/ 2154797 h 2392890"/>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21527 h 2364586"/>
              <a:gd name="connsiteX1" fmla="*/ 0 w 5335078"/>
              <a:gd name="connsiteY1" fmla="*/ 2050430 h 2364586"/>
              <a:gd name="connsiteX2" fmla="*/ 2667039 w 5335078"/>
              <a:gd name="connsiteY2" fmla="*/ 93 h 2364586"/>
              <a:gd name="connsiteX3" fmla="*/ 5335078 w 5335078"/>
              <a:gd name="connsiteY3" fmla="*/ 2137949 h 2364586"/>
              <a:gd name="connsiteX4" fmla="*/ 2659018 w 5335078"/>
              <a:gd name="connsiteY4" fmla="*/ 2121527 h 2364586"/>
              <a:gd name="connsiteX0" fmla="*/ 2659018 w 5335078"/>
              <a:gd name="connsiteY0" fmla="*/ 2126514 h 2369573"/>
              <a:gd name="connsiteX1" fmla="*/ 0 w 5335078"/>
              <a:gd name="connsiteY1" fmla="*/ 2055417 h 2369573"/>
              <a:gd name="connsiteX2" fmla="*/ 2667039 w 5335078"/>
              <a:gd name="connsiteY2" fmla="*/ 5080 h 2369573"/>
              <a:gd name="connsiteX3" fmla="*/ 5335078 w 5335078"/>
              <a:gd name="connsiteY3" fmla="*/ 2142936 h 2369573"/>
              <a:gd name="connsiteX4" fmla="*/ 2659018 w 5335078"/>
              <a:gd name="connsiteY4" fmla="*/ 2126514 h 2369573"/>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1753 h 2364812"/>
              <a:gd name="connsiteX1" fmla="*/ 0 w 5335078"/>
              <a:gd name="connsiteY1" fmla="*/ 2050656 h 2364812"/>
              <a:gd name="connsiteX2" fmla="*/ 2667039 w 5335078"/>
              <a:gd name="connsiteY2" fmla="*/ 319 h 2364812"/>
              <a:gd name="connsiteX3" fmla="*/ 5335078 w 5335078"/>
              <a:gd name="connsiteY3" fmla="*/ 2138175 h 2364812"/>
              <a:gd name="connsiteX4" fmla="*/ 2659018 w 5335078"/>
              <a:gd name="connsiteY4" fmla="*/ 2121753 h 2364812"/>
              <a:gd name="connsiteX0" fmla="*/ 2659018 w 5335078"/>
              <a:gd name="connsiteY0" fmla="*/ 2121721 h 2364780"/>
              <a:gd name="connsiteX1" fmla="*/ 0 w 5335078"/>
              <a:gd name="connsiteY1" fmla="*/ 2050624 h 2364780"/>
              <a:gd name="connsiteX2" fmla="*/ 2667039 w 5335078"/>
              <a:gd name="connsiteY2" fmla="*/ 287 h 2364780"/>
              <a:gd name="connsiteX3" fmla="*/ 5335078 w 5335078"/>
              <a:gd name="connsiteY3" fmla="*/ 2138143 h 2364780"/>
              <a:gd name="connsiteX4" fmla="*/ 2659018 w 5335078"/>
              <a:gd name="connsiteY4" fmla="*/ 2121721 h 2364780"/>
              <a:gd name="connsiteX0" fmla="*/ 2659018 w 5335078"/>
              <a:gd name="connsiteY0" fmla="*/ 2121435 h 2364494"/>
              <a:gd name="connsiteX1" fmla="*/ 0 w 5335078"/>
              <a:gd name="connsiteY1" fmla="*/ 2050338 h 2364494"/>
              <a:gd name="connsiteX2" fmla="*/ 2667039 w 5335078"/>
              <a:gd name="connsiteY2" fmla="*/ 1 h 2364494"/>
              <a:gd name="connsiteX3" fmla="*/ 5335078 w 5335078"/>
              <a:gd name="connsiteY3" fmla="*/ 2137857 h 2364494"/>
              <a:gd name="connsiteX4" fmla="*/ 2659018 w 5335078"/>
              <a:gd name="connsiteY4" fmla="*/ 2121435 h 2364494"/>
              <a:gd name="connsiteX0" fmla="*/ 2659018 w 5335078"/>
              <a:gd name="connsiteY0" fmla="*/ 2127784 h 2370843"/>
              <a:gd name="connsiteX1" fmla="*/ 0 w 5335078"/>
              <a:gd name="connsiteY1" fmla="*/ 2056687 h 2370843"/>
              <a:gd name="connsiteX2" fmla="*/ 2660689 w 5335078"/>
              <a:gd name="connsiteY2" fmla="*/ 0 h 2370843"/>
              <a:gd name="connsiteX3" fmla="*/ 5335078 w 5335078"/>
              <a:gd name="connsiteY3" fmla="*/ 2144206 h 2370843"/>
              <a:gd name="connsiteX4" fmla="*/ 2659018 w 5335078"/>
              <a:gd name="connsiteY4" fmla="*/ 2127784 h 2370843"/>
              <a:gd name="connsiteX0" fmla="*/ 2659018 w 5335078"/>
              <a:gd name="connsiteY0" fmla="*/ 2108534 h 2351593"/>
              <a:gd name="connsiteX1" fmla="*/ 0 w 5335078"/>
              <a:gd name="connsiteY1" fmla="*/ 2037437 h 2351593"/>
              <a:gd name="connsiteX2" fmla="*/ 2660689 w 5335078"/>
              <a:gd name="connsiteY2" fmla="*/ 1 h 2351593"/>
              <a:gd name="connsiteX3" fmla="*/ 5335078 w 5335078"/>
              <a:gd name="connsiteY3" fmla="*/ 2124956 h 2351593"/>
              <a:gd name="connsiteX4" fmla="*/ 2659018 w 5335078"/>
              <a:gd name="connsiteY4" fmla="*/ 2108534 h 2351593"/>
              <a:gd name="connsiteX0" fmla="*/ 2659018 w 5335078"/>
              <a:gd name="connsiteY0" fmla="*/ 2111741 h 2354800"/>
              <a:gd name="connsiteX1" fmla="*/ 0 w 5335078"/>
              <a:gd name="connsiteY1" fmla="*/ 2040644 h 2354800"/>
              <a:gd name="connsiteX2" fmla="*/ 2660689 w 5335078"/>
              <a:gd name="connsiteY2" fmla="*/ 0 h 2354800"/>
              <a:gd name="connsiteX3" fmla="*/ 5335078 w 5335078"/>
              <a:gd name="connsiteY3" fmla="*/ 2128163 h 2354800"/>
              <a:gd name="connsiteX4" fmla="*/ 2659018 w 5335078"/>
              <a:gd name="connsiteY4" fmla="*/ 2111741 h 2354800"/>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5078" h="2354807">
                <a:moveTo>
                  <a:pt x="2659018" y="2111748"/>
                </a:moveTo>
                <a:cubicBezTo>
                  <a:pt x="1643714" y="1699082"/>
                  <a:pt x="419769" y="1884255"/>
                  <a:pt x="0" y="2040651"/>
                </a:cubicBezTo>
                <a:cubicBezTo>
                  <a:pt x="95392" y="1506223"/>
                  <a:pt x="860721" y="-3578"/>
                  <a:pt x="2660689" y="7"/>
                </a:cubicBezTo>
                <a:cubicBezTo>
                  <a:pt x="4460657" y="3592"/>
                  <a:pt x="5211709" y="1510238"/>
                  <a:pt x="5335078" y="2128170"/>
                </a:cubicBezTo>
                <a:cubicBezTo>
                  <a:pt x="4302438" y="2512830"/>
                  <a:pt x="3315656" y="2339170"/>
                  <a:pt x="2659018" y="2111748"/>
                </a:cubicBezTo>
                <a:close/>
              </a:path>
            </a:pathLst>
          </a:custGeom>
        </p:spPr>
        <p:txBody>
          <a:bodyPr>
            <a:normAutofit/>
          </a:bodyPr>
          <a:lstStyle>
            <a:lvl1pPr marL="0" indent="0" algn="ctr">
              <a:buNone/>
              <a:defRPr sz="1400"/>
            </a:lvl1pPr>
          </a:lstStyle>
          <a:p>
            <a:r>
              <a:rPr lang="en-GB"/>
              <a:t>Add image or colour</a:t>
            </a:r>
          </a:p>
        </p:txBody>
      </p:sp>
      <p:pic>
        <p:nvPicPr>
          <p:cNvPr id="8" name="Graphic 7">
            <a:extLst>
              <a:ext uri="{FF2B5EF4-FFF2-40B4-BE49-F238E27FC236}">
                <a16:creationId xmlns:a16="http://schemas.microsoft.com/office/drawing/2014/main" id="{5ECB0A80-1B0E-170D-E80A-84919FB912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Slide Number Placeholder 5">
            <a:extLst>
              <a:ext uri="{FF2B5EF4-FFF2-40B4-BE49-F238E27FC236}">
                <a16:creationId xmlns:a16="http://schemas.microsoft.com/office/drawing/2014/main" id="{3A3D167C-9875-FA01-F0EE-48A389E823EA}"/>
              </a:ext>
            </a:extLst>
          </p:cNvPr>
          <p:cNvSpPr>
            <a:spLocks noGrp="1"/>
          </p:cNvSpPr>
          <p:nvPr>
            <p:ph type="sldNum" sz="quarter" idx="12"/>
          </p:nvPr>
        </p:nvSpPr>
        <p:spPr>
          <a:xfrm>
            <a:off x="11628645" y="6387881"/>
            <a:ext cx="418837" cy="365125"/>
          </a:xfrm>
        </p:spPr>
        <p:txBody>
          <a:bodyPr/>
          <a:lstStyle>
            <a:lvl1pPr>
              <a:defRPr sz="1050">
                <a:solidFill>
                  <a:schemeClr val="accent1"/>
                </a:solidFill>
              </a:defRPr>
            </a:lvl1pPr>
          </a:lstStyle>
          <a:p>
            <a:fld id="{1E3508AD-6785-9A40-B664-AC186F99CF3B}" type="slidenum">
              <a:rPr lang="en-GB" smtClean="0"/>
              <a:pPr/>
              <a:t>‹#›</a:t>
            </a:fld>
            <a:endParaRPr lang="en-GB"/>
          </a:p>
        </p:txBody>
      </p:sp>
      <p:sp>
        <p:nvSpPr>
          <p:cNvPr id="11" name="Title 1">
            <a:extLst>
              <a:ext uri="{FF2B5EF4-FFF2-40B4-BE49-F238E27FC236}">
                <a16:creationId xmlns:a16="http://schemas.microsoft.com/office/drawing/2014/main" id="{E4736FBD-C735-A3EB-79E8-81370B63D159}"/>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solidFill>
                  <a:schemeClr val="bg1"/>
                </a:solidFill>
              </a:defRPr>
            </a:lvl1pPr>
          </a:lstStyle>
          <a:p>
            <a:r>
              <a:rPr lang="en-GB"/>
              <a:t>Click to edit Master title style</a:t>
            </a:r>
          </a:p>
        </p:txBody>
      </p:sp>
      <p:sp>
        <p:nvSpPr>
          <p:cNvPr id="12" name="Text Placeholder 10">
            <a:extLst>
              <a:ext uri="{FF2B5EF4-FFF2-40B4-BE49-F238E27FC236}">
                <a16:creationId xmlns:a16="http://schemas.microsoft.com/office/drawing/2014/main" id="{0213EADD-CAB9-DEAA-F13C-E0B9559E8FA6}"/>
              </a:ext>
            </a:extLst>
          </p:cNvPr>
          <p:cNvSpPr>
            <a:spLocks noGrp="1"/>
          </p:cNvSpPr>
          <p:nvPr>
            <p:ph type="body" sz="quarter" idx="15" hasCustomPrompt="1"/>
          </p:nvPr>
        </p:nvSpPr>
        <p:spPr>
          <a:xfrm>
            <a:off x="841094" y="4450181"/>
            <a:ext cx="3888973" cy="1937700"/>
          </a:xfrm>
        </p:spPr>
        <p:txBody>
          <a:bodyPr anchor="b">
            <a:normAutofit/>
          </a:bodyPr>
          <a:lstStyle>
            <a:lvl1pPr marL="0" indent="0">
              <a:lnSpc>
                <a:spcPct val="110000"/>
              </a:lnSpc>
              <a:buFont typeface="Arial" panose="020B0604020202020204" pitchFamily="34" charset="0"/>
              <a:buNone/>
              <a:defRPr sz="1200">
                <a:solidFill>
                  <a:schemeClr val="tx1"/>
                </a:solidFill>
              </a:defRPr>
            </a:lvl1pPr>
          </a:lstStyle>
          <a:p>
            <a:pPr lvl="0"/>
            <a:r>
              <a:rPr lang="en-GB"/>
              <a:t>Add more text</a:t>
            </a:r>
          </a:p>
        </p:txBody>
      </p:sp>
      <p:sp>
        <p:nvSpPr>
          <p:cNvPr id="13" name="Text Placeholder 15">
            <a:extLst>
              <a:ext uri="{FF2B5EF4-FFF2-40B4-BE49-F238E27FC236}">
                <a16:creationId xmlns:a16="http://schemas.microsoft.com/office/drawing/2014/main" id="{518052ED-4900-6F39-B939-C2128A1BC8BC}"/>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4" name="Footer Placeholder 13">
            <a:extLst>
              <a:ext uri="{FF2B5EF4-FFF2-40B4-BE49-F238E27FC236}">
                <a16:creationId xmlns:a16="http://schemas.microsoft.com/office/drawing/2014/main" id="{6E5241F3-02DA-7DC4-A3FE-66BFE75A925A}"/>
              </a:ext>
            </a:extLst>
          </p:cNvPr>
          <p:cNvSpPr>
            <a:spLocks noGrp="1"/>
          </p:cNvSpPr>
          <p:nvPr>
            <p:ph type="ftr" sz="quarter" idx="18"/>
          </p:nvPr>
        </p:nvSpPr>
        <p:spPr/>
        <p:txBody>
          <a:bodyPr/>
          <a:lstStyle>
            <a:lvl1pPr>
              <a:defRPr>
                <a:solidFill>
                  <a:schemeClr val="bg2">
                    <a:lumMod val="75000"/>
                  </a:schemeClr>
                </a:solidFill>
              </a:defRPr>
            </a:lvl1pPr>
          </a:lstStyle>
          <a:p>
            <a:r>
              <a:rPr lang="en-GB"/>
              <a:t>SDR HUB OVERVIEW</a:t>
            </a:r>
          </a:p>
        </p:txBody>
      </p:sp>
      <p:sp>
        <p:nvSpPr>
          <p:cNvPr id="3" name="Text Placeholder 2">
            <a:extLst>
              <a:ext uri="{FF2B5EF4-FFF2-40B4-BE49-F238E27FC236}">
                <a16:creationId xmlns:a16="http://schemas.microsoft.com/office/drawing/2014/main" id="{59F55D7E-B700-5553-B21F-746436B41ADA}"/>
              </a:ext>
            </a:extLst>
          </p:cNvPr>
          <p:cNvSpPr>
            <a:spLocks noGrp="1"/>
          </p:cNvSpPr>
          <p:nvPr>
            <p:ph type="body" sz="quarter" idx="19" hasCustomPrompt="1"/>
          </p:nvPr>
        </p:nvSpPr>
        <p:spPr>
          <a:xfrm>
            <a:off x="7750629" y="2002420"/>
            <a:ext cx="2805403" cy="834085"/>
          </a:xfrm>
        </p:spPr>
        <p:txBody>
          <a:bodyPr>
            <a:normAutofit/>
          </a:bodyPr>
          <a:lstStyle>
            <a:lvl1pPr marL="0" indent="0" algn="ctr">
              <a:buFont typeface="Arial" panose="020B0604020202020204" pitchFamily="34" charset="0"/>
              <a:buNone/>
              <a:defRPr sz="1400" i="1">
                <a:solidFill>
                  <a:schemeClr val="tx1"/>
                </a:solidFill>
              </a:defRPr>
            </a:lvl1pPr>
          </a:lstStyle>
          <a:p>
            <a:pPr lvl="0"/>
            <a:r>
              <a:rPr lang="en-GB"/>
              <a:t>Add text</a:t>
            </a:r>
          </a:p>
        </p:txBody>
      </p:sp>
    </p:spTree>
    <p:extLst>
      <p:ext uri="{BB962C8B-B14F-4D97-AF65-F5344CB8AC3E}">
        <p14:creationId xmlns:p14="http://schemas.microsoft.com/office/powerpoint/2010/main" val="131949303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1524000" y="2102666"/>
            <a:ext cx="9144000" cy="2387600"/>
          </a:xfrm>
          <a:prstGeom prst="rect">
            <a:avLst/>
          </a:prstGeom>
        </p:spPr>
        <p:txBody>
          <a:bodyPr anchor="b"/>
          <a:lstStyle>
            <a:lvl1pPr algn="ctr">
              <a:defRPr sz="6000">
                <a:solidFill>
                  <a:schemeClr val="tx2"/>
                </a:solidFill>
              </a:defRPr>
            </a:lvl1pPr>
          </a:lstStyle>
          <a:p>
            <a:r>
              <a:rPr lang="en-GB"/>
              <a:t>Click to edit Master title style</a:t>
            </a:r>
          </a:p>
        </p:txBody>
      </p:sp>
      <p:sp>
        <p:nvSpPr>
          <p:cNvPr id="3" name="Subtitle 2">
            <a:extLst>
              <a:ext uri="{FF2B5EF4-FFF2-40B4-BE49-F238E27FC236}">
                <a16:creationId xmlns:a16="http://schemas.microsoft.com/office/drawing/2014/main" id="{D193E50A-0518-EBB3-A9FE-262EC2557EEB}"/>
              </a:ext>
            </a:extLst>
          </p:cNvPr>
          <p:cNvSpPr>
            <a:spLocks noGrp="1"/>
          </p:cNvSpPr>
          <p:nvPr>
            <p:ph type="subTitle" idx="1" hasCustomPrompt="1"/>
          </p:nvPr>
        </p:nvSpPr>
        <p:spPr>
          <a:xfrm>
            <a:off x="1524000" y="4582341"/>
            <a:ext cx="9144000" cy="1062584"/>
          </a:xfrm>
          <a:prstGeom prst="rect">
            <a:avLst/>
          </a:prstGeo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 Add / change background image: right click on the background -&gt; ‘format background’. </a:t>
            </a:r>
          </a:p>
        </p:txBody>
      </p:sp>
      <p:sp>
        <p:nvSpPr>
          <p:cNvPr id="6" name="Slide Number Placeholder 5">
            <a:extLst>
              <a:ext uri="{FF2B5EF4-FFF2-40B4-BE49-F238E27FC236}">
                <a16:creationId xmlns:a16="http://schemas.microsoft.com/office/drawing/2014/main" id="{AF7424C0-A569-559C-08FC-9860782401CE}"/>
              </a:ext>
            </a:extLst>
          </p:cNvPr>
          <p:cNvSpPr>
            <a:spLocks noGrp="1"/>
          </p:cNvSpPr>
          <p:nvPr>
            <p:ph type="sldNum" sz="quarter" idx="12"/>
          </p:nvPr>
        </p:nvSpPr>
        <p:spPr/>
        <p:txBody>
          <a:bodyPr/>
          <a:lstStyle>
            <a:lvl1pPr>
              <a:defRPr sz="1050"/>
            </a:lvl1pPr>
          </a:lstStyle>
          <a:p>
            <a:fld id="{1E3508AD-6785-9A40-B664-AC186F99CF3B}" type="slidenum">
              <a:rPr lang="en-GB" smtClean="0"/>
              <a:pPr/>
              <a:t>‹#›</a:t>
            </a:fld>
            <a:endParaRPr lang="en-GB"/>
          </a:p>
        </p:txBody>
      </p:sp>
      <p:sp>
        <p:nvSpPr>
          <p:cNvPr id="9" name="Text Placeholder 8">
            <a:extLst>
              <a:ext uri="{FF2B5EF4-FFF2-40B4-BE49-F238E27FC236}">
                <a16:creationId xmlns:a16="http://schemas.microsoft.com/office/drawing/2014/main" id="{276E0DA4-BE98-F253-CE15-3E8CEBF9553F}"/>
              </a:ext>
            </a:extLst>
          </p:cNvPr>
          <p:cNvSpPr>
            <a:spLocks noGrp="1"/>
          </p:cNvSpPr>
          <p:nvPr>
            <p:ph type="body" sz="quarter" idx="13" hasCustomPrompt="1"/>
          </p:nvPr>
        </p:nvSpPr>
        <p:spPr>
          <a:xfrm>
            <a:off x="1524000" y="5719763"/>
            <a:ext cx="4327233" cy="223837"/>
          </a:xfrm>
        </p:spPr>
        <p:txBody>
          <a:bodyPr>
            <a:noAutofit/>
          </a:bodyPr>
          <a:lstStyle>
            <a:lvl1pPr marL="0" indent="0" algn="r">
              <a:buFont typeface="Arial" panose="020B0604020202020204" pitchFamily="34" charset="0"/>
              <a:buNone/>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Name Surname </a:t>
            </a:r>
          </a:p>
        </p:txBody>
      </p:sp>
      <p:sp>
        <p:nvSpPr>
          <p:cNvPr id="10" name="Text Placeholder 8">
            <a:extLst>
              <a:ext uri="{FF2B5EF4-FFF2-40B4-BE49-F238E27FC236}">
                <a16:creationId xmlns:a16="http://schemas.microsoft.com/office/drawing/2014/main" id="{47FF9569-251D-28D9-04A1-30874C376F83}"/>
              </a:ext>
            </a:extLst>
          </p:cNvPr>
          <p:cNvSpPr>
            <a:spLocks noGrp="1"/>
          </p:cNvSpPr>
          <p:nvPr>
            <p:ph type="body" sz="quarter" idx="14" hasCustomPrompt="1"/>
          </p:nvPr>
        </p:nvSpPr>
        <p:spPr>
          <a:xfrm>
            <a:off x="6340766" y="5719763"/>
            <a:ext cx="4327233" cy="223837"/>
          </a:xfrm>
        </p:spPr>
        <p:txBody>
          <a:bodyPr>
            <a:noAutofit/>
          </a:bodyPr>
          <a:lstStyle>
            <a:lvl1pPr marL="0" indent="0" algn="l">
              <a:buFont typeface="Arial" panose="020B0604020202020204" pitchFamily="34" charset="0"/>
              <a:buNone/>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5 May 2023 13:30</a:t>
            </a:r>
          </a:p>
        </p:txBody>
      </p:sp>
      <p:pic>
        <p:nvPicPr>
          <p:cNvPr id="17" name="Graphic 16">
            <a:extLst>
              <a:ext uri="{FF2B5EF4-FFF2-40B4-BE49-F238E27FC236}">
                <a16:creationId xmlns:a16="http://schemas.microsoft.com/office/drawing/2014/main" id="{50D863FC-F0C7-62AE-69C0-C523970917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953297" y="5811410"/>
            <a:ext cx="285407" cy="63897"/>
          </a:xfrm>
          <a:prstGeom prst="rect">
            <a:avLst/>
          </a:prstGeom>
        </p:spPr>
      </p:pic>
      <p:sp>
        <p:nvSpPr>
          <p:cNvPr id="18" name="Footer Placeholder 17">
            <a:extLst>
              <a:ext uri="{FF2B5EF4-FFF2-40B4-BE49-F238E27FC236}">
                <a16:creationId xmlns:a16="http://schemas.microsoft.com/office/drawing/2014/main" id="{32780F77-8A04-C3F6-58E2-4E56BC3474E5}"/>
              </a:ext>
            </a:extLst>
          </p:cNvPr>
          <p:cNvSpPr>
            <a:spLocks noGrp="1"/>
          </p:cNvSpPr>
          <p:nvPr>
            <p:ph type="ftr" sz="quarter" idx="15"/>
          </p:nvPr>
        </p:nvSpPr>
        <p:spPr/>
        <p:txBody>
          <a:bodyPr/>
          <a:lstStyle/>
          <a:p>
            <a:r>
              <a:rPr lang="en-GB"/>
              <a:t>SDR HUB OVERVIEW</a:t>
            </a:r>
          </a:p>
        </p:txBody>
      </p:sp>
    </p:spTree>
    <p:extLst>
      <p:ext uri="{BB962C8B-B14F-4D97-AF65-F5344CB8AC3E}">
        <p14:creationId xmlns:p14="http://schemas.microsoft.com/office/powerpoint/2010/main" val="14361524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1524000" y="2477408"/>
            <a:ext cx="9144000" cy="620595"/>
          </a:xfrm>
          <a:prstGeom prst="rect">
            <a:avLst/>
          </a:prstGeom>
        </p:spPr>
        <p:txBody>
          <a:bodyPr anchor="b">
            <a:normAutofit/>
          </a:bodyPr>
          <a:lstStyle>
            <a:lvl1pPr algn="ctr">
              <a:defRPr sz="3600"/>
            </a:lvl1pPr>
          </a:lstStyle>
          <a:p>
            <a:r>
              <a:rPr lang="en-GB"/>
              <a:t>Click to edit Master title style</a:t>
            </a:r>
          </a:p>
        </p:txBody>
      </p:sp>
      <p:sp>
        <p:nvSpPr>
          <p:cNvPr id="3" name="Subtitle 2">
            <a:extLst>
              <a:ext uri="{FF2B5EF4-FFF2-40B4-BE49-F238E27FC236}">
                <a16:creationId xmlns:a16="http://schemas.microsoft.com/office/drawing/2014/main" id="{D193E50A-0518-EBB3-A9FE-262EC2557EEB}"/>
              </a:ext>
            </a:extLst>
          </p:cNvPr>
          <p:cNvSpPr>
            <a:spLocks noGrp="1"/>
          </p:cNvSpPr>
          <p:nvPr>
            <p:ph type="subTitle" idx="1" hasCustomPrompt="1"/>
          </p:nvPr>
        </p:nvSpPr>
        <p:spPr>
          <a:xfrm>
            <a:off x="1524000" y="3242800"/>
            <a:ext cx="9144000" cy="1062584"/>
          </a:xfrm>
          <a:prstGeom prst="rect">
            <a:avLst/>
          </a:prstGeom>
        </p:spPr>
        <p:txBody>
          <a:bodyPr>
            <a:normAutofit/>
          </a:bodyPr>
          <a:lstStyle>
            <a:lvl1pPr marL="0" indent="0" algn="ctr">
              <a:lnSpc>
                <a:spcPct val="100000"/>
              </a:lnSpc>
              <a:buNone/>
              <a:defRPr sz="16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a:t>
            </a:r>
            <a:r>
              <a:rPr lang="en-GB" err="1"/>
              <a:t>alinea</a:t>
            </a:r>
            <a:r>
              <a:rPr lang="en-GB"/>
              <a:t> text</a:t>
            </a:r>
          </a:p>
        </p:txBody>
      </p:sp>
      <p:sp>
        <p:nvSpPr>
          <p:cNvPr id="6" name="Slide Number Placeholder 5">
            <a:extLst>
              <a:ext uri="{FF2B5EF4-FFF2-40B4-BE49-F238E27FC236}">
                <a16:creationId xmlns:a16="http://schemas.microsoft.com/office/drawing/2014/main" id="{AF7424C0-A569-559C-08FC-9860782401CE}"/>
              </a:ext>
            </a:extLst>
          </p:cNvPr>
          <p:cNvSpPr>
            <a:spLocks noGrp="1"/>
          </p:cNvSpPr>
          <p:nvPr>
            <p:ph type="sldNum" sz="quarter" idx="12"/>
          </p:nvPr>
        </p:nvSpPr>
        <p:spPr/>
        <p:txBody>
          <a:bodyPr/>
          <a:lstStyle>
            <a:lvl1pPr>
              <a:defRPr sz="1050"/>
            </a:lvl1pPr>
          </a:lstStyle>
          <a:p>
            <a:fld id="{1E3508AD-6785-9A40-B664-AC186F99CF3B}" type="slidenum">
              <a:rPr lang="en-GB" smtClean="0"/>
              <a:pPr/>
              <a:t>‹#›</a:t>
            </a:fld>
            <a:endParaRPr lang="en-GB"/>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2064152" y="4450181"/>
            <a:ext cx="3888973" cy="1937700"/>
          </a:xfrm>
        </p:spPr>
        <p:txBody>
          <a:bodyPr>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2" name="Text Placeholder 10">
            <a:extLst>
              <a:ext uri="{FF2B5EF4-FFF2-40B4-BE49-F238E27FC236}">
                <a16:creationId xmlns:a16="http://schemas.microsoft.com/office/drawing/2014/main" id="{70F7D046-E958-9025-BEA4-08281F97C5CD}"/>
              </a:ext>
            </a:extLst>
          </p:cNvPr>
          <p:cNvSpPr>
            <a:spLocks noGrp="1"/>
          </p:cNvSpPr>
          <p:nvPr>
            <p:ph type="body" sz="quarter" idx="16" hasCustomPrompt="1"/>
          </p:nvPr>
        </p:nvSpPr>
        <p:spPr>
          <a:xfrm>
            <a:off x="6244281" y="4450181"/>
            <a:ext cx="3883567" cy="1937700"/>
          </a:xfrm>
        </p:spPr>
        <p:txBody>
          <a:bodyPr>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1524000" y="2074483"/>
            <a:ext cx="9144000" cy="295275"/>
          </a:xfrm>
        </p:spPr>
        <p:txBody>
          <a:bodyPr anchor="b">
            <a:noAutofit/>
          </a:bodyPr>
          <a:lstStyle>
            <a:lvl1pPr marL="0" indent="0" algn="ctr">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8" name="Footer Placeholder 17">
            <a:extLst>
              <a:ext uri="{FF2B5EF4-FFF2-40B4-BE49-F238E27FC236}">
                <a16:creationId xmlns:a16="http://schemas.microsoft.com/office/drawing/2014/main" id="{A48611BC-1417-DAEB-753E-502273FBC1B3}"/>
              </a:ext>
            </a:extLst>
          </p:cNvPr>
          <p:cNvSpPr>
            <a:spLocks noGrp="1"/>
          </p:cNvSpPr>
          <p:nvPr>
            <p:ph type="ftr" sz="quarter" idx="18"/>
          </p:nvPr>
        </p:nvSpPr>
        <p:spPr/>
        <p:txBody>
          <a:bodyPr/>
          <a:lstStyle/>
          <a:p>
            <a:r>
              <a:rPr lang="en-GB"/>
              <a:t>SDR HUB OVERVIEW</a:t>
            </a:r>
          </a:p>
        </p:txBody>
      </p:sp>
    </p:spTree>
    <p:extLst>
      <p:ext uri="{BB962C8B-B14F-4D97-AF65-F5344CB8AC3E}">
        <p14:creationId xmlns:p14="http://schemas.microsoft.com/office/powerpoint/2010/main" val="32252164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_Text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0D407A-E5FF-CFF0-6724-857811503D1C}"/>
              </a:ext>
            </a:extLst>
          </p:cNvPr>
          <p:cNvSpPr/>
          <p:nvPr userDrawn="1"/>
        </p:nvSpPr>
        <p:spPr>
          <a:xfrm>
            <a:off x="0" y="0"/>
            <a:ext cx="6244281" cy="6858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lvl1pPr>
          </a:lstStyle>
          <a:p>
            <a:r>
              <a:rPr lang="en-GB"/>
              <a:t>Click to edit Master title style</a:t>
            </a:r>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841094" y="4297781"/>
            <a:ext cx="3888973" cy="1937700"/>
          </a:xfrm>
        </p:spPr>
        <p:txBody>
          <a:bodyPr anchor="b">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5" name="Slide Number Placeholder 5">
            <a:extLst>
              <a:ext uri="{FF2B5EF4-FFF2-40B4-BE49-F238E27FC236}">
                <a16:creationId xmlns:a16="http://schemas.microsoft.com/office/drawing/2014/main" id="{CEB86830-2793-955C-ABE4-4569F259B79E}"/>
              </a:ext>
            </a:extLst>
          </p:cNvPr>
          <p:cNvSpPr>
            <a:spLocks noGrp="1"/>
          </p:cNvSpPr>
          <p:nvPr>
            <p:ph type="sldNum" sz="quarter" idx="12"/>
          </p:nvPr>
        </p:nvSpPr>
        <p:spPr>
          <a:xfrm>
            <a:off x="11628645" y="6387881"/>
            <a:ext cx="418837" cy="365125"/>
          </a:xfrm>
        </p:spPr>
        <p:txBody>
          <a:bodyPr/>
          <a:lstStyle>
            <a:lvl1pPr>
              <a:defRPr sz="1050"/>
            </a:lvl1pPr>
          </a:lstStyle>
          <a:p>
            <a:fld id="{1E3508AD-6785-9A40-B664-AC186F99CF3B}" type="slidenum">
              <a:rPr lang="en-GB" smtClean="0"/>
              <a:pPr/>
              <a:t>‹#›</a:t>
            </a:fld>
            <a:endParaRPr lang="en-GB"/>
          </a:p>
        </p:txBody>
      </p:sp>
      <p:pic>
        <p:nvPicPr>
          <p:cNvPr id="7" name="Graphic 6">
            <a:extLst>
              <a:ext uri="{FF2B5EF4-FFF2-40B4-BE49-F238E27FC236}">
                <a16:creationId xmlns:a16="http://schemas.microsoft.com/office/drawing/2014/main" id="{20864F0E-21B6-DE0C-2B2F-F2AF808DC6D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8" name="Text Placeholder 15">
            <a:extLst>
              <a:ext uri="{FF2B5EF4-FFF2-40B4-BE49-F238E27FC236}">
                <a16:creationId xmlns:a16="http://schemas.microsoft.com/office/drawing/2014/main" id="{596A74EA-6452-D0A3-7869-186AE90BDEC9}"/>
              </a:ext>
            </a:extLst>
          </p:cNvPr>
          <p:cNvSpPr>
            <a:spLocks noGrp="1"/>
          </p:cNvSpPr>
          <p:nvPr>
            <p:ph type="body" sz="quarter" idx="18" hasCustomPrompt="1"/>
          </p:nvPr>
        </p:nvSpPr>
        <p:spPr>
          <a:xfrm>
            <a:off x="7130779" y="1627107"/>
            <a:ext cx="3888972" cy="295275"/>
          </a:xfrm>
        </p:spPr>
        <p:txBody>
          <a:bodyPr anchor="b">
            <a:noAutofit/>
          </a:bodyPr>
          <a:lstStyle>
            <a:lvl1pPr marL="0" indent="0" algn="ctr">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3" name="Text Placeholder 10">
            <a:extLst>
              <a:ext uri="{FF2B5EF4-FFF2-40B4-BE49-F238E27FC236}">
                <a16:creationId xmlns:a16="http://schemas.microsoft.com/office/drawing/2014/main" id="{498A49E1-CB1A-202E-647B-12A8DD7EF960}"/>
              </a:ext>
            </a:extLst>
          </p:cNvPr>
          <p:cNvSpPr>
            <a:spLocks noGrp="1"/>
          </p:cNvSpPr>
          <p:nvPr>
            <p:ph type="body" sz="quarter" idx="19" hasCustomPrompt="1"/>
          </p:nvPr>
        </p:nvSpPr>
        <p:spPr>
          <a:xfrm>
            <a:off x="7114573" y="5675023"/>
            <a:ext cx="3888973" cy="560457"/>
          </a:xfrm>
        </p:spPr>
        <p:txBody>
          <a:bodyPr anchor="t">
            <a:normAutofit/>
          </a:bodyPr>
          <a:lstStyle>
            <a:lvl1pPr marL="0" indent="0" algn="ctr">
              <a:lnSpc>
                <a:spcPct val="110000"/>
              </a:lnSpc>
              <a:buFont typeface="Arial" panose="020B0604020202020204" pitchFamily="34" charset="0"/>
              <a:buNone/>
              <a:defRPr sz="1200">
                <a:solidFill>
                  <a:schemeClr val="tx1">
                    <a:lumMod val="60000"/>
                    <a:lumOff val="40000"/>
                  </a:schemeClr>
                </a:solidFill>
              </a:defRPr>
            </a:lvl1pPr>
          </a:lstStyle>
          <a:p>
            <a:pPr lvl="0"/>
            <a:r>
              <a:rPr lang="en-GB"/>
              <a:t>Add more text</a:t>
            </a:r>
          </a:p>
        </p:txBody>
      </p:sp>
      <p:sp>
        <p:nvSpPr>
          <p:cNvPr id="14" name="Footer Placeholder 13">
            <a:extLst>
              <a:ext uri="{FF2B5EF4-FFF2-40B4-BE49-F238E27FC236}">
                <a16:creationId xmlns:a16="http://schemas.microsoft.com/office/drawing/2014/main" id="{AAC6F1BD-C235-33E8-17B0-58621362EDA6}"/>
              </a:ext>
            </a:extLst>
          </p:cNvPr>
          <p:cNvSpPr>
            <a:spLocks noGrp="1"/>
          </p:cNvSpPr>
          <p:nvPr>
            <p:ph type="ftr" sz="quarter" idx="20"/>
          </p:nvPr>
        </p:nvSpPr>
        <p:spPr/>
        <p:txBody>
          <a:bodyPr/>
          <a:lstStyle>
            <a:lvl1pPr>
              <a:defRPr>
                <a:solidFill>
                  <a:schemeClr val="bg2">
                    <a:lumMod val="75000"/>
                  </a:schemeClr>
                </a:solidFill>
              </a:defRPr>
            </a:lvl1pPr>
          </a:lstStyle>
          <a:p>
            <a:r>
              <a:rPr lang="en-GB"/>
              <a:t>SDR HUB OVERVIEW</a:t>
            </a:r>
          </a:p>
        </p:txBody>
      </p:sp>
    </p:spTree>
    <p:extLst>
      <p:ext uri="{BB962C8B-B14F-4D97-AF65-F5344CB8AC3E}">
        <p14:creationId xmlns:p14="http://schemas.microsoft.com/office/powerpoint/2010/main" val="88299939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2_Text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0D407A-E5FF-CFF0-6724-857811503D1C}"/>
              </a:ext>
            </a:extLst>
          </p:cNvPr>
          <p:cNvSpPr/>
          <p:nvPr userDrawn="1"/>
        </p:nvSpPr>
        <p:spPr>
          <a:xfrm>
            <a:off x="0" y="0"/>
            <a:ext cx="6244281" cy="6858000"/>
          </a:xfrm>
          <a:prstGeom prst="rect">
            <a:avLst/>
          </a:prstGeom>
          <a:solidFill>
            <a:srgbClr val="F2D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lvl1pPr>
          </a:lstStyle>
          <a:p>
            <a:r>
              <a:rPr lang="en-GB"/>
              <a:t>Click to edit Master title style</a:t>
            </a:r>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841094" y="4297781"/>
            <a:ext cx="3888973" cy="1937700"/>
          </a:xfrm>
        </p:spPr>
        <p:txBody>
          <a:bodyPr anchor="b">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5" name="Slide Number Placeholder 5">
            <a:extLst>
              <a:ext uri="{FF2B5EF4-FFF2-40B4-BE49-F238E27FC236}">
                <a16:creationId xmlns:a16="http://schemas.microsoft.com/office/drawing/2014/main" id="{CEB86830-2793-955C-ABE4-4569F259B79E}"/>
              </a:ext>
            </a:extLst>
          </p:cNvPr>
          <p:cNvSpPr>
            <a:spLocks noGrp="1"/>
          </p:cNvSpPr>
          <p:nvPr>
            <p:ph type="sldNum" sz="quarter" idx="12"/>
          </p:nvPr>
        </p:nvSpPr>
        <p:spPr>
          <a:xfrm>
            <a:off x="11628645" y="6387881"/>
            <a:ext cx="418837" cy="365125"/>
          </a:xfrm>
        </p:spPr>
        <p:txBody>
          <a:bodyPr/>
          <a:lstStyle>
            <a:lvl1pPr>
              <a:defRPr sz="1050"/>
            </a:lvl1pPr>
          </a:lstStyle>
          <a:p>
            <a:fld id="{1E3508AD-6785-9A40-B664-AC186F99CF3B}" type="slidenum">
              <a:rPr lang="en-GB" smtClean="0"/>
              <a:pPr/>
              <a:t>‹#›</a:t>
            </a:fld>
            <a:endParaRPr lang="en-GB"/>
          </a:p>
        </p:txBody>
      </p:sp>
      <p:pic>
        <p:nvPicPr>
          <p:cNvPr id="7" name="Graphic 6">
            <a:extLst>
              <a:ext uri="{FF2B5EF4-FFF2-40B4-BE49-F238E27FC236}">
                <a16:creationId xmlns:a16="http://schemas.microsoft.com/office/drawing/2014/main" id="{20864F0E-21B6-DE0C-2B2F-F2AF808DC6D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8" name="Text Placeholder 15">
            <a:extLst>
              <a:ext uri="{FF2B5EF4-FFF2-40B4-BE49-F238E27FC236}">
                <a16:creationId xmlns:a16="http://schemas.microsoft.com/office/drawing/2014/main" id="{596A74EA-6452-D0A3-7869-186AE90BDEC9}"/>
              </a:ext>
            </a:extLst>
          </p:cNvPr>
          <p:cNvSpPr>
            <a:spLocks noGrp="1"/>
          </p:cNvSpPr>
          <p:nvPr>
            <p:ph type="body" sz="quarter" idx="18" hasCustomPrompt="1"/>
          </p:nvPr>
        </p:nvSpPr>
        <p:spPr>
          <a:xfrm>
            <a:off x="7130779" y="1627107"/>
            <a:ext cx="3888972" cy="295275"/>
          </a:xfrm>
        </p:spPr>
        <p:txBody>
          <a:bodyPr anchor="b">
            <a:noAutofit/>
          </a:bodyPr>
          <a:lstStyle>
            <a:lvl1pPr marL="0" indent="0" algn="ctr">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3" name="Text Placeholder 10">
            <a:extLst>
              <a:ext uri="{FF2B5EF4-FFF2-40B4-BE49-F238E27FC236}">
                <a16:creationId xmlns:a16="http://schemas.microsoft.com/office/drawing/2014/main" id="{498A49E1-CB1A-202E-647B-12A8DD7EF960}"/>
              </a:ext>
            </a:extLst>
          </p:cNvPr>
          <p:cNvSpPr>
            <a:spLocks noGrp="1"/>
          </p:cNvSpPr>
          <p:nvPr>
            <p:ph type="body" sz="quarter" idx="19" hasCustomPrompt="1"/>
          </p:nvPr>
        </p:nvSpPr>
        <p:spPr>
          <a:xfrm>
            <a:off x="7114573" y="5675023"/>
            <a:ext cx="3888973" cy="560457"/>
          </a:xfrm>
        </p:spPr>
        <p:txBody>
          <a:bodyPr anchor="t">
            <a:normAutofit/>
          </a:bodyPr>
          <a:lstStyle>
            <a:lvl1pPr marL="0" indent="0" algn="ctr">
              <a:lnSpc>
                <a:spcPct val="110000"/>
              </a:lnSpc>
              <a:buFont typeface="Arial" panose="020B0604020202020204" pitchFamily="34" charset="0"/>
              <a:buNone/>
              <a:defRPr sz="1200">
                <a:solidFill>
                  <a:schemeClr val="tx1">
                    <a:lumMod val="60000"/>
                    <a:lumOff val="40000"/>
                  </a:schemeClr>
                </a:solidFill>
              </a:defRPr>
            </a:lvl1pPr>
          </a:lstStyle>
          <a:p>
            <a:pPr lvl="0"/>
            <a:r>
              <a:rPr lang="en-GB"/>
              <a:t>Add more text</a:t>
            </a:r>
          </a:p>
        </p:txBody>
      </p:sp>
      <p:sp>
        <p:nvSpPr>
          <p:cNvPr id="14" name="Footer Placeholder 13">
            <a:extLst>
              <a:ext uri="{FF2B5EF4-FFF2-40B4-BE49-F238E27FC236}">
                <a16:creationId xmlns:a16="http://schemas.microsoft.com/office/drawing/2014/main" id="{AAC6F1BD-C235-33E8-17B0-58621362EDA6}"/>
              </a:ext>
            </a:extLst>
          </p:cNvPr>
          <p:cNvSpPr>
            <a:spLocks noGrp="1"/>
          </p:cNvSpPr>
          <p:nvPr>
            <p:ph type="ftr" sz="quarter" idx="20"/>
          </p:nvPr>
        </p:nvSpPr>
        <p:spPr/>
        <p:txBody>
          <a:bodyPr/>
          <a:lstStyle>
            <a:lvl1pPr>
              <a:defRPr>
                <a:solidFill>
                  <a:schemeClr val="bg2">
                    <a:lumMod val="75000"/>
                  </a:schemeClr>
                </a:solidFill>
              </a:defRPr>
            </a:lvl1pPr>
          </a:lstStyle>
          <a:p>
            <a:r>
              <a:rPr lang="en-GB"/>
              <a:t>SDR HUB OVERVIEW</a:t>
            </a:r>
          </a:p>
        </p:txBody>
      </p:sp>
    </p:spTree>
    <p:extLst>
      <p:ext uri="{BB962C8B-B14F-4D97-AF65-F5344CB8AC3E}">
        <p14:creationId xmlns:p14="http://schemas.microsoft.com/office/powerpoint/2010/main" val="39927535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FE9B503-272A-F6B4-D58E-93E554E7D5A4}"/>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0" name="Title Placeholder 1">
            <a:extLst>
              <a:ext uri="{FF2B5EF4-FFF2-40B4-BE49-F238E27FC236}">
                <a16:creationId xmlns:a16="http://schemas.microsoft.com/office/drawing/2014/main" id="{C9EF91B0-2678-3E29-585E-8371E3C9DBB7}"/>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p>
            <a:endParaRPr lang="en-GB"/>
          </a:p>
        </p:txBody>
      </p:sp>
      <p:sp>
        <p:nvSpPr>
          <p:cNvPr id="13" name="Content Placeholder 12">
            <a:extLst>
              <a:ext uri="{FF2B5EF4-FFF2-40B4-BE49-F238E27FC236}">
                <a16:creationId xmlns:a16="http://schemas.microsoft.com/office/drawing/2014/main" id="{9C2E8D6E-739C-2F82-AF35-0575C20D81E0}"/>
              </a:ext>
            </a:extLst>
          </p:cNvPr>
          <p:cNvSpPr>
            <a:spLocks noGrp="1"/>
          </p:cNvSpPr>
          <p:nvPr>
            <p:ph sz="quarter" idx="13"/>
          </p:nvPr>
        </p:nvSpPr>
        <p:spPr>
          <a:xfrm>
            <a:off x="838200" y="1622340"/>
            <a:ext cx="10515600" cy="4333617"/>
          </a:xfrm>
        </p:spPr>
        <p:txBody>
          <a:bodyPr>
            <a:norm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Footer Placeholder 13">
            <a:extLst>
              <a:ext uri="{FF2B5EF4-FFF2-40B4-BE49-F238E27FC236}">
                <a16:creationId xmlns:a16="http://schemas.microsoft.com/office/drawing/2014/main" id="{2F4A3FE5-9A76-CAD0-3DEC-B1E82E294652}"/>
              </a:ext>
            </a:extLst>
          </p:cNvPr>
          <p:cNvSpPr>
            <a:spLocks noGrp="1"/>
          </p:cNvSpPr>
          <p:nvPr>
            <p:ph type="ftr" sz="quarter" idx="14"/>
          </p:nvPr>
        </p:nvSpPr>
        <p:spPr/>
        <p:txBody>
          <a:bodyPr/>
          <a:lstStyle/>
          <a:p>
            <a:r>
              <a:rPr lang="en-GB"/>
              <a:t>SDR HUB OVERVIEW</a:t>
            </a:r>
          </a:p>
        </p:txBody>
      </p:sp>
    </p:spTree>
    <p:extLst>
      <p:ext uri="{BB962C8B-B14F-4D97-AF65-F5344CB8AC3E}">
        <p14:creationId xmlns:p14="http://schemas.microsoft.com/office/powerpoint/2010/main" val="122296769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able SLide">
    <p:bg>
      <p:bgPr>
        <a:solidFill>
          <a:schemeClr val="tx2"/>
        </a:solid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C9EF91B0-2678-3E29-585E-8371E3C9DBB7}"/>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lvl1pPr>
              <a:defRPr>
                <a:solidFill>
                  <a:schemeClr val="bg1"/>
                </a:solidFill>
              </a:defRPr>
            </a:lvl1pPr>
          </a:lstStyle>
          <a:p>
            <a:endParaRPr lang="en-GB"/>
          </a:p>
        </p:txBody>
      </p:sp>
      <p:sp>
        <p:nvSpPr>
          <p:cNvPr id="5" name="Text Placeholder 3">
            <a:extLst>
              <a:ext uri="{FF2B5EF4-FFF2-40B4-BE49-F238E27FC236}">
                <a16:creationId xmlns:a16="http://schemas.microsoft.com/office/drawing/2014/main" id="{49D4168B-B615-3C26-6250-6FA7A8F80E34}"/>
              </a:ext>
            </a:extLst>
          </p:cNvPr>
          <p:cNvSpPr>
            <a:spLocks noGrp="1"/>
          </p:cNvSpPr>
          <p:nvPr>
            <p:ph type="body" sz="quarter" idx="14"/>
          </p:nvPr>
        </p:nvSpPr>
        <p:spPr>
          <a:xfrm>
            <a:off x="838200" y="1604963"/>
            <a:ext cx="10515600" cy="854075"/>
          </a:xfrm>
        </p:spPr>
        <p:txBody>
          <a:bodyPr>
            <a:noAutofit/>
          </a:bodyPr>
          <a:lstStyle>
            <a:lvl1pPr>
              <a:defRPr sz="1800">
                <a:solidFill>
                  <a:schemeClr val="tx1"/>
                </a:solidFill>
              </a:defRPr>
            </a:lvl1pPr>
            <a:lvl2pPr>
              <a:defRPr sz="1600">
                <a:solidFill>
                  <a:schemeClr val="tx1"/>
                </a:solidFill>
              </a:defRPr>
            </a:lvl2pPr>
            <a:lvl3pPr>
              <a:defRPr sz="1400"/>
            </a:lvl3pPr>
            <a:lvl4pPr>
              <a:defRPr sz="1200"/>
            </a:lvl4pPr>
            <a:lvl5pPr>
              <a:defRPr sz="1200"/>
            </a:lvl5pPr>
          </a:lstStyle>
          <a:p>
            <a:pPr lvl="0"/>
            <a:r>
              <a:rPr lang="en-GB"/>
              <a:t>Click to edit Master text styles</a:t>
            </a:r>
          </a:p>
          <a:p>
            <a:pPr lvl="1"/>
            <a:r>
              <a:rPr lang="en-GB"/>
              <a:t>Second level</a:t>
            </a:r>
          </a:p>
        </p:txBody>
      </p:sp>
      <p:sp>
        <p:nvSpPr>
          <p:cNvPr id="7" name="Slide Number Placeholder 5">
            <a:extLst>
              <a:ext uri="{FF2B5EF4-FFF2-40B4-BE49-F238E27FC236}">
                <a16:creationId xmlns:a16="http://schemas.microsoft.com/office/drawing/2014/main" id="{B2916EB5-1DE8-E77A-E383-0BA7ACF67C1B}"/>
              </a:ext>
            </a:extLst>
          </p:cNvPr>
          <p:cNvSpPr>
            <a:spLocks noGrp="1"/>
          </p:cNvSpPr>
          <p:nvPr>
            <p:ph type="sldNum" sz="quarter" idx="12"/>
          </p:nvPr>
        </p:nvSpPr>
        <p:spPr>
          <a:xfrm>
            <a:off x="11628645" y="6387881"/>
            <a:ext cx="418837" cy="365125"/>
          </a:xfrm>
        </p:spPr>
        <p:txBody>
          <a:bodyPr/>
          <a:lstStyle>
            <a:lvl1pPr>
              <a:defRPr sz="1050"/>
            </a:lvl1pPr>
          </a:lstStyle>
          <a:p>
            <a:fld id="{1E3508AD-6785-9A40-B664-AC186F99CF3B}" type="slidenum">
              <a:rPr lang="en-GB" smtClean="0"/>
              <a:pPr/>
              <a:t>‹#›</a:t>
            </a:fld>
            <a:endParaRPr lang="en-GB"/>
          </a:p>
        </p:txBody>
      </p:sp>
      <p:pic>
        <p:nvPicPr>
          <p:cNvPr id="8" name="Graphic 7">
            <a:extLst>
              <a:ext uri="{FF2B5EF4-FFF2-40B4-BE49-F238E27FC236}">
                <a16:creationId xmlns:a16="http://schemas.microsoft.com/office/drawing/2014/main" id="{13FCD97A-D507-438F-9DFD-AAF7AAB58B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Footer Placeholder 8">
            <a:extLst>
              <a:ext uri="{FF2B5EF4-FFF2-40B4-BE49-F238E27FC236}">
                <a16:creationId xmlns:a16="http://schemas.microsoft.com/office/drawing/2014/main" id="{24944B03-692B-6EBC-6279-86EA05C9E8E8}"/>
              </a:ext>
            </a:extLst>
          </p:cNvPr>
          <p:cNvSpPr>
            <a:spLocks noGrp="1"/>
          </p:cNvSpPr>
          <p:nvPr>
            <p:ph type="ftr" sz="quarter" idx="15"/>
          </p:nvPr>
        </p:nvSpPr>
        <p:spPr/>
        <p:txBody>
          <a:bodyPr/>
          <a:lstStyle>
            <a:lvl1pPr>
              <a:defRPr>
                <a:solidFill>
                  <a:schemeClr val="tx2">
                    <a:lumMod val="75000"/>
                  </a:schemeClr>
                </a:solidFill>
              </a:defRPr>
            </a:lvl1pPr>
          </a:lstStyle>
          <a:p>
            <a:r>
              <a:rPr lang="en-GB"/>
              <a:t>SDR HUB OVERVIEW</a:t>
            </a:r>
          </a:p>
        </p:txBody>
      </p:sp>
    </p:spTree>
    <p:extLst>
      <p:ext uri="{BB962C8B-B14F-4D97-AF65-F5344CB8AC3E}">
        <p14:creationId xmlns:p14="http://schemas.microsoft.com/office/powerpoint/2010/main" val="80742201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F522-9F8F-7C44-DA04-4B60F5061FD7}"/>
              </a:ext>
            </a:extLst>
          </p:cNvPr>
          <p:cNvSpPr>
            <a:spLocks noGrp="1"/>
          </p:cNvSpPr>
          <p:nvPr>
            <p:ph type="title"/>
          </p:nvPr>
        </p:nvSpPr>
        <p:spPr>
          <a:xfrm>
            <a:off x="838200" y="787186"/>
            <a:ext cx="10515600" cy="669092"/>
          </a:xfrm>
          <a:prstGeom prst="rect">
            <a:avLst/>
          </a:prstGeom>
        </p:spPr>
        <p:txBody>
          <a:bodyPr/>
          <a:lstStyle/>
          <a:p>
            <a:r>
              <a:rPr lang="en-GB"/>
              <a:t>Click to edit Master title style</a:t>
            </a:r>
          </a:p>
        </p:txBody>
      </p:sp>
      <p:sp>
        <p:nvSpPr>
          <p:cNvPr id="3" name="Content Placeholder 2">
            <a:extLst>
              <a:ext uri="{FF2B5EF4-FFF2-40B4-BE49-F238E27FC236}">
                <a16:creationId xmlns:a16="http://schemas.microsoft.com/office/drawing/2014/main" id="{E9D7706E-75BD-45EF-5459-667619F7932D}"/>
              </a:ext>
            </a:extLst>
          </p:cNvPr>
          <p:cNvSpPr>
            <a:spLocks noGrp="1"/>
          </p:cNvSpPr>
          <p:nvPr>
            <p:ph sz="half" idx="1"/>
          </p:nvPr>
        </p:nvSpPr>
        <p:spPr>
          <a:xfrm>
            <a:off x="838200" y="1619675"/>
            <a:ext cx="5181600" cy="4351338"/>
          </a:xfrm>
          <a:prstGeom prst="rect">
            <a:avLst/>
          </a:prstGeom>
        </p:spPr>
        <p:txBody>
          <a:bodyPr>
            <a:normAutofit/>
          </a:bodyPr>
          <a:lstStyle>
            <a:lvl1pPr marL="0" indent="0">
              <a:lnSpc>
                <a:spcPct val="100000"/>
              </a:lnSpc>
              <a:buFont typeface="Arial" panose="020B0604020202020204" pitchFamily="34" charset="0"/>
              <a:buNone/>
              <a:defRPr sz="1800"/>
            </a:lvl1pPr>
            <a:lvl2pPr marL="457200" indent="0">
              <a:lnSpc>
                <a:spcPct val="100000"/>
              </a:lnSpc>
              <a:buFont typeface="Arial" panose="020B0604020202020204" pitchFamily="34" charset="0"/>
              <a:buNone/>
              <a:defRPr sz="1600"/>
            </a:lvl2pPr>
            <a:lvl3pPr marL="914400" indent="0">
              <a:lnSpc>
                <a:spcPct val="100000"/>
              </a:lnSpc>
              <a:buFont typeface="Arial" panose="020B0604020202020204" pitchFamily="34" charset="0"/>
              <a:buNone/>
              <a:defRPr sz="1400"/>
            </a:lvl3pPr>
            <a:lvl4pPr marL="1371600" indent="0">
              <a:lnSpc>
                <a:spcPct val="100000"/>
              </a:lnSpc>
              <a:buFont typeface="Arial" panose="020B0604020202020204" pitchFamily="34" charset="0"/>
              <a:buNone/>
              <a:defRPr sz="1200"/>
            </a:lvl4pPr>
            <a:lvl5pPr marL="1828800" indent="0">
              <a:lnSpc>
                <a:spcPct val="100000"/>
              </a:lnSpc>
              <a:buFont typeface="Arial" panose="020B0604020202020204" pitchFamily="34" charset="0"/>
              <a:buNone/>
              <a:defRPr sz="1200"/>
            </a:lvl5pPr>
          </a:lstStyle>
          <a:p>
            <a:pPr lvl="0"/>
            <a:r>
              <a:rPr lang="en-GB"/>
              <a:t>Click to edit Master text styles</a:t>
            </a:r>
          </a:p>
        </p:txBody>
      </p:sp>
      <p:sp>
        <p:nvSpPr>
          <p:cNvPr id="4" name="Content Placeholder 3">
            <a:extLst>
              <a:ext uri="{FF2B5EF4-FFF2-40B4-BE49-F238E27FC236}">
                <a16:creationId xmlns:a16="http://schemas.microsoft.com/office/drawing/2014/main" id="{F2CB7DF9-77AE-AFF8-D8E0-6C13FB34DC2A}"/>
              </a:ext>
            </a:extLst>
          </p:cNvPr>
          <p:cNvSpPr>
            <a:spLocks noGrp="1"/>
          </p:cNvSpPr>
          <p:nvPr>
            <p:ph sz="half" idx="2"/>
          </p:nvPr>
        </p:nvSpPr>
        <p:spPr>
          <a:xfrm>
            <a:off x="6172200" y="1619675"/>
            <a:ext cx="5181600" cy="4351338"/>
          </a:xfrm>
          <a:prstGeom prst="rect">
            <a:avLst/>
          </a:prstGeom>
        </p:spPr>
        <p:txBody>
          <a:bodyPr>
            <a:normAutofit/>
          </a:bodyPr>
          <a:lstStyle>
            <a:lvl1pPr marL="0" indent="0">
              <a:lnSpc>
                <a:spcPct val="100000"/>
              </a:lnSpc>
              <a:buFont typeface="Arial" panose="020B0604020202020204" pitchFamily="34" charset="0"/>
              <a:buNone/>
              <a:defRPr sz="1800"/>
            </a:lvl1pPr>
            <a:lvl2pPr marL="457200" indent="0">
              <a:lnSpc>
                <a:spcPct val="100000"/>
              </a:lnSpc>
              <a:buFont typeface="Arial" panose="020B0604020202020204" pitchFamily="34" charset="0"/>
              <a:buNone/>
              <a:defRPr sz="1600"/>
            </a:lvl2pPr>
            <a:lvl3pPr marL="914400" indent="0">
              <a:lnSpc>
                <a:spcPct val="100000"/>
              </a:lnSpc>
              <a:buFont typeface="Arial" panose="020B0604020202020204" pitchFamily="34" charset="0"/>
              <a:buNone/>
              <a:defRPr sz="1400"/>
            </a:lvl3pPr>
            <a:lvl4pPr marL="1371600" indent="0">
              <a:lnSpc>
                <a:spcPct val="100000"/>
              </a:lnSpc>
              <a:buFont typeface="Arial" panose="020B0604020202020204" pitchFamily="34" charset="0"/>
              <a:buNone/>
              <a:defRPr sz="1200"/>
            </a:lvl4pPr>
            <a:lvl5pPr marL="1828800" indent="0">
              <a:lnSpc>
                <a:spcPct val="100000"/>
              </a:lnSpc>
              <a:buFont typeface="Arial" panose="020B0604020202020204" pitchFamily="34" charset="0"/>
              <a:buNone/>
              <a:defRPr sz="1200"/>
            </a:lvl5pPr>
          </a:lstStyle>
          <a:p>
            <a:pPr lvl="0"/>
            <a:r>
              <a:rPr lang="en-GB"/>
              <a:t>Click to edit Master text styles</a:t>
            </a:r>
          </a:p>
        </p:txBody>
      </p:sp>
      <p:sp>
        <p:nvSpPr>
          <p:cNvPr id="7" name="Slide Number Placeholder 6">
            <a:extLst>
              <a:ext uri="{FF2B5EF4-FFF2-40B4-BE49-F238E27FC236}">
                <a16:creationId xmlns:a16="http://schemas.microsoft.com/office/drawing/2014/main" id="{8DE05D95-029F-5354-14C7-6A01D1625C5B}"/>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8" name="Footer Placeholder 7">
            <a:extLst>
              <a:ext uri="{FF2B5EF4-FFF2-40B4-BE49-F238E27FC236}">
                <a16:creationId xmlns:a16="http://schemas.microsoft.com/office/drawing/2014/main" id="{E2732417-93E9-1EBE-7994-83DD1D786F94}"/>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134331348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6657-0D83-5855-DF19-95C81EAA2430}"/>
              </a:ext>
            </a:extLst>
          </p:cNvPr>
          <p:cNvSpPr>
            <a:spLocks noGrp="1"/>
          </p:cNvSpPr>
          <p:nvPr>
            <p:ph type="title"/>
          </p:nvPr>
        </p:nvSpPr>
        <p:spPr>
          <a:xfrm>
            <a:off x="831850" y="1637529"/>
            <a:ext cx="10515600" cy="2852737"/>
          </a:xfrm>
          <a:prstGeom prst="rect">
            <a:avLst/>
          </a:prstGeom>
        </p:spPr>
        <p:txBody>
          <a:bodyPr anchor="b">
            <a:normAutofit/>
          </a:bodyPr>
          <a:lstStyle>
            <a:lvl1pPr>
              <a:defRPr sz="3600"/>
            </a:lvl1pPr>
          </a:lstStyle>
          <a:p>
            <a:r>
              <a:rPr lang="en-GB"/>
              <a:t>Click to edit Master title style</a:t>
            </a:r>
          </a:p>
        </p:txBody>
      </p:sp>
      <p:sp>
        <p:nvSpPr>
          <p:cNvPr id="3" name="Text Placeholder 2">
            <a:extLst>
              <a:ext uri="{FF2B5EF4-FFF2-40B4-BE49-F238E27FC236}">
                <a16:creationId xmlns:a16="http://schemas.microsoft.com/office/drawing/2014/main" id="{B225E69F-50C0-1AAE-0AC4-C5D895EFB7B4}"/>
              </a:ext>
            </a:extLst>
          </p:cNvPr>
          <p:cNvSpPr>
            <a:spLocks noGrp="1"/>
          </p:cNvSpPr>
          <p:nvPr>
            <p:ph type="body" idx="1"/>
          </p:nvPr>
        </p:nvSpPr>
        <p:spPr>
          <a:xfrm>
            <a:off x="831850" y="4582341"/>
            <a:ext cx="10515600" cy="1500187"/>
          </a:xfrm>
          <a:prstGeom prst="rect">
            <a:avLst/>
          </a:prstGeom>
        </p:spPr>
        <p:txBody>
          <a:bodyPr>
            <a:normAutofit/>
          </a:bodyPr>
          <a:lstStyle>
            <a:lvl1pPr marL="0" indent="0">
              <a:lnSpc>
                <a:spcPct val="100000"/>
              </a:lnSpc>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6F6CCF9A-2D5A-BA6D-71A9-DDEBF05C90F2}"/>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1" name="Footer Placeholder 10">
            <a:extLst>
              <a:ext uri="{FF2B5EF4-FFF2-40B4-BE49-F238E27FC236}">
                <a16:creationId xmlns:a16="http://schemas.microsoft.com/office/drawing/2014/main" id="{7748C071-72AF-2149-93E0-18B01285BBA8}"/>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224502191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irc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1E80DB9-8F03-6988-0C82-EEBDF59776B5}"/>
              </a:ext>
            </a:extLst>
          </p:cNvPr>
          <p:cNvSpPr>
            <a:spLocks noGrp="1" noChangeAspect="1"/>
          </p:cNvSpPr>
          <p:nvPr>
            <p:ph type="pic" sz="quarter" idx="10"/>
          </p:nvPr>
        </p:nvSpPr>
        <p:spPr>
          <a:xfrm>
            <a:off x="3387902" y="707203"/>
            <a:ext cx="5493600" cy="5493600"/>
          </a:xfrm>
          <a:prstGeom prst="ellipse">
            <a:avLst/>
          </a:prstGeom>
        </p:spPr>
        <p:txBody>
          <a:bodyPr/>
          <a:lstStyle/>
          <a:p>
            <a:endParaRPr lang="en-GB"/>
          </a:p>
        </p:txBody>
      </p:sp>
      <p:sp>
        <p:nvSpPr>
          <p:cNvPr id="10" name="Picture Placeholder 9">
            <a:extLst>
              <a:ext uri="{FF2B5EF4-FFF2-40B4-BE49-F238E27FC236}">
                <a16:creationId xmlns:a16="http://schemas.microsoft.com/office/drawing/2014/main" id="{4D521898-D0B7-765A-5899-C6C171981FE8}"/>
              </a:ext>
            </a:extLst>
          </p:cNvPr>
          <p:cNvSpPr>
            <a:spLocks noGrp="1"/>
          </p:cNvSpPr>
          <p:nvPr>
            <p:ph type="pic" sz="quarter" idx="11"/>
          </p:nvPr>
        </p:nvSpPr>
        <p:spPr>
          <a:xfrm>
            <a:off x="3481429" y="707195"/>
            <a:ext cx="5335078" cy="2354807"/>
          </a:xfrm>
          <a:custGeom>
            <a:avLst/>
            <a:gdLst>
              <a:gd name="connsiteX0" fmla="*/ 0 w 5504933"/>
              <a:gd name="connsiteY0" fmla="*/ 2723253 h 5446506"/>
              <a:gd name="connsiteX1" fmla="*/ 2752467 w 5504933"/>
              <a:gd name="connsiteY1" fmla="*/ 0 h 5446506"/>
              <a:gd name="connsiteX2" fmla="*/ 5504934 w 5504933"/>
              <a:gd name="connsiteY2" fmla="*/ 2723253 h 5446506"/>
              <a:gd name="connsiteX3" fmla="*/ 2752467 w 5504933"/>
              <a:gd name="connsiteY3" fmla="*/ 5446506 h 5446506"/>
              <a:gd name="connsiteX4" fmla="*/ 0 w 5504933"/>
              <a:gd name="connsiteY4" fmla="*/ 2723253 h 5446506"/>
              <a:gd name="connsiteX0" fmla="*/ 1 w 5504935"/>
              <a:gd name="connsiteY0" fmla="*/ 2723253 h 3261472"/>
              <a:gd name="connsiteX1" fmla="*/ 2752468 w 5504935"/>
              <a:gd name="connsiteY1" fmla="*/ 0 h 3261472"/>
              <a:gd name="connsiteX2" fmla="*/ 5504935 w 5504935"/>
              <a:gd name="connsiteY2" fmla="*/ 2723253 h 3261472"/>
              <a:gd name="connsiteX3" fmla="*/ 2744447 w 5504935"/>
              <a:gd name="connsiteY3" fmla="*/ 2101727 h 3261472"/>
              <a:gd name="connsiteX4" fmla="*/ 1 w 5504935"/>
              <a:gd name="connsiteY4" fmla="*/ 2723253 h 3261472"/>
              <a:gd name="connsiteX0" fmla="*/ 1 w 5504935"/>
              <a:gd name="connsiteY0" fmla="*/ 2723253 h 3394950"/>
              <a:gd name="connsiteX1" fmla="*/ 2752468 w 5504935"/>
              <a:gd name="connsiteY1" fmla="*/ 0 h 3394950"/>
              <a:gd name="connsiteX2" fmla="*/ 5504935 w 5504935"/>
              <a:gd name="connsiteY2" fmla="*/ 2723253 h 3394950"/>
              <a:gd name="connsiteX3" fmla="*/ 2744447 w 5504935"/>
              <a:gd name="connsiteY3" fmla="*/ 2101727 h 3394950"/>
              <a:gd name="connsiteX4" fmla="*/ 1 w 5504935"/>
              <a:gd name="connsiteY4" fmla="*/ 2723253 h 3394950"/>
              <a:gd name="connsiteX0" fmla="*/ 1 w 5408683"/>
              <a:gd name="connsiteY0" fmla="*/ 2731595 h 2813873"/>
              <a:gd name="connsiteX1" fmla="*/ 2752468 w 5408683"/>
              <a:gd name="connsiteY1" fmla="*/ 8342 h 2813873"/>
              <a:gd name="connsiteX2" fmla="*/ 5408683 w 5408683"/>
              <a:gd name="connsiteY2" fmla="*/ 2154080 h 2813873"/>
              <a:gd name="connsiteX3" fmla="*/ 2744447 w 5408683"/>
              <a:gd name="connsiteY3" fmla="*/ 2110069 h 2813873"/>
              <a:gd name="connsiteX4" fmla="*/ 1 w 5408683"/>
              <a:gd name="connsiteY4" fmla="*/ 2731595 h 2813873"/>
              <a:gd name="connsiteX0" fmla="*/ 1 w 5408683"/>
              <a:gd name="connsiteY0" fmla="*/ 2731232 h 2813510"/>
              <a:gd name="connsiteX1" fmla="*/ 2752468 w 5408683"/>
              <a:gd name="connsiteY1" fmla="*/ 7979 h 2813510"/>
              <a:gd name="connsiteX2" fmla="*/ 5408683 w 5408683"/>
              <a:gd name="connsiteY2" fmla="*/ 2153717 h 2813510"/>
              <a:gd name="connsiteX3" fmla="*/ 2744447 w 5408683"/>
              <a:gd name="connsiteY3" fmla="*/ 2109706 h 2813510"/>
              <a:gd name="connsiteX4" fmla="*/ 1 w 5408683"/>
              <a:gd name="connsiteY4" fmla="*/ 2731232 h 2813510"/>
              <a:gd name="connsiteX0" fmla="*/ 1275 w 5409957"/>
              <a:gd name="connsiteY0" fmla="*/ 2731232 h 3563776"/>
              <a:gd name="connsiteX1" fmla="*/ 2753742 w 5409957"/>
              <a:gd name="connsiteY1" fmla="*/ 7979 h 3563776"/>
              <a:gd name="connsiteX2" fmla="*/ 5409957 w 5409957"/>
              <a:gd name="connsiteY2" fmla="*/ 2153717 h 3563776"/>
              <a:gd name="connsiteX3" fmla="*/ 2745721 w 5409957"/>
              <a:gd name="connsiteY3" fmla="*/ 2109706 h 3563776"/>
              <a:gd name="connsiteX4" fmla="*/ 1275 w 5409957"/>
              <a:gd name="connsiteY4" fmla="*/ 2731232 h 3563776"/>
              <a:gd name="connsiteX0" fmla="*/ 1275 w 5409957"/>
              <a:gd name="connsiteY0" fmla="*/ 2723569 h 3556113"/>
              <a:gd name="connsiteX1" fmla="*/ 2753742 w 5409957"/>
              <a:gd name="connsiteY1" fmla="*/ 316 h 3556113"/>
              <a:gd name="connsiteX2" fmla="*/ 5409957 w 5409957"/>
              <a:gd name="connsiteY2" fmla="*/ 2146054 h 3556113"/>
              <a:gd name="connsiteX3" fmla="*/ 2745721 w 5409957"/>
              <a:gd name="connsiteY3" fmla="*/ 2102043 h 3556113"/>
              <a:gd name="connsiteX4" fmla="*/ 1275 w 5409957"/>
              <a:gd name="connsiteY4" fmla="*/ 2723569 h 3556113"/>
              <a:gd name="connsiteX0" fmla="*/ 48773 w 5457455"/>
              <a:gd name="connsiteY0" fmla="*/ 2723333 h 2813832"/>
              <a:gd name="connsiteX1" fmla="*/ 2801240 w 5457455"/>
              <a:gd name="connsiteY1" fmla="*/ 80 h 2813832"/>
              <a:gd name="connsiteX2" fmla="*/ 5457455 w 5457455"/>
              <a:gd name="connsiteY2" fmla="*/ 2145818 h 2813832"/>
              <a:gd name="connsiteX3" fmla="*/ 2793219 w 5457455"/>
              <a:gd name="connsiteY3" fmla="*/ 2101807 h 2813832"/>
              <a:gd name="connsiteX4" fmla="*/ 1168627 w 5457455"/>
              <a:gd name="connsiteY4" fmla="*/ 1849597 h 2813832"/>
              <a:gd name="connsiteX5" fmla="*/ 48773 w 5457455"/>
              <a:gd name="connsiteY5" fmla="*/ 2723333 h 2813832"/>
              <a:gd name="connsiteX0" fmla="*/ 58447 w 5467129"/>
              <a:gd name="connsiteY0" fmla="*/ 2737061 h 2827560"/>
              <a:gd name="connsiteX1" fmla="*/ 440364 w 5467129"/>
              <a:gd name="connsiteY1" fmla="*/ 1309872 h 2827560"/>
              <a:gd name="connsiteX2" fmla="*/ 2810914 w 5467129"/>
              <a:gd name="connsiteY2" fmla="*/ 13808 h 2827560"/>
              <a:gd name="connsiteX3" fmla="*/ 5467129 w 5467129"/>
              <a:gd name="connsiteY3" fmla="*/ 2159546 h 2827560"/>
              <a:gd name="connsiteX4" fmla="*/ 2802893 w 5467129"/>
              <a:gd name="connsiteY4" fmla="*/ 2115535 h 2827560"/>
              <a:gd name="connsiteX5" fmla="*/ 1178301 w 5467129"/>
              <a:gd name="connsiteY5" fmla="*/ 1863325 h 2827560"/>
              <a:gd name="connsiteX6" fmla="*/ 58447 w 5467129"/>
              <a:gd name="connsiteY6" fmla="*/ 2737061 h 2827560"/>
              <a:gd name="connsiteX0" fmla="*/ 58447 w 5467129"/>
              <a:gd name="connsiteY0" fmla="*/ 2739880 h 2830379"/>
              <a:gd name="connsiteX1" fmla="*/ 440364 w 5467129"/>
              <a:gd name="connsiteY1" fmla="*/ 1312691 h 2830379"/>
              <a:gd name="connsiteX2" fmla="*/ 2810914 w 5467129"/>
              <a:gd name="connsiteY2" fmla="*/ 16627 h 2830379"/>
              <a:gd name="connsiteX3" fmla="*/ 5467129 w 5467129"/>
              <a:gd name="connsiteY3" fmla="*/ 2162365 h 2830379"/>
              <a:gd name="connsiteX4" fmla="*/ 2802893 w 5467129"/>
              <a:gd name="connsiteY4" fmla="*/ 2118354 h 2830379"/>
              <a:gd name="connsiteX5" fmla="*/ 1178301 w 5467129"/>
              <a:gd name="connsiteY5" fmla="*/ 1866144 h 2830379"/>
              <a:gd name="connsiteX6" fmla="*/ 58447 w 5467129"/>
              <a:gd name="connsiteY6" fmla="*/ 2739880 h 2830379"/>
              <a:gd name="connsiteX0" fmla="*/ 30708 w 5439390"/>
              <a:gd name="connsiteY0" fmla="*/ 2739880 h 2830379"/>
              <a:gd name="connsiteX1" fmla="*/ 412625 w 5439390"/>
              <a:gd name="connsiteY1" fmla="*/ 1312691 h 2830379"/>
              <a:gd name="connsiteX2" fmla="*/ 2783175 w 5439390"/>
              <a:gd name="connsiteY2" fmla="*/ 16627 h 2830379"/>
              <a:gd name="connsiteX3" fmla="*/ 5439390 w 5439390"/>
              <a:gd name="connsiteY3" fmla="*/ 2162365 h 2830379"/>
              <a:gd name="connsiteX4" fmla="*/ 2775154 w 5439390"/>
              <a:gd name="connsiteY4" fmla="*/ 2118354 h 2830379"/>
              <a:gd name="connsiteX5" fmla="*/ 1150562 w 5439390"/>
              <a:gd name="connsiteY5" fmla="*/ 1866144 h 2830379"/>
              <a:gd name="connsiteX6" fmla="*/ 30708 w 5439390"/>
              <a:gd name="connsiteY6" fmla="*/ 2739880 h 2830379"/>
              <a:gd name="connsiteX0" fmla="*/ 12386 w 5421068"/>
              <a:gd name="connsiteY0" fmla="*/ 2739880 h 2830379"/>
              <a:gd name="connsiteX1" fmla="*/ 394303 w 5421068"/>
              <a:gd name="connsiteY1" fmla="*/ 1312691 h 2830379"/>
              <a:gd name="connsiteX2" fmla="*/ 2764853 w 5421068"/>
              <a:gd name="connsiteY2" fmla="*/ 16627 h 2830379"/>
              <a:gd name="connsiteX3" fmla="*/ 5421068 w 5421068"/>
              <a:gd name="connsiteY3" fmla="*/ 2162365 h 2830379"/>
              <a:gd name="connsiteX4" fmla="*/ 2756832 w 5421068"/>
              <a:gd name="connsiteY4" fmla="*/ 2118354 h 2830379"/>
              <a:gd name="connsiteX5" fmla="*/ 1132240 w 5421068"/>
              <a:gd name="connsiteY5" fmla="*/ 1866144 h 2830379"/>
              <a:gd name="connsiteX6" fmla="*/ 12386 w 5421068"/>
              <a:gd name="connsiteY6" fmla="*/ 2739880 h 2830379"/>
              <a:gd name="connsiteX0" fmla="*/ 6354 w 5415036"/>
              <a:gd name="connsiteY0" fmla="*/ 2739880 h 2830379"/>
              <a:gd name="connsiteX1" fmla="*/ 388271 w 5415036"/>
              <a:gd name="connsiteY1" fmla="*/ 1312691 h 2830379"/>
              <a:gd name="connsiteX2" fmla="*/ 2758821 w 5415036"/>
              <a:gd name="connsiteY2" fmla="*/ 16627 h 2830379"/>
              <a:gd name="connsiteX3" fmla="*/ 5415036 w 5415036"/>
              <a:gd name="connsiteY3" fmla="*/ 2162365 h 2830379"/>
              <a:gd name="connsiteX4" fmla="*/ 2750800 w 5415036"/>
              <a:gd name="connsiteY4" fmla="*/ 2118354 h 2830379"/>
              <a:gd name="connsiteX5" fmla="*/ 1126208 w 5415036"/>
              <a:gd name="connsiteY5" fmla="*/ 1866144 h 2830379"/>
              <a:gd name="connsiteX6" fmla="*/ 652965 w 5415036"/>
              <a:gd name="connsiteY6" fmla="*/ 2106776 h 2830379"/>
              <a:gd name="connsiteX7" fmla="*/ 6354 w 5415036"/>
              <a:gd name="connsiteY7" fmla="*/ 2739880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568316 w 5330387"/>
              <a:gd name="connsiteY6" fmla="*/ 2106776 h 2830379"/>
              <a:gd name="connsiteX7" fmla="*/ 9937 w 5330387"/>
              <a:gd name="connsiteY7" fmla="*/ 2098196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9937 w 5330387"/>
              <a:gd name="connsiteY6" fmla="*/ 2098196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31622 w 5320450"/>
              <a:gd name="connsiteY0" fmla="*/ 1866144 h 2830379"/>
              <a:gd name="connsiteX1" fmla="*/ 0 w 5320450"/>
              <a:gd name="connsiteY1" fmla="*/ 2098196 h 2830379"/>
              <a:gd name="connsiteX2" fmla="*/ 293685 w 5320450"/>
              <a:gd name="connsiteY2" fmla="*/ 1312691 h 2830379"/>
              <a:gd name="connsiteX3" fmla="*/ 2664235 w 5320450"/>
              <a:gd name="connsiteY3" fmla="*/ 16627 h 2830379"/>
              <a:gd name="connsiteX4" fmla="*/ 5320450 w 5320450"/>
              <a:gd name="connsiteY4" fmla="*/ 2162365 h 2830379"/>
              <a:gd name="connsiteX5" fmla="*/ 2656214 w 5320450"/>
              <a:gd name="connsiteY5" fmla="*/ 2118354 h 2830379"/>
              <a:gd name="connsiteX6" fmla="*/ 1123062 w 5320450"/>
              <a:gd name="connsiteY6" fmla="*/ 1957584 h 2830379"/>
              <a:gd name="connsiteX0" fmla="*/ 1052642 w 5341470"/>
              <a:gd name="connsiteY0" fmla="*/ 1866144 h 2830379"/>
              <a:gd name="connsiteX1" fmla="*/ 0 w 5341470"/>
              <a:gd name="connsiteY1" fmla="*/ 2050900 h 2830379"/>
              <a:gd name="connsiteX2" fmla="*/ 314705 w 5341470"/>
              <a:gd name="connsiteY2" fmla="*/ 1312691 h 2830379"/>
              <a:gd name="connsiteX3" fmla="*/ 2685255 w 5341470"/>
              <a:gd name="connsiteY3" fmla="*/ 16627 h 2830379"/>
              <a:gd name="connsiteX4" fmla="*/ 5341470 w 5341470"/>
              <a:gd name="connsiteY4" fmla="*/ 2162365 h 2830379"/>
              <a:gd name="connsiteX5" fmla="*/ 2677234 w 5341470"/>
              <a:gd name="connsiteY5" fmla="*/ 2118354 h 2830379"/>
              <a:gd name="connsiteX6" fmla="*/ 1144082 w 5341470"/>
              <a:gd name="connsiteY6" fmla="*/ 1957584 h 2830379"/>
              <a:gd name="connsiteX0" fmla="*/ 1052642 w 5341470"/>
              <a:gd name="connsiteY0" fmla="*/ 1895407 h 2859642"/>
              <a:gd name="connsiteX1" fmla="*/ 0 w 5341470"/>
              <a:gd name="connsiteY1" fmla="*/ 2080163 h 2859642"/>
              <a:gd name="connsiteX2" fmla="*/ 584289 w 5341470"/>
              <a:gd name="connsiteY2" fmla="*/ 981294 h 2859642"/>
              <a:gd name="connsiteX3" fmla="*/ 2685255 w 5341470"/>
              <a:gd name="connsiteY3" fmla="*/ 45890 h 2859642"/>
              <a:gd name="connsiteX4" fmla="*/ 5341470 w 5341470"/>
              <a:gd name="connsiteY4" fmla="*/ 2191628 h 2859642"/>
              <a:gd name="connsiteX5" fmla="*/ 2677234 w 5341470"/>
              <a:gd name="connsiteY5" fmla="*/ 2147617 h 2859642"/>
              <a:gd name="connsiteX6" fmla="*/ 1144082 w 5341470"/>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84910 h 2849145"/>
              <a:gd name="connsiteX1" fmla="*/ 0 w 5323254"/>
              <a:gd name="connsiteY1" fmla="*/ 2066023 h 2849145"/>
              <a:gd name="connsiteX2" fmla="*/ 566073 w 5323254"/>
              <a:gd name="connsiteY2" fmla="*/ 970797 h 2849145"/>
              <a:gd name="connsiteX3" fmla="*/ 2667039 w 5323254"/>
              <a:gd name="connsiteY3" fmla="*/ 35393 h 2849145"/>
              <a:gd name="connsiteX4" fmla="*/ 5323254 w 5323254"/>
              <a:gd name="connsiteY4" fmla="*/ 2181131 h 2849145"/>
              <a:gd name="connsiteX5" fmla="*/ 2659018 w 5323254"/>
              <a:gd name="connsiteY5" fmla="*/ 2137120 h 2849145"/>
              <a:gd name="connsiteX6" fmla="*/ 1125866 w 5323254"/>
              <a:gd name="connsiteY6" fmla="*/ 1976350 h 2849145"/>
              <a:gd name="connsiteX0" fmla="*/ 1034426 w 5323254"/>
              <a:gd name="connsiteY0" fmla="*/ 1850327 h 2814562"/>
              <a:gd name="connsiteX1" fmla="*/ 0 w 5323254"/>
              <a:gd name="connsiteY1" fmla="*/ 2031440 h 2814562"/>
              <a:gd name="connsiteX2" fmla="*/ 566073 w 5323254"/>
              <a:gd name="connsiteY2" fmla="*/ 936214 h 2814562"/>
              <a:gd name="connsiteX3" fmla="*/ 2667039 w 5323254"/>
              <a:gd name="connsiteY3" fmla="*/ 810 h 2814562"/>
              <a:gd name="connsiteX4" fmla="*/ 5323254 w 5323254"/>
              <a:gd name="connsiteY4" fmla="*/ 2146548 h 2814562"/>
              <a:gd name="connsiteX5" fmla="*/ 2659018 w 5323254"/>
              <a:gd name="connsiteY5" fmla="*/ 2102537 h 2814562"/>
              <a:gd name="connsiteX6" fmla="*/ 1125866 w 5323254"/>
              <a:gd name="connsiteY6" fmla="*/ 1941767 h 2814562"/>
              <a:gd name="connsiteX0" fmla="*/ 1034426 w 5323254"/>
              <a:gd name="connsiteY0" fmla="*/ 1870005 h 2834240"/>
              <a:gd name="connsiteX1" fmla="*/ 0 w 5323254"/>
              <a:gd name="connsiteY1" fmla="*/ 2051118 h 2834240"/>
              <a:gd name="connsiteX2" fmla="*/ 566073 w 5323254"/>
              <a:gd name="connsiteY2" fmla="*/ 955892 h 2834240"/>
              <a:gd name="connsiteX3" fmla="*/ 2667039 w 5323254"/>
              <a:gd name="connsiteY3" fmla="*/ 781 h 2834240"/>
              <a:gd name="connsiteX4" fmla="*/ 5323254 w 5323254"/>
              <a:gd name="connsiteY4" fmla="*/ 2166226 h 2834240"/>
              <a:gd name="connsiteX5" fmla="*/ 2659018 w 5323254"/>
              <a:gd name="connsiteY5" fmla="*/ 2122215 h 2834240"/>
              <a:gd name="connsiteX6" fmla="*/ 1125866 w 5323254"/>
              <a:gd name="connsiteY6" fmla="*/ 1961445 h 2834240"/>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378075"/>
              <a:gd name="connsiteX1" fmla="*/ 0 w 5323254"/>
              <a:gd name="connsiteY1" fmla="*/ 2050391 h 2378075"/>
              <a:gd name="connsiteX2" fmla="*/ 566073 w 5323254"/>
              <a:gd name="connsiteY2" fmla="*/ 955165 h 2378075"/>
              <a:gd name="connsiteX3" fmla="*/ 2667039 w 5323254"/>
              <a:gd name="connsiteY3" fmla="*/ 54 h 2378075"/>
              <a:gd name="connsiteX4" fmla="*/ 5323254 w 5323254"/>
              <a:gd name="connsiteY4" fmla="*/ 2165499 h 2378075"/>
              <a:gd name="connsiteX5" fmla="*/ 2659018 w 5323254"/>
              <a:gd name="connsiteY5" fmla="*/ 2121488 h 2378075"/>
              <a:gd name="connsiteX6" fmla="*/ 1125866 w 5323254"/>
              <a:gd name="connsiteY6" fmla="*/ 1960718 h 2378075"/>
              <a:gd name="connsiteX0" fmla="*/ 1034426 w 5335078"/>
              <a:gd name="connsiteY0" fmla="*/ 1902587 h 2386535"/>
              <a:gd name="connsiteX1" fmla="*/ 0 w 5335078"/>
              <a:gd name="connsiteY1" fmla="*/ 2083700 h 2386535"/>
              <a:gd name="connsiteX2" fmla="*/ 566073 w 5335078"/>
              <a:gd name="connsiteY2" fmla="*/ 988474 h 2386535"/>
              <a:gd name="connsiteX3" fmla="*/ 2667039 w 5335078"/>
              <a:gd name="connsiteY3" fmla="*/ 33363 h 2386535"/>
              <a:gd name="connsiteX4" fmla="*/ 5335078 w 5335078"/>
              <a:gd name="connsiteY4" fmla="*/ 2171219 h 2386535"/>
              <a:gd name="connsiteX5" fmla="*/ 2659018 w 5335078"/>
              <a:gd name="connsiteY5" fmla="*/ 2154797 h 2386535"/>
              <a:gd name="connsiteX6" fmla="*/ 1125866 w 5335078"/>
              <a:gd name="connsiteY6" fmla="*/ 1994027 h 2386535"/>
              <a:gd name="connsiteX0" fmla="*/ 1034426 w 5335078"/>
              <a:gd name="connsiteY0" fmla="*/ 1902587 h 2430925"/>
              <a:gd name="connsiteX1" fmla="*/ 0 w 5335078"/>
              <a:gd name="connsiteY1" fmla="*/ 2083700 h 2430925"/>
              <a:gd name="connsiteX2" fmla="*/ 566073 w 5335078"/>
              <a:gd name="connsiteY2" fmla="*/ 988474 h 2430925"/>
              <a:gd name="connsiteX3" fmla="*/ 2667039 w 5335078"/>
              <a:gd name="connsiteY3" fmla="*/ 33363 h 2430925"/>
              <a:gd name="connsiteX4" fmla="*/ 5335078 w 5335078"/>
              <a:gd name="connsiteY4" fmla="*/ 2171219 h 2430925"/>
              <a:gd name="connsiteX5" fmla="*/ 2659018 w 5335078"/>
              <a:gd name="connsiteY5" fmla="*/ 2154797 h 2430925"/>
              <a:gd name="connsiteX6" fmla="*/ 1125866 w 5335078"/>
              <a:gd name="connsiteY6" fmla="*/ 1994027 h 2430925"/>
              <a:gd name="connsiteX0" fmla="*/ 1034426 w 5335078"/>
              <a:gd name="connsiteY0" fmla="*/ 1902587 h 2424228"/>
              <a:gd name="connsiteX1" fmla="*/ 0 w 5335078"/>
              <a:gd name="connsiteY1" fmla="*/ 2083700 h 2424228"/>
              <a:gd name="connsiteX2" fmla="*/ 566073 w 5335078"/>
              <a:gd name="connsiteY2" fmla="*/ 988474 h 2424228"/>
              <a:gd name="connsiteX3" fmla="*/ 2667039 w 5335078"/>
              <a:gd name="connsiteY3" fmla="*/ 33363 h 2424228"/>
              <a:gd name="connsiteX4" fmla="*/ 5335078 w 5335078"/>
              <a:gd name="connsiteY4" fmla="*/ 2171219 h 2424228"/>
              <a:gd name="connsiteX5" fmla="*/ 2659018 w 5335078"/>
              <a:gd name="connsiteY5" fmla="*/ 2154797 h 2424228"/>
              <a:gd name="connsiteX6" fmla="*/ 1125866 w 5335078"/>
              <a:gd name="connsiteY6" fmla="*/ 1994027 h 2424228"/>
              <a:gd name="connsiteX0" fmla="*/ 1034426 w 5335078"/>
              <a:gd name="connsiteY0" fmla="*/ 1902587 h 2391766"/>
              <a:gd name="connsiteX1" fmla="*/ 0 w 5335078"/>
              <a:gd name="connsiteY1" fmla="*/ 2083700 h 2391766"/>
              <a:gd name="connsiteX2" fmla="*/ 566073 w 5335078"/>
              <a:gd name="connsiteY2" fmla="*/ 988474 h 2391766"/>
              <a:gd name="connsiteX3" fmla="*/ 2667039 w 5335078"/>
              <a:gd name="connsiteY3" fmla="*/ 33363 h 2391766"/>
              <a:gd name="connsiteX4" fmla="*/ 5335078 w 5335078"/>
              <a:gd name="connsiteY4" fmla="*/ 2171219 h 2391766"/>
              <a:gd name="connsiteX5" fmla="*/ 2659018 w 5335078"/>
              <a:gd name="connsiteY5" fmla="*/ 2154797 h 2391766"/>
              <a:gd name="connsiteX6" fmla="*/ 1125866 w 5335078"/>
              <a:gd name="connsiteY6" fmla="*/ 1994027 h 2391766"/>
              <a:gd name="connsiteX0" fmla="*/ 1034426 w 5335078"/>
              <a:gd name="connsiteY0" fmla="*/ 1902587 h 2378193"/>
              <a:gd name="connsiteX1" fmla="*/ 0 w 5335078"/>
              <a:gd name="connsiteY1" fmla="*/ 2083700 h 2378193"/>
              <a:gd name="connsiteX2" fmla="*/ 566073 w 5335078"/>
              <a:gd name="connsiteY2" fmla="*/ 988474 h 2378193"/>
              <a:gd name="connsiteX3" fmla="*/ 2667039 w 5335078"/>
              <a:gd name="connsiteY3" fmla="*/ 33363 h 2378193"/>
              <a:gd name="connsiteX4" fmla="*/ 5335078 w 5335078"/>
              <a:gd name="connsiteY4" fmla="*/ 2171219 h 2378193"/>
              <a:gd name="connsiteX5" fmla="*/ 2659018 w 5335078"/>
              <a:gd name="connsiteY5" fmla="*/ 2154797 h 2378193"/>
              <a:gd name="connsiteX6" fmla="*/ 1125866 w 5335078"/>
              <a:gd name="connsiteY6" fmla="*/ 1994027 h 2378193"/>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7" fmla="*/ 1034426 w 5335078"/>
              <a:gd name="connsiteY7" fmla="*/ 1902587 h 2377034"/>
              <a:gd name="connsiteX0" fmla="*/ 1125866 w 5335078"/>
              <a:gd name="connsiteY0" fmla="*/ 199402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92890"/>
              <a:gd name="connsiteX1" fmla="*/ 0 w 5335078"/>
              <a:gd name="connsiteY1" fmla="*/ 2083700 h 2392890"/>
              <a:gd name="connsiteX2" fmla="*/ 566073 w 5335078"/>
              <a:gd name="connsiteY2" fmla="*/ 988474 h 2392890"/>
              <a:gd name="connsiteX3" fmla="*/ 2667039 w 5335078"/>
              <a:gd name="connsiteY3" fmla="*/ 33363 h 2392890"/>
              <a:gd name="connsiteX4" fmla="*/ 5335078 w 5335078"/>
              <a:gd name="connsiteY4" fmla="*/ 2171219 h 2392890"/>
              <a:gd name="connsiteX5" fmla="*/ 2659018 w 5335078"/>
              <a:gd name="connsiteY5" fmla="*/ 2154797 h 2392890"/>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21527 h 2364586"/>
              <a:gd name="connsiteX1" fmla="*/ 0 w 5335078"/>
              <a:gd name="connsiteY1" fmla="*/ 2050430 h 2364586"/>
              <a:gd name="connsiteX2" fmla="*/ 2667039 w 5335078"/>
              <a:gd name="connsiteY2" fmla="*/ 93 h 2364586"/>
              <a:gd name="connsiteX3" fmla="*/ 5335078 w 5335078"/>
              <a:gd name="connsiteY3" fmla="*/ 2137949 h 2364586"/>
              <a:gd name="connsiteX4" fmla="*/ 2659018 w 5335078"/>
              <a:gd name="connsiteY4" fmla="*/ 2121527 h 2364586"/>
              <a:gd name="connsiteX0" fmla="*/ 2659018 w 5335078"/>
              <a:gd name="connsiteY0" fmla="*/ 2126514 h 2369573"/>
              <a:gd name="connsiteX1" fmla="*/ 0 w 5335078"/>
              <a:gd name="connsiteY1" fmla="*/ 2055417 h 2369573"/>
              <a:gd name="connsiteX2" fmla="*/ 2667039 w 5335078"/>
              <a:gd name="connsiteY2" fmla="*/ 5080 h 2369573"/>
              <a:gd name="connsiteX3" fmla="*/ 5335078 w 5335078"/>
              <a:gd name="connsiteY3" fmla="*/ 2142936 h 2369573"/>
              <a:gd name="connsiteX4" fmla="*/ 2659018 w 5335078"/>
              <a:gd name="connsiteY4" fmla="*/ 2126514 h 2369573"/>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1753 h 2364812"/>
              <a:gd name="connsiteX1" fmla="*/ 0 w 5335078"/>
              <a:gd name="connsiteY1" fmla="*/ 2050656 h 2364812"/>
              <a:gd name="connsiteX2" fmla="*/ 2667039 w 5335078"/>
              <a:gd name="connsiteY2" fmla="*/ 319 h 2364812"/>
              <a:gd name="connsiteX3" fmla="*/ 5335078 w 5335078"/>
              <a:gd name="connsiteY3" fmla="*/ 2138175 h 2364812"/>
              <a:gd name="connsiteX4" fmla="*/ 2659018 w 5335078"/>
              <a:gd name="connsiteY4" fmla="*/ 2121753 h 2364812"/>
              <a:gd name="connsiteX0" fmla="*/ 2659018 w 5335078"/>
              <a:gd name="connsiteY0" fmla="*/ 2121721 h 2364780"/>
              <a:gd name="connsiteX1" fmla="*/ 0 w 5335078"/>
              <a:gd name="connsiteY1" fmla="*/ 2050624 h 2364780"/>
              <a:gd name="connsiteX2" fmla="*/ 2667039 w 5335078"/>
              <a:gd name="connsiteY2" fmla="*/ 287 h 2364780"/>
              <a:gd name="connsiteX3" fmla="*/ 5335078 w 5335078"/>
              <a:gd name="connsiteY3" fmla="*/ 2138143 h 2364780"/>
              <a:gd name="connsiteX4" fmla="*/ 2659018 w 5335078"/>
              <a:gd name="connsiteY4" fmla="*/ 2121721 h 2364780"/>
              <a:gd name="connsiteX0" fmla="*/ 2659018 w 5335078"/>
              <a:gd name="connsiteY0" fmla="*/ 2121435 h 2364494"/>
              <a:gd name="connsiteX1" fmla="*/ 0 w 5335078"/>
              <a:gd name="connsiteY1" fmla="*/ 2050338 h 2364494"/>
              <a:gd name="connsiteX2" fmla="*/ 2667039 w 5335078"/>
              <a:gd name="connsiteY2" fmla="*/ 1 h 2364494"/>
              <a:gd name="connsiteX3" fmla="*/ 5335078 w 5335078"/>
              <a:gd name="connsiteY3" fmla="*/ 2137857 h 2364494"/>
              <a:gd name="connsiteX4" fmla="*/ 2659018 w 5335078"/>
              <a:gd name="connsiteY4" fmla="*/ 2121435 h 2364494"/>
              <a:gd name="connsiteX0" fmla="*/ 2659018 w 5335078"/>
              <a:gd name="connsiteY0" fmla="*/ 2127784 h 2370843"/>
              <a:gd name="connsiteX1" fmla="*/ 0 w 5335078"/>
              <a:gd name="connsiteY1" fmla="*/ 2056687 h 2370843"/>
              <a:gd name="connsiteX2" fmla="*/ 2660689 w 5335078"/>
              <a:gd name="connsiteY2" fmla="*/ 0 h 2370843"/>
              <a:gd name="connsiteX3" fmla="*/ 5335078 w 5335078"/>
              <a:gd name="connsiteY3" fmla="*/ 2144206 h 2370843"/>
              <a:gd name="connsiteX4" fmla="*/ 2659018 w 5335078"/>
              <a:gd name="connsiteY4" fmla="*/ 2127784 h 2370843"/>
              <a:gd name="connsiteX0" fmla="*/ 2659018 w 5335078"/>
              <a:gd name="connsiteY0" fmla="*/ 2108534 h 2351593"/>
              <a:gd name="connsiteX1" fmla="*/ 0 w 5335078"/>
              <a:gd name="connsiteY1" fmla="*/ 2037437 h 2351593"/>
              <a:gd name="connsiteX2" fmla="*/ 2660689 w 5335078"/>
              <a:gd name="connsiteY2" fmla="*/ 1 h 2351593"/>
              <a:gd name="connsiteX3" fmla="*/ 5335078 w 5335078"/>
              <a:gd name="connsiteY3" fmla="*/ 2124956 h 2351593"/>
              <a:gd name="connsiteX4" fmla="*/ 2659018 w 5335078"/>
              <a:gd name="connsiteY4" fmla="*/ 2108534 h 2351593"/>
              <a:gd name="connsiteX0" fmla="*/ 2659018 w 5335078"/>
              <a:gd name="connsiteY0" fmla="*/ 2111741 h 2354800"/>
              <a:gd name="connsiteX1" fmla="*/ 0 w 5335078"/>
              <a:gd name="connsiteY1" fmla="*/ 2040644 h 2354800"/>
              <a:gd name="connsiteX2" fmla="*/ 2660689 w 5335078"/>
              <a:gd name="connsiteY2" fmla="*/ 0 h 2354800"/>
              <a:gd name="connsiteX3" fmla="*/ 5335078 w 5335078"/>
              <a:gd name="connsiteY3" fmla="*/ 2128163 h 2354800"/>
              <a:gd name="connsiteX4" fmla="*/ 2659018 w 5335078"/>
              <a:gd name="connsiteY4" fmla="*/ 2111741 h 2354800"/>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5078" h="2354807">
                <a:moveTo>
                  <a:pt x="2659018" y="2111748"/>
                </a:moveTo>
                <a:cubicBezTo>
                  <a:pt x="1643714" y="1699082"/>
                  <a:pt x="419769" y="1884255"/>
                  <a:pt x="0" y="2040651"/>
                </a:cubicBezTo>
                <a:cubicBezTo>
                  <a:pt x="95392" y="1506223"/>
                  <a:pt x="860721" y="-3578"/>
                  <a:pt x="2660689" y="7"/>
                </a:cubicBezTo>
                <a:cubicBezTo>
                  <a:pt x="4460657" y="3592"/>
                  <a:pt x="5211709" y="1510238"/>
                  <a:pt x="5335078" y="2128170"/>
                </a:cubicBezTo>
                <a:cubicBezTo>
                  <a:pt x="4302438" y="2512830"/>
                  <a:pt x="3315656" y="2339170"/>
                  <a:pt x="2659018" y="2111748"/>
                </a:cubicBezTo>
                <a:close/>
              </a:path>
            </a:pathLst>
          </a:custGeom>
        </p:spPr>
        <p:txBody>
          <a:bodyPr/>
          <a:lstStyle>
            <a:lvl1pPr marL="0" indent="0" algn="ctr">
              <a:buFont typeface="Arial" panose="020B0604020202020204" pitchFamily="34" charset="0"/>
              <a:buNone/>
              <a:defRPr/>
            </a:lvl1pPr>
          </a:lstStyle>
          <a:p>
            <a:endParaRPr lang="en-GB"/>
          </a:p>
        </p:txBody>
      </p:sp>
      <p:sp>
        <p:nvSpPr>
          <p:cNvPr id="11" name="Slide Number Placeholder 5">
            <a:extLst>
              <a:ext uri="{FF2B5EF4-FFF2-40B4-BE49-F238E27FC236}">
                <a16:creationId xmlns:a16="http://schemas.microsoft.com/office/drawing/2014/main" id="{16953581-152C-6D9E-013F-624D6BED6D8F}"/>
              </a:ext>
            </a:extLst>
          </p:cNvPr>
          <p:cNvSpPr>
            <a:spLocks noGrp="1"/>
          </p:cNvSpPr>
          <p:nvPr>
            <p:ph type="sldNum" sz="quarter" idx="4"/>
          </p:nvPr>
        </p:nvSpPr>
        <p:spPr>
          <a:xfrm>
            <a:off x="11628645" y="6387881"/>
            <a:ext cx="418837" cy="365125"/>
          </a:xfrm>
          <a:prstGeom prst="rect">
            <a:avLst/>
          </a:prstGeom>
        </p:spPr>
        <p:txBody>
          <a:bodyPr vert="horz" lIns="91440" tIns="45720" rIns="91440" bIns="45720" rtlCol="0" anchor="ctr"/>
          <a:lstStyle>
            <a:lvl1pPr algn="r">
              <a:defRPr sz="1050">
                <a:solidFill>
                  <a:schemeClr val="tx1"/>
                </a:solidFill>
                <a:latin typeface="Arial" panose="020B0604020202020204" pitchFamily="34" charset="0"/>
                <a:cs typeface="Arial" panose="020B0604020202020204" pitchFamily="34" charset="0"/>
              </a:defRPr>
            </a:lvl1pPr>
          </a:lstStyle>
          <a:p>
            <a:fld id="{1E3508AD-6785-9A40-B664-AC186F99CF3B}" type="slidenum">
              <a:rPr lang="en-GB" smtClean="0"/>
              <a:pPr/>
              <a:t>‹#›</a:t>
            </a:fld>
            <a:endParaRPr lang="en-GB"/>
          </a:p>
        </p:txBody>
      </p:sp>
      <p:sp>
        <p:nvSpPr>
          <p:cNvPr id="12" name="Footer Placeholder 11">
            <a:extLst>
              <a:ext uri="{FF2B5EF4-FFF2-40B4-BE49-F238E27FC236}">
                <a16:creationId xmlns:a16="http://schemas.microsoft.com/office/drawing/2014/main" id="{8678D961-DE29-A9D4-7AC1-695606C3CD6A}"/>
              </a:ext>
            </a:extLst>
          </p:cNvPr>
          <p:cNvSpPr>
            <a:spLocks noGrp="1"/>
          </p:cNvSpPr>
          <p:nvPr>
            <p:ph type="ftr" sz="quarter" idx="12"/>
          </p:nvPr>
        </p:nvSpPr>
        <p:spPr/>
        <p:txBody>
          <a:bodyPr/>
          <a:lstStyle/>
          <a:p>
            <a:r>
              <a:rPr lang="en-GB"/>
              <a:t>SDR HUB OVERVIEW</a:t>
            </a:r>
          </a:p>
        </p:txBody>
      </p:sp>
    </p:spTree>
    <p:extLst>
      <p:ext uri="{BB962C8B-B14F-4D97-AF65-F5344CB8AC3E}">
        <p14:creationId xmlns:p14="http://schemas.microsoft.com/office/powerpoint/2010/main" val="61358119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_Circ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5A039A5-CD3C-96B7-5B42-7CECE48C3501}"/>
              </a:ext>
            </a:extLst>
          </p:cNvPr>
          <p:cNvSpPr/>
          <p:nvPr userDrawn="1"/>
        </p:nvSpPr>
        <p:spPr>
          <a:xfrm>
            <a:off x="6069105" y="0"/>
            <a:ext cx="61228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a:extLst>
              <a:ext uri="{FF2B5EF4-FFF2-40B4-BE49-F238E27FC236}">
                <a16:creationId xmlns:a16="http://schemas.microsoft.com/office/drawing/2014/main" id="{C1E80DB9-8F03-6988-0C82-EEBDF59776B5}"/>
              </a:ext>
            </a:extLst>
          </p:cNvPr>
          <p:cNvSpPr>
            <a:spLocks noGrp="1" noChangeAspect="1"/>
          </p:cNvSpPr>
          <p:nvPr>
            <p:ph type="pic" sz="quarter" idx="10"/>
          </p:nvPr>
        </p:nvSpPr>
        <p:spPr>
          <a:xfrm>
            <a:off x="6924730" y="1393003"/>
            <a:ext cx="4429573" cy="4429573"/>
          </a:xfrm>
          <a:prstGeom prst="ellipse">
            <a:avLst/>
          </a:prstGeom>
        </p:spPr>
        <p:txBody>
          <a:bodyPr/>
          <a:lstStyle/>
          <a:p>
            <a:endParaRPr lang="en-GB"/>
          </a:p>
        </p:txBody>
      </p:sp>
      <p:sp>
        <p:nvSpPr>
          <p:cNvPr id="10" name="Picture Placeholder 9">
            <a:extLst>
              <a:ext uri="{FF2B5EF4-FFF2-40B4-BE49-F238E27FC236}">
                <a16:creationId xmlns:a16="http://schemas.microsoft.com/office/drawing/2014/main" id="{4D521898-D0B7-765A-5899-C6C171981FE8}"/>
              </a:ext>
            </a:extLst>
          </p:cNvPr>
          <p:cNvSpPr>
            <a:spLocks noGrp="1"/>
          </p:cNvSpPr>
          <p:nvPr>
            <p:ph type="pic" sz="quarter" idx="11" hasCustomPrompt="1"/>
          </p:nvPr>
        </p:nvSpPr>
        <p:spPr>
          <a:xfrm>
            <a:off x="7000725" y="1392995"/>
            <a:ext cx="4301755" cy="1898717"/>
          </a:xfrm>
          <a:custGeom>
            <a:avLst/>
            <a:gdLst>
              <a:gd name="connsiteX0" fmla="*/ 0 w 5504933"/>
              <a:gd name="connsiteY0" fmla="*/ 2723253 h 5446506"/>
              <a:gd name="connsiteX1" fmla="*/ 2752467 w 5504933"/>
              <a:gd name="connsiteY1" fmla="*/ 0 h 5446506"/>
              <a:gd name="connsiteX2" fmla="*/ 5504934 w 5504933"/>
              <a:gd name="connsiteY2" fmla="*/ 2723253 h 5446506"/>
              <a:gd name="connsiteX3" fmla="*/ 2752467 w 5504933"/>
              <a:gd name="connsiteY3" fmla="*/ 5446506 h 5446506"/>
              <a:gd name="connsiteX4" fmla="*/ 0 w 5504933"/>
              <a:gd name="connsiteY4" fmla="*/ 2723253 h 5446506"/>
              <a:gd name="connsiteX0" fmla="*/ 1 w 5504935"/>
              <a:gd name="connsiteY0" fmla="*/ 2723253 h 3261472"/>
              <a:gd name="connsiteX1" fmla="*/ 2752468 w 5504935"/>
              <a:gd name="connsiteY1" fmla="*/ 0 h 3261472"/>
              <a:gd name="connsiteX2" fmla="*/ 5504935 w 5504935"/>
              <a:gd name="connsiteY2" fmla="*/ 2723253 h 3261472"/>
              <a:gd name="connsiteX3" fmla="*/ 2744447 w 5504935"/>
              <a:gd name="connsiteY3" fmla="*/ 2101727 h 3261472"/>
              <a:gd name="connsiteX4" fmla="*/ 1 w 5504935"/>
              <a:gd name="connsiteY4" fmla="*/ 2723253 h 3261472"/>
              <a:gd name="connsiteX0" fmla="*/ 1 w 5504935"/>
              <a:gd name="connsiteY0" fmla="*/ 2723253 h 3394950"/>
              <a:gd name="connsiteX1" fmla="*/ 2752468 w 5504935"/>
              <a:gd name="connsiteY1" fmla="*/ 0 h 3394950"/>
              <a:gd name="connsiteX2" fmla="*/ 5504935 w 5504935"/>
              <a:gd name="connsiteY2" fmla="*/ 2723253 h 3394950"/>
              <a:gd name="connsiteX3" fmla="*/ 2744447 w 5504935"/>
              <a:gd name="connsiteY3" fmla="*/ 2101727 h 3394950"/>
              <a:gd name="connsiteX4" fmla="*/ 1 w 5504935"/>
              <a:gd name="connsiteY4" fmla="*/ 2723253 h 3394950"/>
              <a:gd name="connsiteX0" fmla="*/ 1 w 5408683"/>
              <a:gd name="connsiteY0" fmla="*/ 2731595 h 2813873"/>
              <a:gd name="connsiteX1" fmla="*/ 2752468 w 5408683"/>
              <a:gd name="connsiteY1" fmla="*/ 8342 h 2813873"/>
              <a:gd name="connsiteX2" fmla="*/ 5408683 w 5408683"/>
              <a:gd name="connsiteY2" fmla="*/ 2154080 h 2813873"/>
              <a:gd name="connsiteX3" fmla="*/ 2744447 w 5408683"/>
              <a:gd name="connsiteY3" fmla="*/ 2110069 h 2813873"/>
              <a:gd name="connsiteX4" fmla="*/ 1 w 5408683"/>
              <a:gd name="connsiteY4" fmla="*/ 2731595 h 2813873"/>
              <a:gd name="connsiteX0" fmla="*/ 1 w 5408683"/>
              <a:gd name="connsiteY0" fmla="*/ 2731232 h 2813510"/>
              <a:gd name="connsiteX1" fmla="*/ 2752468 w 5408683"/>
              <a:gd name="connsiteY1" fmla="*/ 7979 h 2813510"/>
              <a:gd name="connsiteX2" fmla="*/ 5408683 w 5408683"/>
              <a:gd name="connsiteY2" fmla="*/ 2153717 h 2813510"/>
              <a:gd name="connsiteX3" fmla="*/ 2744447 w 5408683"/>
              <a:gd name="connsiteY3" fmla="*/ 2109706 h 2813510"/>
              <a:gd name="connsiteX4" fmla="*/ 1 w 5408683"/>
              <a:gd name="connsiteY4" fmla="*/ 2731232 h 2813510"/>
              <a:gd name="connsiteX0" fmla="*/ 1275 w 5409957"/>
              <a:gd name="connsiteY0" fmla="*/ 2731232 h 3563776"/>
              <a:gd name="connsiteX1" fmla="*/ 2753742 w 5409957"/>
              <a:gd name="connsiteY1" fmla="*/ 7979 h 3563776"/>
              <a:gd name="connsiteX2" fmla="*/ 5409957 w 5409957"/>
              <a:gd name="connsiteY2" fmla="*/ 2153717 h 3563776"/>
              <a:gd name="connsiteX3" fmla="*/ 2745721 w 5409957"/>
              <a:gd name="connsiteY3" fmla="*/ 2109706 h 3563776"/>
              <a:gd name="connsiteX4" fmla="*/ 1275 w 5409957"/>
              <a:gd name="connsiteY4" fmla="*/ 2731232 h 3563776"/>
              <a:gd name="connsiteX0" fmla="*/ 1275 w 5409957"/>
              <a:gd name="connsiteY0" fmla="*/ 2723569 h 3556113"/>
              <a:gd name="connsiteX1" fmla="*/ 2753742 w 5409957"/>
              <a:gd name="connsiteY1" fmla="*/ 316 h 3556113"/>
              <a:gd name="connsiteX2" fmla="*/ 5409957 w 5409957"/>
              <a:gd name="connsiteY2" fmla="*/ 2146054 h 3556113"/>
              <a:gd name="connsiteX3" fmla="*/ 2745721 w 5409957"/>
              <a:gd name="connsiteY3" fmla="*/ 2102043 h 3556113"/>
              <a:gd name="connsiteX4" fmla="*/ 1275 w 5409957"/>
              <a:gd name="connsiteY4" fmla="*/ 2723569 h 3556113"/>
              <a:gd name="connsiteX0" fmla="*/ 48773 w 5457455"/>
              <a:gd name="connsiteY0" fmla="*/ 2723333 h 2813832"/>
              <a:gd name="connsiteX1" fmla="*/ 2801240 w 5457455"/>
              <a:gd name="connsiteY1" fmla="*/ 80 h 2813832"/>
              <a:gd name="connsiteX2" fmla="*/ 5457455 w 5457455"/>
              <a:gd name="connsiteY2" fmla="*/ 2145818 h 2813832"/>
              <a:gd name="connsiteX3" fmla="*/ 2793219 w 5457455"/>
              <a:gd name="connsiteY3" fmla="*/ 2101807 h 2813832"/>
              <a:gd name="connsiteX4" fmla="*/ 1168627 w 5457455"/>
              <a:gd name="connsiteY4" fmla="*/ 1849597 h 2813832"/>
              <a:gd name="connsiteX5" fmla="*/ 48773 w 5457455"/>
              <a:gd name="connsiteY5" fmla="*/ 2723333 h 2813832"/>
              <a:gd name="connsiteX0" fmla="*/ 58447 w 5467129"/>
              <a:gd name="connsiteY0" fmla="*/ 2737061 h 2827560"/>
              <a:gd name="connsiteX1" fmla="*/ 440364 w 5467129"/>
              <a:gd name="connsiteY1" fmla="*/ 1309872 h 2827560"/>
              <a:gd name="connsiteX2" fmla="*/ 2810914 w 5467129"/>
              <a:gd name="connsiteY2" fmla="*/ 13808 h 2827560"/>
              <a:gd name="connsiteX3" fmla="*/ 5467129 w 5467129"/>
              <a:gd name="connsiteY3" fmla="*/ 2159546 h 2827560"/>
              <a:gd name="connsiteX4" fmla="*/ 2802893 w 5467129"/>
              <a:gd name="connsiteY4" fmla="*/ 2115535 h 2827560"/>
              <a:gd name="connsiteX5" fmla="*/ 1178301 w 5467129"/>
              <a:gd name="connsiteY5" fmla="*/ 1863325 h 2827560"/>
              <a:gd name="connsiteX6" fmla="*/ 58447 w 5467129"/>
              <a:gd name="connsiteY6" fmla="*/ 2737061 h 2827560"/>
              <a:gd name="connsiteX0" fmla="*/ 58447 w 5467129"/>
              <a:gd name="connsiteY0" fmla="*/ 2739880 h 2830379"/>
              <a:gd name="connsiteX1" fmla="*/ 440364 w 5467129"/>
              <a:gd name="connsiteY1" fmla="*/ 1312691 h 2830379"/>
              <a:gd name="connsiteX2" fmla="*/ 2810914 w 5467129"/>
              <a:gd name="connsiteY2" fmla="*/ 16627 h 2830379"/>
              <a:gd name="connsiteX3" fmla="*/ 5467129 w 5467129"/>
              <a:gd name="connsiteY3" fmla="*/ 2162365 h 2830379"/>
              <a:gd name="connsiteX4" fmla="*/ 2802893 w 5467129"/>
              <a:gd name="connsiteY4" fmla="*/ 2118354 h 2830379"/>
              <a:gd name="connsiteX5" fmla="*/ 1178301 w 5467129"/>
              <a:gd name="connsiteY5" fmla="*/ 1866144 h 2830379"/>
              <a:gd name="connsiteX6" fmla="*/ 58447 w 5467129"/>
              <a:gd name="connsiteY6" fmla="*/ 2739880 h 2830379"/>
              <a:gd name="connsiteX0" fmla="*/ 30708 w 5439390"/>
              <a:gd name="connsiteY0" fmla="*/ 2739880 h 2830379"/>
              <a:gd name="connsiteX1" fmla="*/ 412625 w 5439390"/>
              <a:gd name="connsiteY1" fmla="*/ 1312691 h 2830379"/>
              <a:gd name="connsiteX2" fmla="*/ 2783175 w 5439390"/>
              <a:gd name="connsiteY2" fmla="*/ 16627 h 2830379"/>
              <a:gd name="connsiteX3" fmla="*/ 5439390 w 5439390"/>
              <a:gd name="connsiteY3" fmla="*/ 2162365 h 2830379"/>
              <a:gd name="connsiteX4" fmla="*/ 2775154 w 5439390"/>
              <a:gd name="connsiteY4" fmla="*/ 2118354 h 2830379"/>
              <a:gd name="connsiteX5" fmla="*/ 1150562 w 5439390"/>
              <a:gd name="connsiteY5" fmla="*/ 1866144 h 2830379"/>
              <a:gd name="connsiteX6" fmla="*/ 30708 w 5439390"/>
              <a:gd name="connsiteY6" fmla="*/ 2739880 h 2830379"/>
              <a:gd name="connsiteX0" fmla="*/ 12386 w 5421068"/>
              <a:gd name="connsiteY0" fmla="*/ 2739880 h 2830379"/>
              <a:gd name="connsiteX1" fmla="*/ 394303 w 5421068"/>
              <a:gd name="connsiteY1" fmla="*/ 1312691 h 2830379"/>
              <a:gd name="connsiteX2" fmla="*/ 2764853 w 5421068"/>
              <a:gd name="connsiteY2" fmla="*/ 16627 h 2830379"/>
              <a:gd name="connsiteX3" fmla="*/ 5421068 w 5421068"/>
              <a:gd name="connsiteY3" fmla="*/ 2162365 h 2830379"/>
              <a:gd name="connsiteX4" fmla="*/ 2756832 w 5421068"/>
              <a:gd name="connsiteY4" fmla="*/ 2118354 h 2830379"/>
              <a:gd name="connsiteX5" fmla="*/ 1132240 w 5421068"/>
              <a:gd name="connsiteY5" fmla="*/ 1866144 h 2830379"/>
              <a:gd name="connsiteX6" fmla="*/ 12386 w 5421068"/>
              <a:gd name="connsiteY6" fmla="*/ 2739880 h 2830379"/>
              <a:gd name="connsiteX0" fmla="*/ 6354 w 5415036"/>
              <a:gd name="connsiteY0" fmla="*/ 2739880 h 2830379"/>
              <a:gd name="connsiteX1" fmla="*/ 388271 w 5415036"/>
              <a:gd name="connsiteY1" fmla="*/ 1312691 h 2830379"/>
              <a:gd name="connsiteX2" fmla="*/ 2758821 w 5415036"/>
              <a:gd name="connsiteY2" fmla="*/ 16627 h 2830379"/>
              <a:gd name="connsiteX3" fmla="*/ 5415036 w 5415036"/>
              <a:gd name="connsiteY3" fmla="*/ 2162365 h 2830379"/>
              <a:gd name="connsiteX4" fmla="*/ 2750800 w 5415036"/>
              <a:gd name="connsiteY4" fmla="*/ 2118354 h 2830379"/>
              <a:gd name="connsiteX5" fmla="*/ 1126208 w 5415036"/>
              <a:gd name="connsiteY5" fmla="*/ 1866144 h 2830379"/>
              <a:gd name="connsiteX6" fmla="*/ 652965 w 5415036"/>
              <a:gd name="connsiteY6" fmla="*/ 2106776 h 2830379"/>
              <a:gd name="connsiteX7" fmla="*/ 6354 w 5415036"/>
              <a:gd name="connsiteY7" fmla="*/ 2739880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568316 w 5330387"/>
              <a:gd name="connsiteY6" fmla="*/ 2106776 h 2830379"/>
              <a:gd name="connsiteX7" fmla="*/ 9937 w 5330387"/>
              <a:gd name="connsiteY7" fmla="*/ 2098196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9937 w 5330387"/>
              <a:gd name="connsiteY6" fmla="*/ 2098196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31622 w 5320450"/>
              <a:gd name="connsiteY0" fmla="*/ 1866144 h 2830379"/>
              <a:gd name="connsiteX1" fmla="*/ 0 w 5320450"/>
              <a:gd name="connsiteY1" fmla="*/ 2098196 h 2830379"/>
              <a:gd name="connsiteX2" fmla="*/ 293685 w 5320450"/>
              <a:gd name="connsiteY2" fmla="*/ 1312691 h 2830379"/>
              <a:gd name="connsiteX3" fmla="*/ 2664235 w 5320450"/>
              <a:gd name="connsiteY3" fmla="*/ 16627 h 2830379"/>
              <a:gd name="connsiteX4" fmla="*/ 5320450 w 5320450"/>
              <a:gd name="connsiteY4" fmla="*/ 2162365 h 2830379"/>
              <a:gd name="connsiteX5" fmla="*/ 2656214 w 5320450"/>
              <a:gd name="connsiteY5" fmla="*/ 2118354 h 2830379"/>
              <a:gd name="connsiteX6" fmla="*/ 1123062 w 5320450"/>
              <a:gd name="connsiteY6" fmla="*/ 1957584 h 2830379"/>
              <a:gd name="connsiteX0" fmla="*/ 1052642 w 5341470"/>
              <a:gd name="connsiteY0" fmla="*/ 1866144 h 2830379"/>
              <a:gd name="connsiteX1" fmla="*/ 0 w 5341470"/>
              <a:gd name="connsiteY1" fmla="*/ 2050900 h 2830379"/>
              <a:gd name="connsiteX2" fmla="*/ 314705 w 5341470"/>
              <a:gd name="connsiteY2" fmla="*/ 1312691 h 2830379"/>
              <a:gd name="connsiteX3" fmla="*/ 2685255 w 5341470"/>
              <a:gd name="connsiteY3" fmla="*/ 16627 h 2830379"/>
              <a:gd name="connsiteX4" fmla="*/ 5341470 w 5341470"/>
              <a:gd name="connsiteY4" fmla="*/ 2162365 h 2830379"/>
              <a:gd name="connsiteX5" fmla="*/ 2677234 w 5341470"/>
              <a:gd name="connsiteY5" fmla="*/ 2118354 h 2830379"/>
              <a:gd name="connsiteX6" fmla="*/ 1144082 w 5341470"/>
              <a:gd name="connsiteY6" fmla="*/ 1957584 h 2830379"/>
              <a:gd name="connsiteX0" fmla="*/ 1052642 w 5341470"/>
              <a:gd name="connsiteY0" fmla="*/ 1895407 h 2859642"/>
              <a:gd name="connsiteX1" fmla="*/ 0 w 5341470"/>
              <a:gd name="connsiteY1" fmla="*/ 2080163 h 2859642"/>
              <a:gd name="connsiteX2" fmla="*/ 584289 w 5341470"/>
              <a:gd name="connsiteY2" fmla="*/ 981294 h 2859642"/>
              <a:gd name="connsiteX3" fmla="*/ 2685255 w 5341470"/>
              <a:gd name="connsiteY3" fmla="*/ 45890 h 2859642"/>
              <a:gd name="connsiteX4" fmla="*/ 5341470 w 5341470"/>
              <a:gd name="connsiteY4" fmla="*/ 2191628 h 2859642"/>
              <a:gd name="connsiteX5" fmla="*/ 2677234 w 5341470"/>
              <a:gd name="connsiteY5" fmla="*/ 2147617 h 2859642"/>
              <a:gd name="connsiteX6" fmla="*/ 1144082 w 5341470"/>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84910 h 2849145"/>
              <a:gd name="connsiteX1" fmla="*/ 0 w 5323254"/>
              <a:gd name="connsiteY1" fmla="*/ 2066023 h 2849145"/>
              <a:gd name="connsiteX2" fmla="*/ 566073 w 5323254"/>
              <a:gd name="connsiteY2" fmla="*/ 970797 h 2849145"/>
              <a:gd name="connsiteX3" fmla="*/ 2667039 w 5323254"/>
              <a:gd name="connsiteY3" fmla="*/ 35393 h 2849145"/>
              <a:gd name="connsiteX4" fmla="*/ 5323254 w 5323254"/>
              <a:gd name="connsiteY4" fmla="*/ 2181131 h 2849145"/>
              <a:gd name="connsiteX5" fmla="*/ 2659018 w 5323254"/>
              <a:gd name="connsiteY5" fmla="*/ 2137120 h 2849145"/>
              <a:gd name="connsiteX6" fmla="*/ 1125866 w 5323254"/>
              <a:gd name="connsiteY6" fmla="*/ 1976350 h 2849145"/>
              <a:gd name="connsiteX0" fmla="*/ 1034426 w 5323254"/>
              <a:gd name="connsiteY0" fmla="*/ 1850327 h 2814562"/>
              <a:gd name="connsiteX1" fmla="*/ 0 w 5323254"/>
              <a:gd name="connsiteY1" fmla="*/ 2031440 h 2814562"/>
              <a:gd name="connsiteX2" fmla="*/ 566073 w 5323254"/>
              <a:gd name="connsiteY2" fmla="*/ 936214 h 2814562"/>
              <a:gd name="connsiteX3" fmla="*/ 2667039 w 5323254"/>
              <a:gd name="connsiteY3" fmla="*/ 810 h 2814562"/>
              <a:gd name="connsiteX4" fmla="*/ 5323254 w 5323254"/>
              <a:gd name="connsiteY4" fmla="*/ 2146548 h 2814562"/>
              <a:gd name="connsiteX5" fmla="*/ 2659018 w 5323254"/>
              <a:gd name="connsiteY5" fmla="*/ 2102537 h 2814562"/>
              <a:gd name="connsiteX6" fmla="*/ 1125866 w 5323254"/>
              <a:gd name="connsiteY6" fmla="*/ 1941767 h 2814562"/>
              <a:gd name="connsiteX0" fmla="*/ 1034426 w 5323254"/>
              <a:gd name="connsiteY0" fmla="*/ 1870005 h 2834240"/>
              <a:gd name="connsiteX1" fmla="*/ 0 w 5323254"/>
              <a:gd name="connsiteY1" fmla="*/ 2051118 h 2834240"/>
              <a:gd name="connsiteX2" fmla="*/ 566073 w 5323254"/>
              <a:gd name="connsiteY2" fmla="*/ 955892 h 2834240"/>
              <a:gd name="connsiteX3" fmla="*/ 2667039 w 5323254"/>
              <a:gd name="connsiteY3" fmla="*/ 781 h 2834240"/>
              <a:gd name="connsiteX4" fmla="*/ 5323254 w 5323254"/>
              <a:gd name="connsiteY4" fmla="*/ 2166226 h 2834240"/>
              <a:gd name="connsiteX5" fmla="*/ 2659018 w 5323254"/>
              <a:gd name="connsiteY5" fmla="*/ 2122215 h 2834240"/>
              <a:gd name="connsiteX6" fmla="*/ 1125866 w 5323254"/>
              <a:gd name="connsiteY6" fmla="*/ 1961445 h 2834240"/>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378075"/>
              <a:gd name="connsiteX1" fmla="*/ 0 w 5323254"/>
              <a:gd name="connsiteY1" fmla="*/ 2050391 h 2378075"/>
              <a:gd name="connsiteX2" fmla="*/ 566073 w 5323254"/>
              <a:gd name="connsiteY2" fmla="*/ 955165 h 2378075"/>
              <a:gd name="connsiteX3" fmla="*/ 2667039 w 5323254"/>
              <a:gd name="connsiteY3" fmla="*/ 54 h 2378075"/>
              <a:gd name="connsiteX4" fmla="*/ 5323254 w 5323254"/>
              <a:gd name="connsiteY4" fmla="*/ 2165499 h 2378075"/>
              <a:gd name="connsiteX5" fmla="*/ 2659018 w 5323254"/>
              <a:gd name="connsiteY5" fmla="*/ 2121488 h 2378075"/>
              <a:gd name="connsiteX6" fmla="*/ 1125866 w 5323254"/>
              <a:gd name="connsiteY6" fmla="*/ 1960718 h 2378075"/>
              <a:gd name="connsiteX0" fmla="*/ 1034426 w 5335078"/>
              <a:gd name="connsiteY0" fmla="*/ 1902587 h 2386535"/>
              <a:gd name="connsiteX1" fmla="*/ 0 w 5335078"/>
              <a:gd name="connsiteY1" fmla="*/ 2083700 h 2386535"/>
              <a:gd name="connsiteX2" fmla="*/ 566073 w 5335078"/>
              <a:gd name="connsiteY2" fmla="*/ 988474 h 2386535"/>
              <a:gd name="connsiteX3" fmla="*/ 2667039 w 5335078"/>
              <a:gd name="connsiteY3" fmla="*/ 33363 h 2386535"/>
              <a:gd name="connsiteX4" fmla="*/ 5335078 w 5335078"/>
              <a:gd name="connsiteY4" fmla="*/ 2171219 h 2386535"/>
              <a:gd name="connsiteX5" fmla="*/ 2659018 w 5335078"/>
              <a:gd name="connsiteY5" fmla="*/ 2154797 h 2386535"/>
              <a:gd name="connsiteX6" fmla="*/ 1125866 w 5335078"/>
              <a:gd name="connsiteY6" fmla="*/ 1994027 h 2386535"/>
              <a:gd name="connsiteX0" fmla="*/ 1034426 w 5335078"/>
              <a:gd name="connsiteY0" fmla="*/ 1902587 h 2430925"/>
              <a:gd name="connsiteX1" fmla="*/ 0 w 5335078"/>
              <a:gd name="connsiteY1" fmla="*/ 2083700 h 2430925"/>
              <a:gd name="connsiteX2" fmla="*/ 566073 w 5335078"/>
              <a:gd name="connsiteY2" fmla="*/ 988474 h 2430925"/>
              <a:gd name="connsiteX3" fmla="*/ 2667039 w 5335078"/>
              <a:gd name="connsiteY3" fmla="*/ 33363 h 2430925"/>
              <a:gd name="connsiteX4" fmla="*/ 5335078 w 5335078"/>
              <a:gd name="connsiteY4" fmla="*/ 2171219 h 2430925"/>
              <a:gd name="connsiteX5" fmla="*/ 2659018 w 5335078"/>
              <a:gd name="connsiteY5" fmla="*/ 2154797 h 2430925"/>
              <a:gd name="connsiteX6" fmla="*/ 1125866 w 5335078"/>
              <a:gd name="connsiteY6" fmla="*/ 1994027 h 2430925"/>
              <a:gd name="connsiteX0" fmla="*/ 1034426 w 5335078"/>
              <a:gd name="connsiteY0" fmla="*/ 1902587 h 2424228"/>
              <a:gd name="connsiteX1" fmla="*/ 0 w 5335078"/>
              <a:gd name="connsiteY1" fmla="*/ 2083700 h 2424228"/>
              <a:gd name="connsiteX2" fmla="*/ 566073 w 5335078"/>
              <a:gd name="connsiteY2" fmla="*/ 988474 h 2424228"/>
              <a:gd name="connsiteX3" fmla="*/ 2667039 w 5335078"/>
              <a:gd name="connsiteY3" fmla="*/ 33363 h 2424228"/>
              <a:gd name="connsiteX4" fmla="*/ 5335078 w 5335078"/>
              <a:gd name="connsiteY4" fmla="*/ 2171219 h 2424228"/>
              <a:gd name="connsiteX5" fmla="*/ 2659018 w 5335078"/>
              <a:gd name="connsiteY5" fmla="*/ 2154797 h 2424228"/>
              <a:gd name="connsiteX6" fmla="*/ 1125866 w 5335078"/>
              <a:gd name="connsiteY6" fmla="*/ 1994027 h 2424228"/>
              <a:gd name="connsiteX0" fmla="*/ 1034426 w 5335078"/>
              <a:gd name="connsiteY0" fmla="*/ 1902587 h 2391766"/>
              <a:gd name="connsiteX1" fmla="*/ 0 w 5335078"/>
              <a:gd name="connsiteY1" fmla="*/ 2083700 h 2391766"/>
              <a:gd name="connsiteX2" fmla="*/ 566073 w 5335078"/>
              <a:gd name="connsiteY2" fmla="*/ 988474 h 2391766"/>
              <a:gd name="connsiteX3" fmla="*/ 2667039 w 5335078"/>
              <a:gd name="connsiteY3" fmla="*/ 33363 h 2391766"/>
              <a:gd name="connsiteX4" fmla="*/ 5335078 w 5335078"/>
              <a:gd name="connsiteY4" fmla="*/ 2171219 h 2391766"/>
              <a:gd name="connsiteX5" fmla="*/ 2659018 w 5335078"/>
              <a:gd name="connsiteY5" fmla="*/ 2154797 h 2391766"/>
              <a:gd name="connsiteX6" fmla="*/ 1125866 w 5335078"/>
              <a:gd name="connsiteY6" fmla="*/ 1994027 h 2391766"/>
              <a:gd name="connsiteX0" fmla="*/ 1034426 w 5335078"/>
              <a:gd name="connsiteY0" fmla="*/ 1902587 h 2378193"/>
              <a:gd name="connsiteX1" fmla="*/ 0 w 5335078"/>
              <a:gd name="connsiteY1" fmla="*/ 2083700 h 2378193"/>
              <a:gd name="connsiteX2" fmla="*/ 566073 w 5335078"/>
              <a:gd name="connsiteY2" fmla="*/ 988474 h 2378193"/>
              <a:gd name="connsiteX3" fmla="*/ 2667039 w 5335078"/>
              <a:gd name="connsiteY3" fmla="*/ 33363 h 2378193"/>
              <a:gd name="connsiteX4" fmla="*/ 5335078 w 5335078"/>
              <a:gd name="connsiteY4" fmla="*/ 2171219 h 2378193"/>
              <a:gd name="connsiteX5" fmla="*/ 2659018 w 5335078"/>
              <a:gd name="connsiteY5" fmla="*/ 2154797 h 2378193"/>
              <a:gd name="connsiteX6" fmla="*/ 1125866 w 5335078"/>
              <a:gd name="connsiteY6" fmla="*/ 1994027 h 2378193"/>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7" fmla="*/ 1034426 w 5335078"/>
              <a:gd name="connsiteY7" fmla="*/ 1902587 h 2377034"/>
              <a:gd name="connsiteX0" fmla="*/ 1125866 w 5335078"/>
              <a:gd name="connsiteY0" fmla="*/ 199402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92890"/>
              <a:gd name="connsiteX1" fmla="*/ 0 w 5335078"/>
              <a:gd name="connsiteY1" fmla="*/ 2083700 h 2392890"/>
              <a:gd name="connsiteX2" fmla="*/ 566073 w 5335078"/>
              <a:gd name="connsiteY2" fmla="*/ 988474 h 2392890"/>
              <a:gd name="connsiteX3" fmla="*/ 2667039 w 5335078"/>
              <a:gd name="connsiteY3" fmla="*/ 33363 h 2392890"/>
              <a:gd name="connsiteX4" fmla="*/ 5335078 w 5335078"/>
              <a:gd name="connsiteY4" fmla="*/ 2171219 h 2392890"/>
              <a:gd name="connsiteX5" fmla="*/ 2659018 w 5335078"/>
              <a:gd name="connsiteY5" fmla="*/ 2154797 h 2392890"/>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21527 h 2364586"/>
              <a:gd name="connsiteX1" fmla="*/ 0 w 5335078"/>
              <a:gd name="connsiteY1" fmla="*/ 2050430 h 2364586"/>
              <a:gd name="connsiteX2" fmla="*/ 2667039 w 5335078"/>
              <a:gd name="connsiteY2" fmla="*/ 93 h 2364586"/>
              <a:gd name="connsiteX3" fmla="*/ 5335078 w 5335078"/>
              <a:gd name="connsiteY3" fmla="*/ 2137949 h 2364586"/>
              <a:gd name="connsiteX4" fmla="*/ 2659018 w 5335078"/>
              <a:gd name="connsiteY4" fmla="*/ 2121527 h 2364586"/>
              <a:gd name="connsiteX0" fmla="*/ 2659018 w 5335078"/>
              <a:gd name="connsiteY0" fmla="*/ 2126514 h 2369573"/>
              <a:gd name="connsiteX1" fmla="*/ 0 w 5335078"/>
              <a:gd name="connsiteY1" fmla="*/ 2055417 h 2369573"/>
              <a:gd name="connsiteX2" fmla="*/ 2667039 w 5335078"/>
              <a:gd name="connsiteY2" fmla="*/ 5080 h 2369573"/>
              <a:gd name="connsiteX3" fmla="*/ 5335078 w 5335078"/>
              <a:gd name="connsiteY3" fmla="*/ 2142936 h 2369573"/>
              <a:gd name="connsiteX4" fmla="*/ 2659018 w 5335078"/>
              <a:gd name="connsiteY4" fmla="*/ 2126514 h 2369573"/>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1753 h 2364812"/>
              <a:gd name="connsiteX1" fmla="*/ 0 w 5335078"/>
              <a:gd name="connsiteY1" fmla="*/ 2050656 h 2364812"/>
              <a:gd name="connsiteX2" fmla="*/ 2667039 w 5335078"/>
              <a:gd name="connsiteY2" fmla="*/ 319 h 2364812"/>
              <a:gd name="connsiteX3" fmla="*/ 5335078 w 5335078"/>
              <a:gd name="connsiteY3" fmla="*/ 2138175 h 2364812"/>
              <a:gd name="connsiteX4" fmla="*/ 2659018 w 5335078"/>
              <a:gd name="connsiteY4" fmla="*/ 2121753 h 2364812"/>
              <a:gd name="connsiteX0" fmla="*/ 2659018 w 5335078"/>
              <a:gd name="connsiteY0" fmla="*/ 2121721 h 2364780"/>
              <a:gd name="connsiteX1" fmla="*/ 0 w 5335078"/>
              <a:gd name="connsiteY1" fmla="*/ 2050624 h 2364780"/>
              <a:gd name="connsiteX2" fmla="*/ 2667039 w 5335078"/>
              <a:gd name="connsiteY2" fmla="*/ 287 h 2364780"/>
              <a:gd name="connsiteX3" fmla="*/ 5335078 w 5335078"/>
              <a:gd name="connsiteY3" fmla="*/ 2138143 h 2364780"/>
              <a:gd name="connsiteX4" fmla="*/ 2659018 w 5335078"/>
              <a:gd name="connsiteY4" fmla="*/ 2121721 h 2364780"/>
              <a:gd name="connsiteX0" fmla="*/ 2659018 w 5335078"/>
              <a:gd name="connsiteY0" fmla="*/ 2121435 h 2364494"/>
              <a:gd name="connsiteX1" fmla="*/ 0 w 5335078"/>
              <a:gd name="connsiteY1" fmla="*/ 2050338 h 2364494"/>
              <a:gd name="connsiteX2" fmla="*/ 2667039 w 5335078"/>
              <a:gd name="connsiteY2" fmla="*/ 1 h 2364494"/>
              <a:gd name="connsiteX3" fmla="*/ 5335078 w 5335078"/>
              <a:gd name="connsiteY3" fmla="*/ 2137857 h 2364494"/>
              <a:gd name="connsiteX4" fmla="*/ 2659018 w 5335078"/>
              <a:gd name="connsiteY4" fmla="*/ 2121435 h 2364494"/>
              <a:gd name="connsiteX0" fmla="*/ 2659018 w 5335078"/>
              <a:gd name="connsiteY0" fmla="*/ 2127784 h 2370843"/>
              <a:gd name="connsiteX1" fmla="*/ 0 w 5335078"/>
              <a:gd name="connsiteY1" fmla="*/ 2056687 h 2370843"/>
              <a:gd name="connsiteX2" fmla="*/ 2660689 w 5335078"/>
              <a:gd name="connsiteY2" fmla="*/ 0 h 2370843"/>
              <a:gd name="connsiteX3" fmla="*/ 5335078 w 5335078"/>
              <a:gd name="connsiteY3" fmla="*/ 2144206 h 2370843"/>
              <a:gd name="connsiteX4" fmla="*/ 2659018 w 5335078"/>
              <a:gd name="connsiteY4" fmla="*/ 2127784 h 2370843"/>
              <a:gd name="connsiteX0" fmla="*/ 2659018 w 5335078"/>
              <a:gd name="connsiteY0" fmla="*/ 2108534 h 2351593"/>
              <a:gd name="connsiteX1" fmla="*/ 0 w 5335078"/>
              <a:gd name="connsiteY1" fmla="*/ 2037437 h 2351593"/>
              <a:gd name="connsiteX2" fmla="*/ 2660689 w 5335078"/>
              <a:gd name="connsiteY2" fmla="*/ 1 h 2351593"/>
              <a:gd name="connsiteX3" fmla="*/ 5335078 w 5335078"/>
              <a:gd name="connsiteY3" fmla="*/ 2124956 h 2351593"/>
              <a:gd name="connsiteX4" fmla="*/ 2659018 w 5335078"/>
              <a:gd name="connsiteY4" fmla="*/ 2108534 h 2351593"/>
              <a:gd name="connsiteX0" fmla="*/ 2659018 w 5335078"/>
              <a:gd name="connsiteY0" fmla="*/ 2111741 h 2354800"/>
              <a:gd name="connsiteX1" fmla="*/ 0 w 5335078"/>
              <a:gd name="connsiteY1" fmla="*/ 2040644 h 2354800"/>
              <a:gd name="connsiteX2" fmla="*/ 2660689 w 5335078"/>
              <a:gd name="connsiteY2" fmla="*/ 0 h 2354800"/>
              <a:gd name="connsiteX3" fmla="*/ 5335078 w 5335078"/>
              <a:gd name="connsiteY3" fmla="*/ 2128163 h 2354800"/>
              <a:gd name="connsiteX4" fmla="*/ 2659018 w 5335078"/>
              <a:gd name="connsiteY4" fmla="*/ 2111741 h 2354800"/>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5078" h="2354807">
                <a:moveTo>
                  <a:pt x="2659018" y="2111748"/>
                </a:moveTo>
                <a:cubicBezTo>
                  <a:pt x="1643714" y="1699082"/>
                  <a:pt x="419769" y="1884255"/>
                  <a:pt x="0" y="2040651"/>
                </a:cubicBezTo>
                <a:cubicBezTo>
                  <a:pt x="95392" y="1506223"/>
                  <a:pt x="860721" y="-3578"/>
                  <a:pt x="2660689" y="7"/>
                </a:cubicBezTo>
                <a:cubicBezTo>
                  <a:pt x="4460657" y="3592"/>
                  <a:pt x="5211709" y="1510238"/>
                  <a:pt x="5335078" y="2128170"/>
                </a:cubicBezTo>
                <a:cubicBezTo>
                  <a:pt x="4302438" y="2512830"/>
                  <a:pt x="3315656" y="2339170"/>
                  <a:pt x="2659018" y="2111748"/>
                </a:cubicBezTo>
                <a:close/>
              </a:path>
            </a:pathLst>
          </a:custGeom>
        </p:spPr>
        <p:txBody>
          <a:bodyPr>
            <a:normAutofit/>
          </a:bodyPr>
          <a:lstStyle>
            <a:lvl1pPr marL="0" indent="0" algn="ctr">
              <a:buNone/>
              <a:defRPr sz="1400"/>
            </a:lvl1pPr>
          </a:lstStyle>
          <a:p>
            <a:r>
              <a:rPr lang="en-GB"/>
              <a:t>Add image or colour</a:t>
            </a:r>
          </a:p>
        </p:txBody>
      </p:sp>
      <p:pic>
        <p:nvPicPr>
          <p:cNvPr id="8" name="Graphic 7">
            <a:extLst>
              <a:ext uri="{FF2B5EF4-FFF2-40B4-BE49-F238E27FC236}">
                <a16:creationId xmlns:a16="http://schemas.microsoft.com/office/drawing/2014/main" id="{5ECB0A80-1B0E-170D-E80A-84919FB912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Slide Number Placeholder 5">
            <a:extLst>
              <a:ext uri="{FF2B5EF4-FFF2-40B4-BE49-F238E27FC236}">
                <a16:creationId xmlns:a16="http://schemas.microsoft.com/office/drawing/2014/main" id="{3A3D167C-9875-FA01-F0EE-48A389E823EA}"/>
              </a:ext>
            </a:extLst>
          </p:cNvPr>
          <p:cNvSpPr>
            <a:spLocks noGrp="1"/>
          </p:cNvSpPr>
          <p:nvPr>
            <p:ph type="sldNum" sz="quarter" idx="12"/>
          </p:nvPr>
        </p:nvSpPr>
        <p:spPr>
          <a:xfrm>
            <a:off x="11628645" y="6387881"/>
            <a:ext cx="418837" cy="365125"/>
          </a:xfrm>
        </p:spPr>
        <p:txBody>
          <a:bodyPr/>
          <a:lstStyle>
            <a:lvl1pPr>
              <a:defRPr sz="1050">
                <a:solidFill>
                  <a:schemeClr val="accent1"/>
                </a:solidFill>
              </a:defRPr>
            </a:lvl1pPr>
          </a:lstStyle>
          <a:p>
            <a:fld id="{1E3508AD-6785-9A40-B664-AC186F99CF3B}" type="slidenum">
              <a:rPr lang="en-GB" smtClean="0"/>
              <a:pPr/>
              <a:t>‹#›</a:t>
            </a:fld>
            <a:endParaRPr lang="en-GB"/>
          </a:p>
        </p:txBody>
      </p:sp>
      <p:sp>
        <p:nvSpPr>
          <p:cNvPr id="11" name="Title 1">
            <a:extLst>
              <a:ext uri="{FF2B5EF4-FFF2-40B4-BE49-F238E27FC236}">
                <a16:creationId xmlns:a16="http://schemas.microsoft.com/office/drawing/2014/main" id="{E4736FBD-C735-A3EB-79E8-81370B63D159}"/>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solidFill>
                  <a:schemeClr val="bg1"/>
                </a:solidFill>
              </a:defRPr>
            </a:lvl1pPr>
          </a:lstStyle>
          <a:p>
            <a:r>
              <a:rPr lang="en-GB"/>
              <a:t>Click to edit Master title style</a:t>
            </a:r>
          </a:p>
        </p:txBody>
      </p:sp>
      <p:sp>
        <p:nvSpPr>
          <p:cNvPr id="12" name="Text Placeholder 10">
            <a:extLst>
              <a:ext uri="{FF2B5EF4-FFF2-40B4-BE49-F238E27FC236}">
                <a16:creationId xmlns:a16="http://schemas.microsoft.com/office/drawing/2014/main" id="{0213EADD-CAB9-DEAA-F13C-E0B9559E8FA6}"/>
              </a:ext>
            </a:extLst>
          </p:cNvPr>
          <p:cNvSpPr>
            <a:spLocks noGrp="1"/>
          </p:cNvSpPr>
          <p:nvPr>
            <p:ph type="body" sz="quarter" idx="15" hasCustomPrompt="1"/>
          </p:nvPr>
        </p:nvSpPr>
        <p:spPr>
          <a:xfrm>
            <a:off x="841094" y="4450181"/>
            <a:ext cx="3888973" cy="1937700"/>
          </a:xfrm>
        </p:spPr>
        <p:txBody>
          <a:bodyPr anchor="b">
            <a:normAutofit/>
          </a:bodyPr>
          <a:lstStyle>
            <a:lvl1pPr marL="0" indent="0">
              <a:lnSpc>
                <a:spcPct val="110000"/>
              </a:lnSpc>
              <a:buFont typeface="Arial" panose="020B0604020202020204" pitchFamily="34" charset="0"/>
              <a:buNone/>
              <a:defRPr sz="1200">
                <a:solidFill>
                  <a:schemeClr val="tx1"/>
                </a:solidFill>
              </a:defRPr>
            </a:lvl1pPr>
          </a:lstStyle>
          <a:p>
            <a:pPr lvl="0"/>
            <a:r>
              <a:rPr lang="en-GB"/>
              <a:t>Add more text</a:t>
            </a:r>
          </a:p>
        </p:txBody>
      </p:sp>
      <p:sp>
        <p:nvSpPr>
          <p:cNvPr id="13" name="Text Placeholder 15">
            <a:extLst>
              <a:ext uri="{FF2B5EF4-FFF2-40B4-BE49-F238E27FC236}">
                <a16:creationId xmlns:a16="http://schemas.microsoft.com/office/drawing/2014/main" id="{518052ED-4900-6F39-B939-C2128A1BC8BC}"/>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4" name="Footer Placeholder 13">
            <a:extLst>
              <a:ext uri="{FF2B5EF4-FFF2-40B4-BE49-F238E27FC236}">
                <a16:creationId xmlns:a16="http://schemas.microsoft.com/office/drawing/2014/main" id="{6E5241F3-02DA-7DC4-A3FE-66BFE75A925A}"/>
              </a:ext>
            </a:extLst>
          </p:cNvPr>
          <p:cNvSpPr>
            <a:spLocks noGrp="1"/>
          </p:cNvSpPr>
          <p:nvPr>
            <p:ph type="ftr" sz="quarter" idx="18"/>
          </p:nvPr>
        </p:nvSpPr>
        <p:spPr/>
        <p:txBody>
          <a:bodyPr/>
          <a:lstStyle>
            <a:lvl1pPr>
              <a:defRPr>
                <a:solidFill>
                  <a:schemeClr val="bg2">
                    <a:lumMod val="75000"/>
                  </a:schemeClr>
                </a:solidFill>
              </a:defRPr>
            </a:lvl1pPr>
          </a:lstStyle>
          <a:p>
            <a:r>
              <a:rPr lang="en-GB"/>
              <a:t>SDR HUB OVERVIEW</a:t>
            </a:r>
          </a:p>
        </p:txBody>
      </p:sp>
      <p:sp>
        <p:nvSpPr>
          <p:cNvPr id="3" name="Text Placeholder 2">
            <a:extLst>
              <a:ext uri="{FF2B5EF4-FFF2-40B4-BE49-F238E27FC236}">
                <a16:creationId xmlns:a16="http://schemas.microsoft.com/office/drawing/2014/main" id="{59F55D7E-B700-5553-B21F-746436B41ADA}"/>
              </a:ext>
            </a:extLst>
          </p:cNvPr>
          <p:cNvSpPr>
            <a:spLocks noGrp="1"/>
          </p:cNvSpPr>
          <p:nvPr>
            <p:ph type="body" sz="quarter" idx="19" hasCustomPrompt="1"/>
          </p:nvPr>
        </p:nvSpPr>
        <p:spPr>
          <a:xfrm>
            <a:off x="7750629" y="2002420"/>
            <a:ext cx="2805403" cy="834085"/>
          </a:xfrm>
        </p:spPr>
        <p:txBody>
          <a:bodyPr>
            <a:normAutofit/>
          </a:bodyPr>
          <a:lstStyle>
            <a:lvl1pPr marL="0" indent="0" algn="ctr">
              <a:buFont typeface="Arial" panose="020B0604020202020204" pitchFamily="34" charset="0"/>
              <a:buNone/>
              <a:defRPr sz="1400" i="1">
                <a:solidFill>
                  <a:schemeClr val="tx1"/>
                </a:solidFill>
              </a:defRPr>
            </a:lvl1pPr>
          </a:lstStyle>
          <a:p>
            <a:pPr lvl="0"/>
            <a:r>
              <a:rPr lang="en-GB"/>
              <a:t>Add text</a:t>
            </a:r>
          </a:p>
        </p:txBody>
      </p:sp>
    </p:spTree>
    <p:extLst>
      <p:ext uri="{BB962C8B-B14F-4D97-AF65-F5344CB8AC3E}">
        <p14:creationId xmlns:p14="http://schemas.microsoft.com/office/powerpoint/2010/main" val="333682482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07526-6A06-8A3B-DA89-579CB6B550B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C28D75A1-9FB9-35D5-68A4-1C18893BDFBB}"/>
              </a:ext>
            </a:extLst>
          </p:cNvPr>
          <p:cNvSpPr>
            <a:spLocks noGrp="1"/>
          </p:cNvSpPr>
          <p:nvPr>
            <p:ph type="pic" idx="1"/>
          </p:nvPr>
        </p:nvSpPr>
        <p:spPr>
          <a:xfrm>
            <a:off x="5183188" y="1075915"/>
            <a:ext cx="7008812" cy="5197065"/>
          </a:xfrm>
          <a:custGeom>
            <a:avLst/>
            <a:gdLst>
              <a:gd name="connsiteX0" fmla="*/ 0 w 7008812"/>
              <a:gd name="connsiteY0" fmla="*/ 248264 h 5197065"/>
              <a:gd name="connsiteX1" fmla="*/ 248264 w 7008812"/>
              <a:gd name="connsiteY1" fmla="*/ 0 h 5197065"/>
              <a:gd name="connsiteX2" fmla="*/ 6760548 w 7008812"/>
              <a:gd name="connsiteY2" fmla="*/ 0 h 5197065"/>
              <a:gd name="connsiteX3" fmla="*/ 7008812 w 7008812"/>
              <a:gd name="connsiteY3" fmla="*/ 248264 h 5197065"/>
              <a:gd name="connsiteX4" fmla="*/ 7008812 w 7008812"/>
              <a:gd name="connsiteY4" fmla="*/ 4948801 h 5197065"/>
              <a:gd name="connsiteX5" fmla="*/ 6760548 w 7008812"/>
              <a:gd name="connsiteY5" fmla="*/ 5197065 h 5197065"/>
              <a:gd name="connsiteX6" fmla="*/ 248264 w 7008812"/>
              <a:gd name="connsiteY6" fmla="*/ 5197065 h 5197065"/>
              <a:gd name="connsiteX7" fmla="*/ 0 w 7008812"/>
              <a:gd name="connsiteY7" fmla="*/ 4948801 h 5197065"/>
              <a:gd name="connsiteX8" fmla="*/ 0 w 7008812"/>
              <a:gd name="connsiteY8" fmla="*/ 248264 h 5197065"/>
              <a:gd name="connsiteX0" fmla="*/ 0 w 7334920"/>
              <a:gd name="connsiteY0" fmla="*/ 248264 h 5197065"/>
              <a:gd name="connsiteX1" fmla="*/ 248264 w 7334920"/>
              <a:gd name="connsiteY1" fmla="*/ 0 h 5197065"/>
              <a:gd name="connsiteX2" fmla="*/ 6760548 w 7334920"/>
              <a:gd name="connsiteY2" fmla="*/ 0 h 5197065"/>
              <a:gd name="connsiteX3" fmla="*/ 7008812 w 7334920"/>
              <a:gd name="connsiteY3" fmla="*/ 4948801 h 5197065"/>
              <a:gd name="connsiteX4" fmla="*/ 6760548 w 7334920"/>
              <a:gd name="connsiteY4" fmla="*/ 5197065 h 5197065"/>
              <a:gd name="connsiteX5" fmla="*/ 248264 w 7334920"/>
              <a:gd name="connsiteY5" fmla="*/ 5197065 h 5197065"/>
              <a:gd name="connsiteX6" fmla="*/ 0 w 7334920"/>
              <a:gd name="connsiteY6" fmla="*/ 4948801 h 5197065"/>
              <a:gd name="connsiteX7" fmla="*/ 0 w 7334920"/>
              <a:gd name="connsiteY7" fmla="*/ 248264 h 5197065"/>
              <a:gd name="connsiteX0" fmla="*/ 0 w 7574583"/>
              <a:gd name="connsiteY0" fmla="*/ 248264 h 5197065"/>
              <a:gd name="connsiteX1" fmla="*/ 248264 w 7574583"/>
              <a:gd name="connsiteY1" fmla="*/ 0 h 5197065"/>
              <a:gd name="connsiteX2" fmla="*/ 6760548 w 7574583"/>
              <a:gd name="connsiteY2" fmla="*/ 0 h 5197065"/>
              <a:gd name="connsiteX3" fmla="*/ 6760548 w 7574583"/>
              <a:gd name="connsiteY3" fmla="*/ 5197065 h 5197065"/>
              <a:gd name="connsiteX4" fmla="*/ 248264 w 7574583"/>
              <a:gd name="connsiteY4" fmla="*/ 5197065 h 5197065"/>
              <a:gd name="connsiteX5" fmla="*/ 0 w 7574583"/>
              <a:gd name="connsiteY5" fmla="*/ 4948801 h 5197065"/>
              <a:gd name="connsiteX6" fmla="*/ 0 w 7574583"/>
              <a:gd name="connsiteY6" fmla="*/ 248264 h 5197065"/>
              <a:gd name="connsiteX0" fmla="*/ 0 w 7691764"/>
              <a:gd name="connsiteY0" fmla="*/ 248264 h 5197065"/>
              <a:gd name="connsiteX1" fmla="*/ 248264 w 7691764"/>
              <a:gd name="connsiteY1" fmla="*/ 0 h 5197065"/>
              <a:gd name="connsiteX2" fmla="*/ 6760548 w 7691764"/>
              <a:gd name="connsiteY2" fmla="*/ 0 h 5197065"/>
              <a:gd name="connsiteX3" fmla="*/ 6760548 w 7691764"/>
              <a:gd name="connsiteY3" fmla="*/ 5197065 h 5197065"/>
              <a:gd name="connsiteX4" fmla="*/ 248264 w 7691764"/>
              <a:gd name="connsiteY4" fmla="*/ 5197065 h 5197065"/>
              <a:gd name="connsiteX5" fmla="*/ 0 w 7691764"/>
              <a:gd name="connsiteY5" fmla="*/ 4948801 h 5197065"/>
              <a:gd name="connsiteX6" fmla="*/ 0 w 7691764"/>
              <a:gd name="connsiteY6" fmla="*/ 248264 h 5197065"/>
              <a:gd name="connsiteX0" fmla="*/ 0 w 7691764"/>
              <a:gd name="connsiteY0" fmla="*/ 248264 h 5197065"/>
              <a:gd name="connsiteX1" fmla="*/ 248264 w 7691764"/>
              <a:gd name="connsiteY1" fmla="*/ 0 h 5197065"/>
              <a:gd name="connsiteX2" fmla="*/ 6760548 w 7691764"/>
              <a:gd name="connsiteY2" fmla="*/ 0 h 5197065"/>
              <a:gd name="connsiteX3" fmla="*/ 6760548 w 7691764"/>
              <a:gd name="connsiteY3" fmla="*/ 5197065 h 5197065"/>
              <a:gd name="connsiteX4" fmla="*/ 248264 w 7691764"/>
              <a:gd name="connsiteY4" fmla="*/ 5197065 h 5197065"/>
              <a:gd name="connsiteX5" fmla="*/ 0 w 7691764"/>
              <a:gd name="connsiteY5" fmla="*/ 4948801 h 5197065"/>
              <a:gd name="connsiteX6" fmla="*/ 0 w 7691764"/>
              <a:gd name="connsiteY6" fmla="*/ 248264 h 5197065"/>
              <a:gd name="connsiteX0" fmla="*/ 0 w 7242939"/>
              <a:gd name="connsiteY0" fmla="*/ 248264 h 5197065"/>
              <a:gd name="connsiteX1" fmla="*/ 248264 w 7242939"/>
              <a:gd name="connsiteY1" fmla="*/ 0 h 5197065"/>
              <a:gd name="connsiteX2" fmla="*/ 6760548 w 7242939"/>
              <a:gd name="connsiteY2" fmla="*/ 0 h 5197065"/>
              <a:gd name="connsiteX3" fmla="*/ 6760548 w 7242939"/>
              <a:gd name="connsiteY3" fmla="*/ 5197065 h 5197065"/>
              <a:gd name="connsiteX4" fmla="*/ 248264 w 7242939"/>
              <a:gd name="connsiteY4" fmla="*/ 5197065 h 5197065"/>
              <a:gd name="connsiteX5" fmla="*/ 0 w 7242939"/>
              <a:gd name="connsiteY5" fmla="*/ 4948801 h 5197065"/>
              <a:gd name="connsiteX6" fmla="*/ 0 w 7242939"/>
              <a:gd name="connsiteY6" fmla="*/ 248264 h 5197065"/>
              <a:gd name="connsiteX0" fmla="*/ 0 w 6760548"/>
              <a:gd name="connsiteY0" fmla="*/ 248264 h 5197065"/>
              <a:gd name="connsiteX1" fmla="*/ 248264 w 6760548"/>
              <a:gd name="connsiteY1" fmla="*/ 0 h 5197065"/>
              <a:gd name="connsiteX2" fmla="*/ 6760548 w 6760548"/>
              <a:gd name="connsiteY2" fmla="*/ 0 h 5197065"/>
              <a:gd name="connsiteX3" fmla="*/ 6760548 w 6760548"/>
              <a:gd name="connsiteY3" fmla="*/ 5197065 h 5197065"/>
              <a:gd name="connsiteX4" fmla="*/ 248264 w 6760548"/>
              <a:gd name="connsiteY4" fmla="*/ 5197065 h 5197065"/>
              <a:gd name="connsiteX5" fmla="*/ 0 w 6760548"/>
              <a:gd name="connsiteY5" fmla="*/ 4948801 h 5197065"/>
              <a:gd name="connsiteX6" fmla="*/ 0 w 6760548"/>
              <a:gd name="connsiteY6" fmla="*/ 248264 h 5197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0548" h="5197065">
                <a:moveTo>
                  <a:pt x="0" y="248264"/>
                </a:moveTo>
                <a:cubicBezTo>
                  <a:pt x="0" y="111152"/>
                  <a:pt x="111152" y="0"/>
                  <a:pt x="248264" y="0"/>
                </a:cubicBezTo>
                <a:lnTo>
                  <a:pt x="6760548" y="0"/>
                </a:lnTo>
                <a:lnTo>
                  <a:pt x="6760548" y="5197065"/>
                </a:lnTo>
                <a:lnTo>
                  <a:pt x="248264" y="5197065"/>
                </a:lnTo>
                <a:cubicBezTo>
                  <a:pt x="111152" y="5197065"/>
                  <a:pt x="0" y="5085913"/>
                  <a:pt x="0" y="4948801"/>
                </a:cubicBezTo>
                <a:lnTo>
                  <a:pt x="0" y="248264"/>
                </a:lnTo>
                <a:close/>
              </a:path>
            </a:pathLst>
          </a:custGeom>
          <a:ln>
            <a:no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C23F18B-74B7-FDC5-3C24-D2AAB9E3BB42}"/>
              </a:ext>
            </a:extLst>
          </p:cNvPr>
          <p:cNvSpPr>
            <a:spLocks noGrp="1"/>
          </p:cNvSpPr>
          <p:nvPr>
            <p:ph type="body" sz="half" idx="2"/>
          </p:nvPr>
        </p:nvSpPr>
        <p:spPr>
          <a:xfrm>
            <a:off x="839788" y="2057400"/>
            <a:ext cx="3932237" cy="4215580"/>
          </a:xfrm>
          <a:prstGeom prst="rect">
            <a:avLst/>
          </a:prstGeom>
        </p:spPr>
        <p:txBody>
          <a:bodyPr anchor="b">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7" name="Slide Number Placeholder 6">
            <a:extLst>
              <a:ext uri="{FF2B5EF4-FFF2-40B4-BE49-F238E27FC236}">
                <a16:creationId xmlns:a16="http://schemas.microsoft.com/office/drawing/2014/main" id="{C9057CFB-761C-61A3-3FD4-38677967D6DC}"/>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8" name="Footer Placeholder 7">
            <a:extLst>
              <a:ext uri="{FF2B5EF4-FFF2-40B4-BE49-F238E27FC236}">
                <a16:creationId xmlns:a16="http://schemas.microsoft.com/office/drawing/2014/main" id="{1F88168A-E09F-C212-892A-5768AA8B9F29}"/>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13980853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Image rounded corner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1E80DB9-8F03-6988-0C82-EEBDF59776B5}"/>
              </a:ext>
            </a:extLst>
          </p:cNvPr>
          <p:cNvSpPr>
            <a:spLocks noGrp="1"/>
          </p:cNvSpPr>
          <p:nvPr>
            <p:ph type="pic" sz="quarter" idx="10"/>
          </p:nvPr>
        </p:nvSpPr>
        <p:spPr>
          <a:xfrm>
            <a:off x="209550" y="212602"/>
            <a:ext cx="11772900" cy="6432673"/>
          </a:xfrm>
          <a:prstGeom prst="roundRect">
            <a:avLst>
              <a:gd name="adj" fmla="val 2092"/>
            </a:avLst>
          </a:prstGeom>
        </p:spPr>
        <p:txBody>
          <a:bodyPr/>
          <a:lstStyle/>
          <a:p>
            <a:endParaRPr lang="en-GB"/>
          </a:p>
        </p:txBody>
      </p:sp>
    </p:spTree>
    <p:extLst>
      <p:ext uri="{BB962C8B-B14F-4D97-AF65-F5344CB8AC3E}">
        <p14:creationId xmlns:p14="http://schemas.microsoft.com/office/powerpoint/2010/main" val="264501213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087548-065A-2FD2-84C8-203BB1A6A53A}"/>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6" name="Title Placeholder 1">
            <a:extLst>
              <a:ext uri="{FF2B5EF4-FFF2-40B4-BE49-F238E27FC236}">
                <a16:creationId xmlns:a16="http://schemas.microsoft.com/office/drawing/2014/main" id="{ABEA7441-A828-B046-2CD2-CF60712763F3}"/>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p>
            <a:endParaRPr lang="en-GB"/>
          </a:p>
        </p:txBody>
      </p:sp>
      <p:sp>
        <p:nvSpPr>
          <p:cNvPr id="7" name="Footer Placeholder 6">
            <a:extLst>
              <a:ext uri="{FF2B5EF4-FFF2-40B4-BE49-F238E27FC236}">
                <a16:creationId xmlns:a16="http://schemas.microsoft.com/office/drawing/2014/main" id="{A2C426D2-7C57-9C3B-F590-3A3BA1F97496}"/>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218761140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A693B4-8D93-0C59-89A8-39CA4FE0ABE6}"/>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5" name="Footer Placeholder 4">
            <a:extLst>
              <a:ext uri="{FF2B5EF4-FFF2-40B4-BE49-F238E27FC236}">
                <a16:creationId xmlns:a16="http://schemas.microsoft.com/office/drawing/2014/main" id="{3F39DF28-AEB2-0DF2-6F85-19D75D3F99E5}"/>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173159141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6657-0D83-5855-DF19-95C81EAA2430}"/>
              </a:ext>
            </a:extLst>
          </p:cNvPr>
          <p:cNvSpPr>
            <a:spLocks noGrp="1"/>
          </p:cNvSpPr>
          <p:nvPr>
            <p:ph type="title"/>
          </p:nvPr>
        </p:nvSpPr>
        <p:spPr>
          <a:xfrm>
            <a:off x="831850" y="1637529"/>
            <a:ext cx="10515600" cy="2852737"/>
          </a:xfrm>
          <a:prstGeom prst="rect">
            <a:avLst/>
          </a:prstGeom>
        </p:spPr>
        <p:txBody>
          <a:bodyPr anchor="b">
            <a:normAutofit/>
          </a:bodyPr>
          <a:lstStyle>
            <a:lvl1pPr algn="ctr">
              <a:defRPr sz="3600"/>
            </a:lvl1pPr>
          </a:lstStyle>
          <a:p>
            <a:r>
              <a:rPr lang="en-GB"/>
              <a:t>Click to edit Master title style</a:t>
            </a:r>
          </a:p>
        </p:txBody>
      </p:sp>
      <p:sp>
        <p:nvSpPr>
          <p:cNvPr id="3" name="Text Placeholder 2">
            <a:extLst>
              <a:ext uri="{FF2B5EF4-FFF2-40B4-BE49-F238E27FC236}">
                <a16:creationId xmlns:a16="http://schemas.microsoft.com/office/drawing/2014/main" id="{B225E69F-50C0-1AAE-0AC4-C5D895EFB7B4}"/>
              </a:ext>
            </a:extLst>
          </p:cNvPr>
          <p:cNvSpPr>
            <a:spLocks noGrp="1"/>
          </p:cNvSpPr>
          <p:nvPr>
            <p:ph type="body" idx="1"/>
          </p:nvPr>
        </p:nvSpPr>
        <p:spPr>
          <a:xfrm>
            <a:off x="831850" y="5052558"/>
            <a:ext cx="10515600" cy="782139"/>
          </a:xfrm>
          <a:prstGeom prst="rect">
            <a:avLst/>
          </a:prstGeom>
        </p:spPr>
        <p:txBody>
          <a:bodyPr>
            <a:normAutofit/>
          </a:bodyPr>
          <a:lstStyle>
            <a:lvl1pPr marL="0" indent="0" algn="ctr">
              <a:lnSpc>
                <a:spcPct val="100000"/>
              </a:lnSpc>
              <a:buNone/>
              <a:defRPr sz="1600">
                <a:solidFill>
                  <a:schemeClr val="tx1">
                    <a:lumMod val="40000"/>
                    <a:lumOff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6F6CCF9A-2D5A-BA6D-71A9-DDEBF05C90F2}"/>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3" name="Footer Placeholder 12">
            <a:extLst>
              <a:ext uri="{FF2B5EF4-FFF2-40B4-BE49-F238E27FC236}">
                <a16:creationId xmlns:a16="http://schemas.microsoft.com/office/drawing/2014/main" id="{6D02ABFB-6F3B-6110-5720-080212808FD3}"/>
              </a:ext>
            </a:extLst>
          </p:cNvPr>
          <p:cNvSpPr>
            <a:spLocks noGrp="1"/>
          </p:cNvSpPr>
          <p:nvPr>
            <p:ph type="ftr" sz="quarter" idx="13"/>
          </p:nvPr>
        </p:nvSpPr>
        <p:spPr/>
        <p:txBody>
          <a:bodyPr/>
          <a:lstStyle/>
          <a:p>
            <a:r>
              <a:rPr lang="en-GB"/>
              <a:t>SDR HUB OVERVIEW</a:t>
            </a:r>
          </a:p>
        </p:txBody>
      </p:sp>
      <p:sp>
        <p:nvSpPr>
          <p:cNvPr id="14" name="Text Placeholder 19">
            <a:extLst>
              <a:ext uri="{FF2B5EF4-FFF2-40B4-BE49-F238E27FC236}">
                <a16:creationId xmlns:a16="http://schemas.microsoft.com/office/drawing/2014/main" id="{8585F5B5-E53F-66CC-5BA2-B03414A94605}"/>
              </a:ext>
            </a:extLst>
          </p:cNvPr>
          <p:cNvSpPr>
            <a:spLocks noGrp="1"/>
          </p:cNvSpPr>
          <p:nvPr>
            <p:ph type="body" sz="quarter" idx="14" hasCustomPrompt="1"/>
          </p:nvPr>
        </p:nvSpPr>
        <p:spPr>
          <a:xfrm>
            <a:off x="1524000" y="4659493"/>
            <a:ext cx="4327233" cy="223837"/>
          </a:xfrm>
        </p:spPr>
        <p:txBody>
          <a:bodyPr>
            <a:noAutofit/>
          </a:bodyPr>
          <a:lstStyle>
            <a:lvl1pPr marL="0" indent="0" algn="r">
              <a:buFont typeface="Arial" panose="020B0604020202020204" pitchFamily="34" charset="0"/>
              <a:buNone/>
              <a:defRPr sz="1600"/>
            </a:lvl1pPr>
          </a:lstStyle>
          <a:p>
            <a:r>
              <a:rPr lang="en-GB"/>
              <a:t>Name Surname</a:t>
            </a:r>
          </a:p>
        </p:txBody>
      </p:sp>
      <p:sp>
        <p:nvSpPr>
          <p:cNvPr id="15" name="Text Placeholder 20">
            <a:extLst>
              <a:ext uri="{FF2B5EF4-FFF2-40B4-BE49-F238E27FC236}">
                <a16:creationId xmlns:a16="http://schemas.microsoft.com/office/drawing/2014/main" id="{3772A83B-F776-ADB8-EA5E-158FAE3EC53A}"/>
              </a:ext>
            </a:extLst>
          </p:cNvPr>
          <p:cNvSpPr>
            <a:spLocks noGrp="1"/>
          </p:cNvSpPr>
          <p:nvPr>
            <p:ph type="body" sz="quarter" idx="15" hasCustomPrompt="1"/>
          </p:nvPr>
        </p:nvSpPr>
        <p:spPr>
          <a:xfrm>
            <a:off x="6340766" y="4659493"/>
            <a:ext cx="4327233" cy="223837"/>
          </a:xfrm>
        </p:spPr>
        <p:txBody>
          <a:bodyPr>
            <a:noAutofit/>
          </a:bodyPr>
          <a:lstStyle>
            <a:lvl1pPr marL="0" indent="0">
              <a:buFont typeface="Arial" panose="020B0604020202020204" pitchFamily="34" charset="0"/>
              <a:buNone/>
              <a:defRPr sz="1600"/>
            </a:lvl1pPr>
          </a:lstStyle>
          <a:p>
            <a:r>
              <a:rPr lang="en-GB"/>
              <a:t>Job Title</a:t>
            </a:r>
          </a:p>
        </p:txBody>
      </p:sp>
    </p:spTree>
    <p:extLst>
      <p:ext uri="{BB962C8B-B14F-4D97-AF65-F5344CB8AC3E}">
        <p14:creationId xmlns:p14="http://schemas.microsoft.com/office/powerpoint/2010/main" val="366957560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1524000" y="2102666"/>
            <a:ext cx="9144000" cy="2387600"/>
          </a:xfrm>
          <a:prstGeom prst="rect">
            <a:avLst/>
          </a:prstGeo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D193E50A-0518-EBB3-A9FE-262EC2557EEB}"/>
              </a:ext>
            </a:extLst>
          </p:cNvPr>
          <p:cNvSpPr>
            <a:spLocks noGrp="1"/>
          </p:cNvSpPr>
          <p:nvPr>
            <p:ph type="subTitle" idx="1" hasCustomPrompt="1"/>
          </p:nvPr>
        </p:nvSpPr>
        <p:spPr>
          <a:xfrm>
            <a:off x="1524000" y="4582341"/>
            <a:ext cx="9144000" cy="1062584"/>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 Add / change background image: right click on the background -&gt; ‘format background’. </a:t>
            </a:r>
          </a:p>
        </p:txBody>
      </p:sp>
      <p:sp>
        <p:nvSpPr>
          <p:cNvPr id="6" name="Slide Number Placeholder 5">
            <a:extLst>
              <a:ext uri="{FF2B5EF4-FFF2-40B4-BE49-F238E27FC236}">
                <a16:creationId xmlns:a16="http://schemas.microsoft.com/office/drawing/2014/main" id="{AF7424C0-A569-559C-08FC-9860782401CE}"/>
              </a:ext>
            </a:extLst>
          </p:cNvPr>
          <p:cNvSpPr>
            <a:spLocks noGrp="1"/>
          </p:cNvSpPr>
          <p:nvPr>
            <p:ph type="sldNum" sz="quarter" idx="12"/>
          </p:nvPr>
        </p:nvSpPr>
        <p:spPr/>
        <p:txBody>
          <a:bodyPr/>
          <a:lstStyle>
            <a:lvl1pPr>
              <a:defRPr sz="1050"/>
            </a:lvl1pPr>
          </a:lstStyle>
          <a:p>
            <a:fld id="{1E3508AD-6785-9A40-B664-AC186F99CF3B}" type="slidenum">
              <a:rPr lang="en-GB" smtClean="0"/>
              <a:pPr/>
              <a:t>‹#›</a:t>
            </a:fld>
            <a:endParaRPr lang="en-GB"/>
          </a:p>
        </p:txBody>
      </p:sp>
      <p:sp>
        <p:nvSpPr>
          <p:cNvPr id="9" name="Text Placeholder 8">
            <a:extLst>
              <a:ext uri="{FF2B5EF4-FFF2-40B4-BE49-F238E27FC236}">
                <a16:creationId xmlns:a16="http://schemas.microsoft.com/office/drawing/2014/main" id="{276E0DA4-BE98-F253-CE15-3E8CEBF9553F}"/>
              </a:ext>
            </a:extLst>
          </p:cNvPr>
          <p:cNvSpPr>
            <a:spLocks noGrp="1"/>
          </p:cNvSpPr>
          <p:nvPr>
            <p:ph type="body" sz="quarter" idx="13" hasCustomPrompt="1"/>
          </p:nvPr>
        </p:nvSpPr>
        <p:spPr>
          <a:xfrm>
            <a:off x="1524000" y="5719763"/>
            <a:ext cx="4327233" cy="223837"/>
          </a:xfrm>
        </p:spPr>
        <p:txBody>
          <a:bodyPr>
            <a:noAutofit/>
          </a:bodyPr>
          <a:lstStyle>
            <a:lvl1pPr marL="0" indent="0" algn="r">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GB"/>
              <a:t>Name Surname </a:t>
            </a:r>
          </a:p>
        </p:txBody>
      </p:sp>
      <p:sp>
        <p:nvSpPr>
          <p:cNvPr id="10" name="Text Placeholder 8">
            <a:extLst>
              <a:ext uri="{FF2B5EF4-FFF2-40B4-BE49-F238E27FC236}">
                <a16:creationId xmlns:a16="http://schemas.microsoft.com/office/drawing/2014/main" id="{47FF9569-251D-28D9-04A1-30874C376F83}"/>
              </a:ext>
            </a:extLst>
          </p:cNvPr>
          <p:cNvSpPr>
            <a:spLocks noGrp="1"/>
          </p:cNvSpPr>
          <p:nvPr>
            <p:ph type="body" sz="quarter" idx="14" hasCustomPrompt="1"/>
          </p:nvPr>
        </p:nvSpPr>
        <p:spPr>
          <a:xfrm>
            <a:off x="6340766" y="5719763"/>
            <a:ext cx="4327233" cy="223837"/>
          </a:xfrm>
        </p:spPr>
        <p:txBody>
          <a:bodyPr>
            <a:noAutofit/>
          </a:bodyPr>
          <a:lstStyle>
            <a:lvl1pPr marL="0" indent="0" algn="l">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GB"/>
              <a:t>5 May 2023 13:30</a:t>
            </a:r>
          </a:p>
        </p:txBody>
      </p:sp>
      <p:pic>
        <p:nvPicPr>
          <p:cNvPr id="17" name="Graphic 16">
            <a:extLst>
              <a:ext uri="{FF2B5EF4-FFF2-40B4-BE49-F238E27FC236}">
                <a16:creationId xmlns:a16="http://schemas.microsoft.com/office/drawing/2014/main" id="{50D863FC-F0C7-62AE-69C0-C523970917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953297" y="5811410"/>
            <a:ext cx="285407" cy="63897"/>
          </a:xfrm>
          <a:prstGeom prst="rect">
            <a:avLst/>
          </a:prstGeom>
        </p:spPr>
      </p:pic>
      <p:sp>
        <p:nvSpPr>
          <p:cNvPr id="18" name="Footer Placeholder 17">
            <a:extLst>
              <a:ext uri="{FF2B5EF4-FFF2-40B4-BE49-F238E27FC236}">
                <a16:creationId xmlns:a16="http://schemas.microsoft.com/office/drawing/2014/main" id="{32780F77-8A04-C3F6-58E2-4E56BC3474E5}"/>
              </a:ext>
            </a:extLst>
          </p:cNvPr>
          <p:cNvSpPr>
            <a:spLocks noGrp="1"/>
          </p:cNvSpPr>
          <p:nvPr>
            <p:ph type="ftr" sz="quarter" idx="15"/>
          </p:nvPr>
        </p:nvSpPr>
        <p:spPr/>
        <p:txBody>
          <a:bodyPr/>
          <a:lstStyle/>
          <a:p>
            <a:r>
              <a:rPr lang="en-GB"/>
              <a:t>SDR HUB OVERVIEW</a:t>
            </a:r>
          </a:p>
        </p:txBody>
      </p:sp>
    </p:spTree>
    <p:extLst>
      <p:ext uri="{BB962C8B-B14F-4D97-AF65-F5344CB8AC3E}">
        <p14:creationId xmlns:p14="http://schemas.microsoft.com/office/powerpoint/2010/main" val="137627429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1524000" y="2477408"/>
            <a:ext cx="9144000" cy="620595"/>
          </a:xfrm>
          <a:prstGeom prst="rect">
            <a:avLst/>
          </a:prstGeom>
        </p:spPr>
        <p:txBody>
          <a:bodyPr anchor="b">
            <a:normAutofit/>
          </a:bodyPr>
          <a:lstStyle>
            <a:lvl1pPr algn="ctr">
              <a:defRPr sz="3600"/>
            </a:lvl1pPr>
          </a:lstStyle>
          <a:p>
            <a:r>
              <a:rPr lang="en-GB"/>
              <a:t>Click to edit Master title style</a:t>
            </a:r>
          </a:p>
        </p:txBody>
      </p:sp>
      <p:sp>
        <p:nvSpPr>
          <p:cNvPr id="3" name="Subtitle 2">
            <a:extLst>
              <a:ext uri="{FF2B5EF4-FFF2-40B4-BE49-F238E27FC236}">
                <a16:creationId xmlns:a16="http://schemas.microsoft.com/office/drawing/2014/main" id="{D193E50A-0518-EBB3-A9FE-262EC2557EEB}"/>
              </a:ext>
            </a:extLst>
          </p:cNvPr>
          <p:cNvSpPr>
            <a:spLocks noGrp="1"/>
          </p:cNvSpPr>
          <p:nvPr>
            <p:ph type="subTitle" idx="1" hasCustomPrompt="1"/>
          </p:nvPr>
        </p:nvSpPr>
        <p:spPr>
          <a:xfrm>
            <a:off x="1524000" y="3242800"/>
            <a:ext cx="9144000" cy="1062584"/>
          </a:xfrm>
          <a:prstGeom prst="rect">
            <a:avLst/>
          </a:prstGeom>
        </p:spPr>
        <p:txBody>
          <a:bodyPr>
            <a:normAutofit/>
          </a:bodyPr>
          <a:lstStyle>
            <a:lvl1pPr marL="0" indent="0" algn="ctr">
              <a:lnSpc>
                <a:spcPct val="100000"/>
              </a:lnSpc>
              <a:buNone/>
              <a:defRPr sz="1600" b="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a:t>
            </a:r>
            <a:r>
              <a:rPr lang="en-GB" err="1"/>
              <a:t>alinea</a:t>
            </a:r>
            <a:r>
              <a:rPr lang="en-GB"/>
              <a:t> text</a:t>
            </a:r>
          </a:p>
        </p:txBody>
      </p:sp>
      <p:sp>
        <p:nvSpPr>
          <p:cNvPr id="6" name="Slide Number Placeholder 5">
            <a:extLst>
              <a:ext uri="{FF2B5EF4-FFF2-40B4-BE49-F238E27FC236}">
                <a16:creationId xmlns:a16="http://schemas.microsoft.com/office/drawing/2014/main" id="{AF7424C0-A569-559C-08FC-9860782401CE}"/>
              </a:ext>
            </a:extLst>
          </p:cNvPr>
          <p:cNvSpPr>
            <a:spLocks noGrp="1"/>
          </p:cNvSpPr>
          <p:nvPr>
            <p:ph type="sldNum" sz="quarter" idx="12"/>
          </p:nvPr>
        </p:nvSpPr>
        <p:spPr/>
        <p:txBody>
          <a:bodyPr/>
          <a:lstStyle>
            <a:lvl1pPr>
              <a:defRPr sz="1050"/>
            </a:lvl1pPr>
          </a:lstStyle>
          <a:p>
            <a:fld id="{1E3508AD-6785-9A40-B664-AC186F99CF3B}" type="slidenum">
              <a:rPr lang="en-GB" smtClean="0"/>
              <a:pPr/>
              <a:t>‹#›</a:t>
            </a:fld>
            <a:endParaRPr lang="en-GB"/>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2064152" y="4450181"/>
            <a:ext cx="3888973" cy="1937700"/>
          </a:xfrm>
        </p:spPr>
        <p:txBody>
          <a:bodyPr>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2" name="Text Placeholder 10">
            <a:extLst>
              <a:ext uri="{FF2B5EF4-FFF2-40B4-BE49-F238E27FC236}">
                <a16:creationId xmlns:a16="http://schemas.microsoft.com/office/drawing/2014/main" id="{70F7D046-E958-9025-BEA4-08281F97C5CD}"/>
              </a:ext>
            </a:extLst>
          </p:cNvPr>
          <p:cNvSpPr>
            <a:spLocks noGrp="1"/>
          </p:cNvSpPr>
          <p:nvPr>
            <p:ph type="body" sz="quarter" idx="16" hasCustomPrompt="1"/>
          </p:nvPr>
        </p:nvSpPr>
        <p:spPr>
          <a:xfrm>
            <a:off x="6244281" y="4450181"/>
            <a:ext cx="3883567" cy="1937700"/>
          </a:xfrm>
        </p:spPr>
        <p:txBody>
          <a:bodyPr>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1524000" y="2074483"/>
            <a:ext cx="9144000" cy="295275"/>
          </a:xfrm>
        </p:spPr>
        <p:txBody>
          <a:bodyPr anchor="b">
            <a:noAutofit/>
          </a:bodyPr>
          <a:lstStyle>
            <a:lvl1pPr marL="0" indent="0" algn="ctr">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8" name="Footer Placeholder 17">
            <a:extLst>
              <a:ext uri="{FF2B5EF4-FFF2-40B4-BE49-F238E27FC236}">
                <a16:creationId xmlns:a16="http://schemas.microsoft.com/office/drawing/2014/main" id="{A48611BC-1417-DAEB-753E-502273FBC1B3}"/>
              </a:ext>
            </a:extLst>
          </p:cNvPr>
          <p:cNvSpPr>
            <a:spLocks noGrp="1"/>
          </p:cNvSpPr>
          <p:nvPr>
            <p:ph type="ftr" sz="quarter" idx="18"/>
          </p:nvPr>
        </p:nvSpPr>
        <p:spPr/>
        <p:txBody>
          <a:bodyPr/>
          <a:lstStyle/>
          <a:p>
            <a:r>
              <a:rPr lang="en-GB"/>
              <a:t>SDR HUB OVERVIEW</a:t>
            </a:r>
          </a:p>
        </p:txBody>
      </p:sp>
    </p:spTree>
    <p:extLst>
      <p:ext uri="{BB962C8B-B14F-4D97-AF65-F5344CB8AC3E}">
        <p14:creationId xmlns:p14="http://schemas.microsoft.com/office/powerpoint/2010/main" val="214177151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4_Text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0D407A-E5FF-CFF0-6724-857811503D1C}"/>
              </a:ext>
            </a:extLst>
          </p:cNvPr>
          <p:cNvSpPr/>
          <p:nvPr userDrawn="1"/>
        </p:nvSpPr>
        <p:spPr>
          <a:xfrm>
            <a:off x="5953125" y="0"/>
            <a:ext cx="624428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30F94A7-3021-267E-32B5-AEB548E96F76}"/>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lvl1pPr>
          </a:lstStyle>
          <a:p>
            <a:r>
              <a:rPr lang="en-GB"/>
              <a:t>Click to edit Master title style</a:t>
            </a:r>
          </a:p>
        </p:txBody>
      </p:sp>
      <p:sp>
        <p:nvSpPr>
          <p:cNvPr id="11" name="Text Placeholder 10">
            <a:extLst>
              <a:ext uri="{FF2B5EF4-FFF2-40B4-BE49-F238E27FC236}">
                <a16:creationId xmlns:a16="http://schemas.microsoft.com/office/drawing/2014/main" id="{6426373E-4377-A781-3D49-41F45D010542}"/>
              </a:ext>
            </a:extLst>
          </p:cNvPr>
          <p:cNvSpPr>
            <a:spLocks noGrp="1"/>
          </p:cNvSpPr>
          <p:nvPr>
            <p:ph type="body" sz="quarter" idx="15" hasCustomPrompt="1"/>
          </p:nvPr>
        </p:nvSpPr>
        <p:spPr>
          <a:xfrm>
            <a:off x="841094" y="4297781"/>
            <a:ext cx="3888973" cy="1937700"/>
          </a:xfrm>
        </p:spPr>
        <p:txBody>
          <a:bodyPr anchor="b">
            <a:normAutofit/>
          </a:bodyPr>
          <a:lstStyle>
            <a:lvl1pPr marL="0" indent="0">
              <a:lnSpc>
                <a:spcPct val="110000"/>
              </a:lnSpc>
              <a:buFont typeface="Arial" panose="020B0604020202020204" pitchFamily="34" charset="0"/>
              <a:buNone/>
              <a:defRPr sz="1200"/>
            </a:lvl1pPr>
          </a:lstStyle>
          <a:p>
            <a:pPr lvl="0"/>
            <a:r>
              <a:rPr lang="en-GB"/>
              <a:t>Add more text</a:t>
            </a:r>
          </a:p>
        </p:txBody>
      </p:sp>
      <p:sp>
        <p:nvSpPr>
          <p:cNvPr id="16" name="Text Placeholder 15">
            <a:extLst>
              <a:ext uri="{FF2B5EF4-FFF2-40B4-BE49-F238E27FC236}">
                <a16:creationId xmlns:a16="http://schemas.microsoft.com/office/drawing/2014/main" id="{45E4A5C0-8650-7820-0CC2-235C384351BB}"/>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5" name="Slide Number Placeholder 5">
            <a:extLst>
              <a:ext uri="{FF2B5EF4-FFF2-40B4-BE49-F238E27FC236}">
                <a16:creationId xmlns:a16="http://schemas.microsoft.com/office/drawing/2014/main" id="{CEB86830-2793-955C-ABE4-4569F259B79E}"/>
              </a:ext>
            </a:extLst>
          </p:cNvPr>
          <p:cNvSpPr>
            <a:spLocks noGrp="1"/>
          </p:cNvSpPr>
          <p:nvPr>
            <p:ph type="sldNum" sz="quarter" idx="12"/>
          </p:nvPr>
        </p:nvSpPr>
        <p:spPr>
          <a:xfrm>
            <a:off x="11628645" y="6387881"/>
            <a:ext cx="418837" cy="365125"/>
          </a:xfrm>
        </p:spPr>
        <p:txBody>
          <a:bodyPr/>
          <a:lstStyle>
            <a:lvl1pPr>
              <a:defRPr sz="1050">
                <a:solidFill>
                  <a:schemeClr val="tx1"/>
                </a:solidFill>
              </a:defRPr>
            </a:lvl1pPr>
          </a:lstStyle>
          <a:p>
            <a:fld id="{1E3508AD-6785-9A40-B664-AC186F99CF3B}" type="slidenum">
              <a:rPr lang="en-GB" smtClean="0"/>
              <a:pPr/>
              <a:t>‹#›</a:t>
            </a:fld>
            <a:endParaRPr lang="en-GB"/>
          </a:p>
        </p:txBody>
      </p:sp>
      <p:pic>
        <p:nvPicPr>
          <p:cNvPr id="7" name="Graphic 6">
            <a:extLst>
              <a:ext uri="{FF2B5EF4-FFF2-40B4-BE49-F238E27FC236}">
                <a16:creationId xmlns:a16="http://schemas.microsoft.com/office/drawing/2014/main" id="{20864F0E-21B6-DE0C-2B2F-F2AF808DC6D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8" name="Text Placeholder 15">
            <a:extLst>
              <a:ext uri="{FF2B5EF4-FFF2-40B4-BE49-F238E27FC236}">
                <a16:creationId xmlns:a16="http://schemas.microsoft.com/office/drawing/2014/main" id="{596A74EA-6452-D0A3-7869-186AE90BDEC9}"/>
              </a:ext>
            </a:extLst>
          </p:cNvPr>
          <p:cNvSpPr>
            <a:spLocks noGrp="1"/>
          </p:cNvSpPr>
          <p:nvPr>
            <p:ph type="body" sz="quarter" idx="18" hasCustomPrompt="1"/>
          </p:nvPr>
        </p:nvSpPr>
        <p:spPr>
          <a:xfrm>
            <a:off x="7130779" y="1627107"/>
            <a:ext cx="3888972" cy="295275"/>
          </a:xfrm>
        </p:spPr>
        <p:txBody>
          <a:bodyPr anchor="b">
            <a:noAutofit/>
          </a:bodyPr>
          <a:lstStyle>
            <a:lvl1pPr marL="0" indent="0" algn="ctr">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3" name="Text Placeholder 10">
            <a:extLst>
              <a:ext uri="{FF2B5EF4-FFF2-40B4-BE49-F238E27FC236}">
                <a16:creationId xmlns:a16="http://schemas.microsoft.com/office/drawing/2014/main" id="{498A49E1-CB1A-202E-647B-12A8DD7EF960}"/>
              </a:ext>
            </a:extLst>
          </p:cNvPr>
          <p:cNvSpPr>
            <a:spLocks noGrp="1"/>
          </p:cNvSpPr>
          <p:nvPr>
            <p:ph type="body" sz="quarter" idx="19" hasCustomPrompt="1"/>
          </p:nvPr>
        </p:nvSpPr>
        <p:spPr>
          <a:xfrm>
            <a:off x="7114573" y="5675023"/>
            <a:ext cx="3888973" cy="560457"/>
          </a:xfrm>
        </p:spPr>
        <p:txBody>
          <a:bodyPr anchor="t">
            <a:normAutofit/>
          </a:bodyPr>
          <a:lstStyle>
            <a:lvl1pPr marL="0" indent="0" algn="ctr">
              <a:lnSpc>
                <a:spcPct val="110000"/>
              </a:lnSpc>
              <a:buFont typeface="Arial" panose="020B0604020202020204" pitchFamily="34" charset="0"/>
              <a:buNone/>
              <a:defRPr sz="1200">
                <a:solidFill>
                  <a:schemeClr val="tx1">
                    <a:lumMod val="60000"/>
                    <a:lumOff val="40000"/>
                  </a:schemeClr>
                </a:solidFill>
              </a:defRPr>
            </a:lvl1pPr>
          </a:lstStyle>
          <a:p>
            <a:pPr lvl="0"/>
            <a:r>
              <a:rPr lang="en-GB"/>
              <a:t>Add more text</a:t>
            </a:r>
          </a:p>
        </p:txBody>
      </p:sp>
      <p:sp>
        <p:nvSpPr>
          <p:cNvPr id="14" name="Footer Placeholder 13">
            <a:extLst>
              <a:ext uri="{FF2B5EF4-FFF2-40B4-BE49-F238E27FC236}">
                <a16:creationId xmlns:a16="http://schemas.microsoft.com/office/drawing/2014/main" id="{AAC6F1BD-C235-33E8-17B0-58621362EDA6}"/>
              </a:ext>
            </a:extLst>
          </p:cNvPr>
          <p:cNvSpPr>
            <a:spLocks noGrp="1"/>
          </p:cNvSpPr>
          <p:nvPr>
            <p:ph type="ftr" sz="quarter" idx="20"/>
          </p:nvPr>
        </p:nvSpPr>
        <p:spPr/>
        <p:txBody>
          <a:bodyPr/>
          <a:lstStyle>
            <a:lvl1pPr>
              <a:defRPr>
                <a:solidFill>
                  <a:schemeClr val="bg2">
                    <a:lumMod val="75000"/>
                  </a:schemeClr>
                </a:solidFill>
              </a:defRPr>
            </a:lvl1pPr>
          </a:lstStyle>
          <a:p>
            <a:r>
              <a:rPr lang="en-GB"/>
              <a:t>SDR HUB OVERVIEW</a:t>
            </a:r>
          </a:p>
        </p:txBody>
      </p:sp>
    </p:spTree>
    <p:extLst>
      <p:ext uri="{BB962C8B-B14F-4D97-AF65-F5344CB8AC3E}">
        <p14:creationId xmlns:p14="http://schemas.microsoft.com/office/powerpoint/2010/main" val="232260023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FE9B503-272A-F6B4-D58E-93E554E7D5A4}"/>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0" name="Title Placeholder 1">
            <a:extLst>
              <a:ext uri="{FF2B5EF4-FFF2-40B4-BE49-F238E27FC236}">
                <a16:creationId xmlns:a16="http://schemas.microsoft.com/office/drawing/2014/main" id="{C9EF91B0-2678-3E29-585E-8371E3C9DBB7}"/>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p>
            <a:r>
              <a:rPr lang="en-GB"/>
              <a:t>Click to edit Master title style</a:t>
            </a:r>
          </a:p>
        </p:txBody>
      </p:sp>
      <p:sp>
        <p:nvSpPr>
          <p:cNvPr id="13" name="Content Placeholder 12">
            <a:extLst>
              <a:ext uri="{FF2B5EF4-FFF2-40B4-BE49-F238E27FC236}">
                <a16:creationId xmlns:a16="http://schemas.microsoft.com/office/drawing/2014/main" id="{9C2E8D6E-739C-2F82-AF35-0575C20D81E0}"/>
              </a:ext>
            </a:extLst>
          </p:cNvPr>
          <p:cNvSpPr>
            <a:spLocks noGrp="1"/>
          </p:cNvSpPr>
          <p:nvPr>
            <p:ph sz="quarter" idx="13"/>
          </p:nvPr>
        </p:nvSpPr>
        <p:spPr>
          <a:xfrm>
            <a:off x="838200" y="1622340"/>
            <a:ext cx="10515600" cy="4333617"/>
          </a:xfrm>
        </p:spPr>
        <p:txBody>
          <a:bodyPr>
            <a:norm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Footer Placeholder 13">
            <a:extLst>
              <a:ext uri="{FF2B5EF4-FFF2-40B4-BE49-F238E27FC236}">
                <a16:creationId xmlns:a16="http://schemas.microsoft.com/office/drawing/2014/main" id="{2F4A3FE5-9A76-CAD0-3DEC-B1E82E294652}"/>
              </a:ext>
            </a:extLst>
          </p:cNvPr>
          <p:cNvSpPr>
            <a:spLocks noGrp="1"/>
          </p:cNvSpPr>
          <p:nvPr>
            <p:ph type="ftr" sz="quarter" idx="14"/>
          </p:nvPr>
        </p:nvSpPr>
        <p:spPr/>
        <p:txBody>
          <a:bodyPr/>
          <a:lstStyle/>
          <a:p>
            <a:r>
              <a:rPr lang="en-GB"/>
              <a:t>SDR HUB OVERVIEW</a:t>
            </a:r>
          </a:p>
        </p:txBody>
      </p:sp>
    </p:spTree>
    <p:extLst>
      <p:ext uri="{BB962C8B-B14F-4D97-AF65-F5344CB8AC3E}">
        <p14:creationId xmlns:p14="http://schemas.microsoft.com/office/powerpoint/2010/main" val="1120629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1_Table SLide">
    <p:bg>
      <p:bgPr>
        <a:solidFill>
          <a:schemeClr val="tx2"/>
        </a:solid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C9EF91B0-2678-3E29-585E-8371E3C9DBB7}"/>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lvl1pPr>
              <a:defRPr>
                <a:solidFill>
                  <a:schemeClr val="bg1"/>
                </a:solidFill>
              </a:defRPr>
            </a:lvl1pPr>
          </a:lstStyle>
          <a:p>
            <a:r>
              <a:rPr lang="en-GB"/>
              <a:t>Click to edit Master title style</a:t>
            </a:r>
          </a:p>
        </p:txBody>
      </p:sp>
      <p:sp>
        <p:nvSpPr>
          <p:cNvPr id="5" name="Text Placeholder 3">
            <a:extLst>
              <a:ext uri="{FF2B5EF4-FFF2-40B4-BE49-F238E27FC236}">
                <a16:creationId xmlns:a16="http://schemas.microsoft.com/office/drawing/2014/main" id="{49D4168B-B615-3C26-6250-6FA7A8F80E34}"/>
              </a:ext>
            </a:extLst>
          </p:cNvPr>
          <p:cNvSpPr>
            <a:spLocks noGrp="1"/>
          </p:cNvSpPr>
          <p:nvPr>
            <p:ph type="body" sz="quarter" idx="14"/>
          </p:nvPr>
        </p:nvSpPr>
        <p:spPr>
          <a:xfrm>
            <a:off x="838200" y="1604963"/>
            <a:ext cx="10515600" cy="854075"/>
          </a:xfrm>
        </p:spPr>
        <p:txBody>
          <a:bodyPr>
            <a:noAutofit/>
          </a:bodyPr>
          <a:lstStyle>
            <a:lvl1pPr>
              <a:defRPr sz="1800">
                <a:solidFill>
                  <a:schemeClr val="tx1"/>
                </a:solidFill>
              </a:defRPr>
            </a:lvl1pPr>
            <a:lvl2pPr>
              <a:defRPr sz="1600">
                <a:solidFill>
                  <a:schemeClr val="tx1"/>
                </a:solidFill>
              </a:defRPr>
            </a:lvl2pPr>
            <a:lvl3pPr>
              <a:defRPr sz="1400"/>
            </a:lvl3pPr>
            <a:lvl4pPr>
              <a:defRPr sz="1200"/>
            </a:lvl4pPr>
            <a:lvl5pPr>
              <a:defRPr sz="1200"/>
            </a:lvl5pPr>
          </a:lstStyle>
          <a:p>
            <a:pPr lvl="0"/>
            <a:r>
              <a:rPr lang="en-GB"/>
              <a:t>Click to edit Master text styles</a:t>
            </a:r>
          </a:p>
          <a:p>
            <a:pPr lvl="1"/>
            <a:r>
              <a:rPr lang="en-GB"/>
              <a:t>Second level</a:t>
            </a:r>
          </a:p>
        </p:txBody>
      </p:sp>
      <p:sp>
        <p:nvSpPr>
          <p:cNvPr id="7" name="Slide Number Placeholder 5">
            <a:extLst>
              <a:ext uri="{FF2B5EF4-FFF2-40B4-BE49-F238E27FC236}">
                <a16:creationId xmlns:a16="http://schemas.microsoft.com/office/drawing/2014/main" id="{B2916EB5-1DE8-E77A-E383-0BA7ACF67C1B}"/>
              </a:ext>
            </a:extLst>
          </p:cNvPr>
          <p:cNvSpPr>
            <a:spLocks noGrp="1"/>
          </p:cNvSpPr>
          <p:nvPr>
            <p:ph type="sldNum" sz="quarter" idx="12"/>
          </p:nvPr>
        </p:nvSpPr>
        <p:spPr>
          <a:xfrm>
            <a:off x="11628645" y="6387881"/>
            <a:ext cx="418837" cy="365125"/>
          </a:xfrm>
        </p:spPr>
        <p:txBody>
          <a:bodyPr/>
          <a:lstStyle>
            <a:lvl1pPr>
              <a:defRPr sz="1050">
                <a:solidFill>
                  <a:schemeClr val="tx1"/>
                </a:solidFill>
              </a:defRPr>
            </a:lvl1pPr>
          </a:lstStyle>
          <a:p>
            <a:fld id="{1E3508AD-6785-9A40-B664-AC186F99CF3B}" type="slidenum">
              <a:rPr lang="en-GB" smtClean="0"/>
              <a:pPr/>
              <a:t>‹#›</a:t>
            </a:fld>
            <a:endParaRPr lang="en-GB"/>
          </a:p>
        </p:txBody>
      </p:sp>
      <p:pic>
        <p:nvPicPr>
          <p:cNvPr id="8" name="Graphic 7">
            <a:extLst>
              <a:ext uri="{FF2B5EF4-FFF2-40B4-BE49-F238E27FC236}">
                <a16:creationId xmlns:a16="http://schemas.microsoft.com/office/drawing/2014/main" id="{13FCD97A-D507-438F-9DFD-AAF7AAB58B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Footer Placeholder 8">
            <a:extLst>
              <a:ext uri="{FF2B5EF4-FFF2-40B4-BE49-F238E27FC236}">
                <a16:creationId xmlns:a16="http://schemas.microsoft.com/office/drawing/2014/main" id="{24944B03-692B-6EBC-6279-86EA05C9E8E8}"/>
              </a:ext>
            </a:extLst>
          </p:cNvPr>
          <p:cNvSpPr>
            <a:spLocks noGrp="1"/>
          </p:cNvSpPr>
          <p:nvPr>
            <p:ph type="ftr" sz="quarter" idx="15"/>
          </p:nvPr>
        </p:nvSpPr>
        <p:spPr/>
        <p:txBody>
          <a:bodyPr/>
          <a:lstStyle>
            <a:lvl1pPr>
              <a:defRPr>
                <a:solidFill>
                  <a:schemeClr val="tx2">
                    <a:lumMod val="75000"/>
                  </a:schemeClr>
                </a:solidFill>
              </a:defRPr>
            </a:lvl1pPr>
          </a:lstStyle>
          <a:p>
            <a:r>
              <a:rPr lang="en-GB"/>
              <a:t>SDR HUB OVERVIEW</a:t>
            </a:r>
          </a:p>
        </p:txBody>
      </p:sp>
    </p:spTree>
    <p:extLst>
      <p:ext uri="{BB962C8B-B14F-4D97-AF65-F5344CB8AC3E}">
        <p14:creationId xmlns:p14="http://schemas.microsoft.com/office/powerpoint/2010/main" val="372589941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6657-0D83-5855-DF19-95C81EAA2430}"/>
              </a:ext>
            </a:extLst>
          </p:cNvPr>
          <p:cNvSpPr>
            <a:spLocks noGrp="1"/>
          </p:cNvSpPr>
          <p:nvPr>
            <p:ph type="title"/>
          </p:nvPr>
        </p:nvSpPr>
        <p:spPr>
          <a:xfrm>
            <a:off x="831850" y="1637529"/>
            <a:ext cx="10515600" cy="2852737"/>
          </a:xfrm>
          <a:prstGeom prst="rect">
            <a:avLst/>
          </a:prstGeom>
        </p:spPr>
        <p:txBody>
          <a:bodyPr anchor="b">
            <a:normAutofit/>
          </a:bodyPr>
          <a:lstStyle>
            <a:lvl1pPr>
              <a:defRPr sz="3600"/>
            </a:lvl1pPr>
          </a:lstStyle>
          <a:p>
            <a:r>
              <a:rPr lang="en-GB"/>
              <a:t>Click to edit Master title style</a:t>
            </a:r>
          </a:p>
        </p:txBody>
      </p:sp>
      <p:sp>
        <p:nvSpPr>
          <p:cNvPr id="3" name="Text Placeholder 2">
            <a:extLst>
              <a:ext uri="{FF2B5EF4-FFF2-40B4-BE49-F238E27FC236}">
                <a16:creationId xmlns:a16="http://schemas.microsoft.com/office/drawing/2014/main" id="{B225E69F-50C0-1AAE-0AC4-C5D895EFB7B4}"/>
              </a:ext>
            </a:extLst>
          </p:cNvPr>
          <p:cNvSpPr>
            <a:spLocks noGrp="1"/>
          </p:cNvSpPr>
          <p:nvPr>
            <p:ph type="body" idx="1"/>
          </p:nvPr>
        </p:nvSpPr>
        <p:spPr>
          <a:xfrm>
            <a:off x="831850" y="4582341"/>
            <a:ext cx="10515600" cy="1500187"/>
          </a:xfrm>
          <a:prstGeom prst="rect">
            <a:avLst/>
          </a:prstGeom>
        </p:spPr>
        <p:txBody>
          <a:bodyPr>
            <a:normAutofit/>
          </a:bodyPr>
          <a:lstStyle>
            <a:lvl1pPr marL="0" indent="0">
              <a:lnSpc>
                <a:spcPct val="100000"/>
              </a:lnSpc>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6F6CCF9A-2D5A-BA6D-71A9-DDEBF05C90F2}"/>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1" name="Footer Placeholder 10">
            <a:extLst>
              <a:ext uri="{FF2B5EF4-FFF2-40B4-BE49-F238E27FC236}">
                <a16:creationId xmlns:a16="http://schemas.microsoft.com/office/drawing/2014/main" id="{7748C071-72AF-2149-93E0-18B01285BBA8}"/>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78688652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_Circ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1E80DB9-8F03-6988-0C82-EEBDF59776B5}"/>
              </a:ext>
            </a:extLst>
          </p:cNvPr>
          <p:cNvSpPr>
            <a:spLocks noGrp="1" noChangeAspect="1"/>
          </p:cNvSpPr>
          <p:nvPr>
            <p:ph type="pic" sz="quarter" idx="10"/>
          </p:nvPr>
        </p:nvSpPr>
        <p:spPr>
          <a:xfrm>
            <a:off x="3387902" y="707203"/>
            <a:ext cx="5493600" cy="5493600"/>
          </a:xfrm>
          <a:prstGeom prst="ellipse">
            <a:avLst/>
          </a:prstGeom>
        </p:spPr>
        <p:txBody>
          <a:bodyPr/>
          <a:lstStyle/>
          <a:p>
            <a:r>
              <a:rPr lang="en-GB"/>
              <a:t>Click icon to add picture</a:t>
            </a:r>
          </a:p>
        </p:txBody>
      </p:sp>
      <p:sp>
        <p:nvSpPr>
          <p:cNvPr id="10" name="Picture Placeholder 9">
            <a:extLst>
              <a:ext uri="{FF2B5EF4-FFF2-40B4-BE49-F238E27FC236}">
                <a16:creationId xmlns:a16="http://schemas.microsoft.com/office/drawing/2014/main" id="{4D521898-D0B7-765A-5899-C6C171981FE8}"/>
              </a:ext>
            </a:extLst>
          </p:cNvPr>
          <p:cNvSpPr>
            <a:spLocks noGrp="1"/>
          </p:cNvSpPr>
          <p:nvPr>
            <p:ph type="pic" sz="quarter" idx="11"/>
          </p:nvPr>
        </p:nvSpPr>
        <p:spPr>
          <a:xfrm>
            <a:off x="3481429" y="707195"/>
            <a:ext cx="5335078" cy="2354807"/>
          </a:xfrm>
          <a:custGeom>
            <a:avLst/>
            <a:gdLst>
              <a:gd name="connsiteX0" fmla="*/ 0 w 5504933"/>
              <a:gd name="connsiteY0" fmla="*/ 2723253 h 5446506"/>
              <a:gd name="connsiteX1" fmla="*/ 2752467 w 5504933"/>
              <a:gd name="connsiteY1" fmla="*/ 0 h 5446506"/>
              <a:gd name="connsiteX2" fmla="*/ 5504934 w 5504933"/>
              <a:gd name="connsiteY2" fmla="*/ 2723253 h 5446506"/>
              <a:gd name="connsiteX3" fmla="*/ 2752467 w 5504933"/>
              <a:gd name="connsiteY3" fmla="*/ 5446506 h 5446506"/>
              <a:gd name="connsiteX4" fmla="*/ 0 w 5504933"/>
              <a:gd name="connsiteY4" fmla="*/ 2723253 h 5446506"/>
              <a:gd name="connsiteX0" fmla="*/ 1 w 5504935"/>
              <a:gd name="connsiteY0" fmla="*/ 2723253 h 3261472"/>
              <a:gd name="connsiteX1" fmla="*/ 2752468 w 5504935"/>
              <a:gd name="connsiteY1" fmla="*/ 0 h 3261472"/>
              <a:gd name="connsiteX2" fmla="*/ 5504935 w 5504935"/>
              <a:gd name="connsiteY2" fmla="*/ 2723253 h 3261472"/>
              <a:gd name="connsiteX3" fmla="*/ 2744447 w 5504935"/>
              <a:gd name="connsiteY3" fmla="*/ 2101727 h 3261472"/>
              <a:gd name="connsiteX4" fmla="*/ 1 w 5504935"/>
              <a:gd name="connsiteY4" fmla="*/ 2723253 h 3261472"/>
              <a:gd name="connsiteX0" fmla="*/ 1 w 5504935"/>
              <a:gd name="connsiteY0" fmla="*/ 2723253 h 3394950"/>
              <a:gd name="connsiteX1" fmla="*/ 2752468 w 5504935"/>
              <a:gd name="connsiteY1" fmla="*/ 0 h 3394950"/>
              <a:gd name="connsiteX2" fmla="*/ 5504935 w 5504935"/>
              <a:gd name="connsiteY2" fmla="*/ 2723253 h 3394950"/>
              <a:gd name="connsiteX3" fmla="*/ 2744447 w 5504935"/>
              <a:gd name="connsiteY3" fmla="*/ 2101727 h 3394950"/>
              <a:gd name="connsiteX4" fmla="*/ 1 w 5504935"/>
              <a:gd name="connsiteY4" fmla="*/ 2723253 h 3394950"/>
              <a:gd name="connsiteX0" fmla="*/ 1 w 5408683"/>
              <a:gd name="connsiteY0" fmla="*/ 2731595 h 2813873"/>
              <a:gd name="connsiteX1" fmla="*/ 2752468 w 5408683"/>
              <a:gd name="connsiteY1" fmla="*/ 8342 h 2813873"/>
              <a:gd name="connsiteX2" fmla="*/ 5408683 w 5408683"/>
              <a:gd name="connsiteY2" fmla="*/ 2154080 h 2813873"/>
              <a:gd name="connsiteX3" fmla="*/ 2744447 w 5408683"/>
              <a:gd name="connsiteY3" fmla="*/ 2110069 h 2813873"/>
              <a:gd name="connsiteX4" fmla="*/ 1 w 5408683"/>
              <a:gd name="connsiteY4" fmla="*/ 2731595 h 2813873"/>
              <a:gd name="connsiteX0" fmla="*/ 1 w 5408683"/>
              <a:gd name="connsiteY0" fmla="*/ 2731232 h 2813510"/>
              <a:gd name="connsiteX1" fmla="*/ 2752468 w 5408683"/>
              <a:gd name="connsiteY1" fmla="*/ 7979 h 2813510"/>
              <a:gd name="connsiteX2" fmla="*/ 5408683 w 5408683"/>
              <a:gd name="connsiteY2" fmla="*/ 2153717 h 2813510"/>
              <a:gd name="connsiteX3" fmla="*/ 2744447 w 5408683"/>
              <a:gd name="connsiteY3" fmla="*/ 2109706 h 2813510"/>
              <a:gd name="connsiteX4" fmla="*/ 1 w 5408683"/>
              <a:gd name="connsiteY4" fmla="*/ 2731232 h 2813510"/>
              <a:gd name="connsiteX0" fmla="*/ 1275 w 5409957"/>
              <a:gd name="connsiteY0" fmla="*/ 2731232 h 3563776"/>
              <a:gd name="connsiteX1" fmla="*/ 2753742 w 5409957"/>
              <a:gd name="connsiteY1" fmla="*/ 7979 h 3563776"/>
              <a:gd name="connsiteX2" fmla="*/ 5409957 w 5409957"/>
              <a:gd name="connsiteY2" fmla="*/ 2153717 h 3563776"/>
              <a:gd name="connsiteX3" fmla="*/ 2745721 w 5409957"/>
              <a:gd name="connsiteY3" fmla="*/ 2109706 h 3563776"/>
              <a:gd name="connsiteX4" fmla="*/ 1275 w 5409957"/>
              <a:gd name="connsiteY4" fmla="*/ 2731232 h 3563776"/>
              <a:gd name="connsiteX0" fmla="*/ 1275 w 5409957"/>
              <a:gd name="connsiteY0" fmla="*/ 2723569 h 3556113"/>
              <a:gd name="connsiteX1" fmla="*/ 2753742 w 5409957"/>
              <a:gd name="connsiteY1" fmla="*/ 316 h 3556113"/>
              <a:gd name="connsiteX2" fmla="*/ 5409957 w 5409957"/>
              <a:gd name="connsiteY2" fmla="*/ 2146054 h 3556113"/>
              <a:gd name="connsiteX3" fmla="*/ 2745721 w 5409957"/>
              <a:gd name="connsiteY3" fmla="*/ 2102043 h 3556113"/>
              <a:gd name="connsiteX4" fmla="*/ 1275 w 5409957"/>
              <a:gd name="connsiteY4" fmla="*/ 2723569 h 3556113"/>
              <a:gd name="connsiteX0" fmla="*/ 48773 w 5457455"/>
              <a:gd name="connsiteY0" fmla="*/ 2723333 h 2813832"/>
              <a:gd name="connsiteX1" fmla="*/ 2801240 w 5457455"/>
              <a:gd name="connsiteY1" fmla="*/ 80 h 2813832"/>
              <a:gd name="connsiteX2" fmla="*/ 5457455 w 5457455"/>
              <a:gd name="connsiteY2" fmla="*/ 2145818 h 2813832"/>
              <a:gd name="connsiteX3" fmla="*/ 2793219 w 5457455"/>
              <a:gd name="connsiteY3" fmla="*/ 2101807 h 2813832"/>
              <a:gd name="connsiteX4" fmla="*/ 1168627 w 5457455"/>
              <a:gd name="connsiteY4" fmla="*/ 1849597 h 2813832"/>
              <a:gd name="connsiteX5" fmla="*/ 48773 w 5457455"/>
              <a:gd name="connsiteY5" fmla="*/ 2723333 h 2813832"/>
              <a:gd name="connsiteX0" fmla="*/ 58447 w 5467129"/>
              <a:gd name="connsiteY0" fmla="*/ 2737061 h 2827560"/>
              <a:gd name="connsiteX1" fmla="*/ 440364 w 5467129"/>
              <a:gd name="connsiteY1" fmla="*/ 1309872 h 2827560"/>
              <a:gd name="connsiteX2" fmla="*/ 2810914 w 5467129"/>
              <a:gd name="connsiteY2" fmla="*/ 13808 h 2827560"/>
              <a:gd name="connsiteX3" fmla="*/ 5467129 w 5467129"/>
              <a:gd name="connsiteY3" fmla="*/ 2159546 h 2827560"/>
              <a:gd name="connsiteX4" fmla="*/ 2802893 w 5467129"/>
              <a:gd name="connsiteY4" fmla="*/ 2115535 h 2827560"/>
              <a:gd name="connsiteX5" fmla="*/ 1178301 w 5467129"/>
              <a:gd name="connsiteY5" fmla="*/ 1863325 h 2827560"/>
              <a:gd name="connsiteX6" fmla="*/ 58447 w 5467129"/>
              <a:gd name="connsiteY6" fmla="*/ 2737061 h 2827560"/>
              <a:gd name="connsiteX0" fmla="*/ 58447 w 5467129"/>
              <a:gd name="connsiteY0" fmla="*/ 2739880 h 2830379"/>
              <a:gd name="connsiteX1" fmla="*/ 440364 w 5467129"/>
              <a:gd name="connsiteY1" fmla="*/ 1312691 h 2830379"/>
              <a:gd name="connsiteX2" fmla="*/ 2810914 w 5467129"/>
              <a:gd name="connsiteY2" fmla="*/ 16627 h 2830379"/>
              <a:gd name="connsiteX3" fmla="*/ 5467129 w 5467129"/>
              <a:gd name="connsiteY3" fmla="*/ 2162365 h 2830379"/>
              <a:gd name="connsiteX4" fmla="*/ 2802893 w 5467129"/>
              <a:gd name="connsiteY4" fmla="*/ 2118354 h 2830379"/>
              <a:gd name="connsiteX5" fmla="*/ 1178301 w 5467129"/>
              <a:gd name="connsiteY5" fmla="*/ 1866144 h 2830379"/>
              <a:gd name="connsiteX6" fmla="*/ 58447 w 5467129"/>
              <a:gd name="connsiteY6" fmla="*/ 2739880 h 2830379"/>
              <a:gd name="connsiteX0" fmla="*/ 30708 w 5439390"/>
              <a:gd name="connsiteY0" fmla="*/ 2739880 h 2830379"/>
              <a:gd name="connsiteX1" fmla="*/ 412625 w 5439390"/>
              <a:gd name="connsiteY1" fmla="*/ 1312691 h 2830379"/>
              <a:gd name="connsiteX2" fmla="*/ 2783175 w 5439390"/>
              <a:gd name="connsiteY2" fmla="*/ 16627 h 2830379"/>
              <a:gd name="connsiteX3" fmla="*/ 5439390 w 5439390"/>
              <a:gd name="connsiteY3" fmla="*/ 2162365 h 2830379"/>
              <a:gd name="connsiteX4" fmla="*/ 2775154 w 5439390"/>
              <a:gd name="connsiteY4" fmla="*/ 2118354 h 2830379"/>
              <a:gd name="connsiteX5" fmla="*/ 1150562 w 5439390"/>
              <a:gd name="connsiteY5" fmla="*/ 1866144 h 2830379"/>
              <a:gd name="connsiteX6" fmla="*/ 30708 w 5439390"/>
              <a:gd name="connsiteY6" fmla="*/ 2739880 h 2830379"/>
              <a:gd name="connsiteX0" fmla="*/ 12386 w 5421068"/>
              <a:gd name="connsiteY0" fmla="*/ 2739880 h 2830379"/>
              <a:gd name="connsiteX1" fmla="*/ 394303 w 5421068"/>
              <a:gd name="connsiteY1" fmla="*/ 1312691 h 2830379"/>
              <a:gd name="connsiteX2" fmla="*/ 2764853 w 5421068"/>
              <a:gd name="connsiteY2" fmla="*/ 16627 h 2830379"/>
              <a:gd name="connsiteX3" fmla="*/ 5421068 w 5421068"/>
              <a:gd name="connsiteY3" fmla="*/ 2162365 h 2830379"/>
              <a:gd name="connsiteX4" fmla="*/ 2756832 w 5421068"/>
              <a:gd name="connsiteY4" fmla="*/ 2118354 h 2830379"/>
              <a:gd name="connsiteX5" fmla="*/ 1132240 w 5421068"/>
              <a:gd name="connsiteY5" fmla="*/ 1866144 h 2830379"/>
              <a:gd name="connsiteX6" fmla="*/ 12386 w 5421068"/>
              <a:gd name="connsiteY6" fmla="*/ 2739880 h 2830379"/>
              <a:gd name="connsiteX0" fmla="*/ 6354 w 5415036"/>
              <a:gd name="connsiteY0" fmla="*/ 2739880 h 2830379"/>
              <a:gd name="connsiteX1" fmla="*/ 388271 w 5415036"/>
              <a:gd name="connsiteY1" fmla="*/ 1312691 h 2830379"/>
              <a:gd name="connsiteX2" fmla="*/ 2758821 w 5415036"/>
              <a:gd name="connsiteY2" fmla="*/ 16627 h 2830379"/>
              <a:gd name="connsiteX3" fmla="*/ 5415036 w 5415036"/>
              <a:gd name="connsiteY3" fmla="*/ 2162365 h 2830379"/>
              <a:gd name="connsiteX4" fmla="*/ 2750800 w 5415036"/>
              <a:gd name="connsiteY4" fmla="*/ 2118354 h 2830379"/>
              <a:gd name="connsiteX5" fmla="*/ 1126208 w 5415036"/>
              <a:gd name="connsiteY5" fmla="*/ 1866144 h 2830379"/>
              <a:gd name="connsiteX6" fmla="*/ 652965 w 5415036"/>
              <a:gd name="connsiteY6" fmla="*/ 2106776 h 2830379"/>
              <a:gd name="connsiteX7" fmla="*/ 6354 w 5415036"/>
              <a:gd name="connsiteY7" fmla="*/ 2739880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568316 w 5330387"/>
              <a:gd name="connsiteY6" fmla="*/ 2106776 h 2830379"/>
              <a:gd name="connsiteX7" fmla="*/ 9937 w 5330387"/>
              <a:gd name="connsiteY7" fmla="*/ 2098196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9937 w 5330387"/>
              <a:gd name="connsiteY6" fmla="*/ 2098196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31622 w 5320450"/>
              <a:gd name="connsiteY0" fmla="*/ 1866144 h 2830379"/>
              <a:gd name="connsiteX1" fmla="*/ 0 w 5320450"/>
              <a:gd name="connsiteY1" fmla="*/ 2098196 h 2830379"/>
              <a:gd name="connsiteX2" fmla="*/ 293685 w 5320450"/>
              <a:gd name="connsiteY2" fmla="*/ 1312691 h 2830379"/>
              <a:gd name="connsiteX3" fmla="*/ 2664235 w 5320450"/>
              <a:gd name="connsiteY3" fmla="*/ 16627 h 2830379"/>
              <a:gd name="connsiteX4" fmla="*/ 5320450 w 5320450"/>
              <a:gd name="connsiteY4" fmla="*/ 2162365 h 2830379"/>
              <a:gd name="connsiteX5" fmla="*/ 2656214 w 5320450"/>
              <a:gd name="connsiteY5" fmla="*/ 2118354 h 2830379"/>
              <a:gd name="connsiteX6" fmla="*/ 1123062 w 5320450"/>
              <a:gd name="connsiteY6" fmla="*/ 1957584 h 2830379"/>
              <a:gd name="connsiteX0" fmla="*/ 1052642 w 5341470"/>
              <a:gd name="connsiteY0" fmla="*/ 1866144 h 2830379"/>
              <a:gd name="connsiteX1" fmla="*/ 0 w 5341470"/>
              <a:gd name="connsiteY1" fmla="*/ 2050900 h 2830379"/>
              <a:gd name="connsiteX2" fmla="*/ 314705 w 5341470"/>
              <a:gd name="connsiteY2" fmla="*/ 1312691 h 2830379"/>
              <a:gd name="connsiteX3" fmla="*/ 2685255 w 5341470"/>
              <a:gd name="connsiteY3" fmla="*/ 16627 h 2830379"/>
              <a:gd name="connsiteX4" fmla="*/ 5341470 w 5341470"/>
              <a:gd name="connsiteY4" fmla="*/ 2162365 h 2830379"/>
              <a:gd name="connsiteX5" fmla="*/ 2677234 w 5341470"/>
              <a:gd name="connsiteY5" fmla="*/ 2118354 h 2830379"/>
              <a:gd name="connsiteX6" fmla="*/ 1144082 w 5341470"/>
              <a:gd name="connsiteY6" fmla="*/ 1957584 h 2830379"/>
              <a:gd name="connsiteX0" fmla="*/ 1052642 w 5341470"/>
              <a:gd name="connsiteY0" fmla="*/ 1895407 h 2859642"/>
              <a:gd name="connsiteX1" fmla="*/ 0 w 5341470"/>
              <a:gd name="connsiteY1" fmla="*/ 2080163 h 2859642"/>
              <a:gd name="connsiteX2" fmla="*/ 584289 w 5341470"/>
              <a:gd name="connsiteY2" fmla="*/ 981294 h 2859642"/>
              <a:gd name="connsiteX3" fmla="*/ 2685255 w 5341470"/>
              <a:gd name="connsiteY3" fmla="*/ 45890 h 2859642"/>
              <a:gd name="connsiteX4" fmla="*/ 5341470 w 5341470"/>
              <a:gd name="connsiteY4" fmla="*/ 2191628 h 2859642"/>
              <a:gd name="connsiteX5" fmla="*/ 2677234 w 5341470"/>
              <a:gd name="connsiteY5" fmla="*/ 2147617 h 2859642"/>
              <a:gd name="connsiteX6" fmla="*/ 1144082 w 5341470"/>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84910 h 2849145"/>
              <a:gd name="connsiteX1" fmla="*/ 0 w 5323254"/>
              <a:gd name="connsiteY1" fmla="*/ 2066023 h 2849145"/>
              <a:gd name="connsiteX2" fmla="*/ 566073 w 5323254"/>
              <a:gd name="connsiteY2" fmla="*/ 970797 h 2849145"/>
              <a:gd name="connsiteX3" fmla="*/ 2667039 w 5323254"/>
              <a:gd name="connsiteY3" fmla="*/ 35393 h 2849145"/>
              <a:gd name="connsiteX4" fmla="*/ 5323254 w 5323254"/>
              <a:gd name="connsiteY4" fmla="*/ 2181131 h 2849145"/>
              <a:gd name="connsiteX5" fmla="*/ 2659018 w 5323254"/>
              <a:gd name="connsiteY5" fmla="*/ 2137120 h 2849145"/>
              <a:gd name="connsiteX6" fmla="*/ 1125866 w 5323254"/>
              <a:gd name="connsiteY6" fmla="*/ 1976350 h 2849145"/>
              <a:gd name="connsiteX0" fmla="*/ 1034426 w 5323254"/>
              <a:gd name="connsiteY0" fmla="*/ 1850327 h 2814562"/>
              <a:gd name="connsiteX1" fmla="*/ 0 w 5323254"/>
              <a:gd name="connsiteY1" fmla="*/ 2031440 h 2814562"/>
              <a:gd name="connsiteX2" fmla="*/ 566073 w 5323254"/>
              <a:gd name="connsiteY2" fmla="*/ 936214 h 2814562"/>
              <a:gd name="connsiteX3" fmla="*/ 2667039 w 5323254"/>
              <a:gd name="connsiteY3" fmla="*/ 810 h 2814562"/>
              <a:gd name="connsiteX4" fmla="*/ 5323254 w 5323254"/>
              <a:gd name="connsiteY4" fmla="*/ 2146548 h 2814562"/>
              <a:gd name="connsiteX5" fmla="*/ 2659018 w 5323254"/>
              <a:gd name="connsiteY5" fmla="*/ 2102537 h 2814562"/>
              <a:gd name="connsiteX6" fmla="*/ 1125866 w 5323254"/>
              <a:gd name="connsiteY6" fmla="*/ 1941767 h 2814562"/>
              <a:gd name="connsiteX0" fmla="*/ 1034426 w 5323254"/>
              <a:gd name="connsiteY0" fmla="*/ 1870005 h 2834240"/>
              <a:gd name="connsiteX1" fmla="*/ 0 w 5323254"/>
              <a:gd name="connsiteY1" fmla="*/ 2051118 h 2834240"/>
              <a:gd name="connsiteX2" fmla="*/ 566073 w 5323254"/>
              <a:gd name="connsiteY2" fmla="*/ 955892 h 2834240"/>
              <a:gd name="connsiteX3" fmla="*/ 2667039 w 5323254"/>
              <a:gd name="connsiteY3" fmla="*/ 781 h 2834240"/>
              <a:gd name="connsiteX4" fmla="*/ 5323254 w 5323254"/>
              <a:gd name="connsiteY4" fmla="*/ 2166226 h 2834240"/>
              <a:gd name="connsiteX5" fmla="*/ 2659018 w 5323254"/>
              <a:gd name="connsiteY5" fmla="*/ 2122215 h 2834240"/>
              <a:gd name="connsiteX6" fmla="*/ 1125866 w 5323254"/>
              <a:gd name="connsiteY6" fmla="*/ 1961445 h 2834240"/>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378075"/>
              <a:gd name="connsiteX1" fmla="*/ 0 w 5323254"/>
              <a:gd name="connsiteY1" fmla="*/ 2050391 h 2378075"/>
              <a:gd name="connsiteX2" fmla="*/ 566073 w 5323254"/>
              <a:gd name="connsiteY2" fmla="*/ 955165 h 2378075"/>
              <a:gd name="connsiteX3" fmla="*/ 2667039 w 5323254"/>
              <a:gd name="connsiteY3" fmla="*/ 54 h 2378075"/>
              <a:gd name="connsiteX4" fmla="*/ 5323254 w 5323254"/>
              <a:gd name="connsiteY4" fmla="*/ 2165499 h 2378075"/>
              <a:gd name="connsiteX5" fmla="*/ 2659018 w 5323254"/>
              <a:gd name="connsiteY5" fmla="*/ 2121488 h 2378075"/>
              <a:gd name="connsiteX6" fmla="*/ 1125866 w 5323254"/>
              <a:gd name="connsiteY6" fmla="*/ 1960718 h 2378075"/>
              <a:gd name="connsiteX0" fmla="*/ 1034426 w 5335078"/>
              <a:gd name="connsiteY0" fmla="*/ 1902587 h 2386535"/>
              <a:gd name="connsiteX1" fmla="*/ 0 w 5335078"/>
              <a:gd name="connsiteY1" fmla="*/ 2083700 h 2386535"/>
              <a:gd name="connsiteX2" fmla="*/ 566073 w 5335078"/>
              <a:gd name="connsiteY2" fmla="*/ 988474 h 2386535"/>
              <a:gd name="connsiteX3" fmla="*/ 2667039 w 5335078"/>
              <a:gd name="connsiteY3" fmla="*/ 33363 h 2386535"/>
              <a:gd name="connsiteX4" fmla="*/ 5335078 w 5335078"/>
              <a:gd name="connsiteY4" fmla="*/ 2171219 h 2386535"/>
              <a:gd name="connsiteX5" fmla="*/ 2659018 w 5335078"/>
              <a:gd name="connsiteY5" fmla="*/ 2154797 h 2386535"/>
              <a:gd name="connsiteX6" fmla="*/ 1125866 w 5335078"/>
              <a:gd name="connsiteY6" fmla="*/ 1994027 h 2386535"/>
              <a:gd name="connsiteX0" fmla="*/ 1034426 w 5335078"/>
              <a:gd name="connsiteY0" fmla="*/ 1902587 h 2430925"/>
              <a:gd name="connsiteX1" fmla="*/ 0 w 5335078"/>
              <a:gd name="connsiteY1" fmla="*/ 2083700 h 2430925"/>
              <a:gd name="connsiteX2" fmla="*/ 566073 w 5335078"/>
              <a:gd name="connsiteY2" fmla="*/ 988474 h 2430925"/>
              <a:gd name="connsiteX3" fmla="*/ 2667039 w 5335078"/>
              <a:gd name="connsiteY3" fmla="*/ 33363 h 2430925"/>
              <a:gd name="connsiteX4" fmla="*/ 5335078 w 5335078"/>
              <a:gd name="connsiteY4" fmla="*/ 2171219 h 2430925"/>
              <a:gd name="connsiteX5" fmla="*/ 2659018 w 5335078"/>
              <a:gd name="connsiteY5" fmla="*/ 2154797 h 2430925"/>
              <a:gd name="connsiteX6" fmla="*/ 1125866 w 5335078"/>
              <a:gd name="connsiteY6" fmla="*/ 1994027 h 2430925"/>
              <a:gd name="connsiteX0" fmla="*/ 1034426 w 5335078"/>
              <a:gd name="connsiteY0" fmla="*/ 1902587 h 2424228"/>
              <a:gd name="connsiteX1" fmla="*/ 0 w 5335078"/>
              <a:gd name="connsiteY1" fmla="*/ 2083700 h 2424228"/>
              <a:gd name="connsiteX2" fmla="*/ 566073 w 5335078"/>
              <a:gd name="connsiteY2" fmla="*/ 988474 h 2424228"/>
              <a:gd name="connsiteX3" fmla="*/ 2667039 w 5335078"/>
              <a:gd name="connsiteY3" fmla="*/ 33363 h 2424228"/>
              <a:gd name="connsiteX4" fmla="*/ 5335078 w 5335078"/>
              <a:gd name="connsiteY4" fmla="*/ 2171219 h 2424228"/>
              <a:gd name="connsiteX5" fmla="*/ 2659018 w 5335078"/>
              <a:gd name="connsiteY5" fmla="*/ 2154797 h 2424228"/>
              <a:gd name="connsiteX6" fmla="*/ 1125866 w 5335078"/>
              <a:gd name="connsiteY6" fmla="*/ 1994027 h 2424228"/>
              <a:gd name="connsiteX0" fmla="*/ 1034426 w 5335078"/>
              <a:gd name="connsiteY0" fmla="*/ 1902587 h 2391766"/>
              <a:gd name="connsiteX1" fmla="*/ 0 w 5335078"/>
              <a:gd name="connsiteY1" fmla="*/ 2083700 h 2391766"/>
              <a:gd name="connsiteX2" fmla="*/ 566073 w 5335078"/>
              <a:gd name="connsiteY2" fmla="*/ 988474 h 2391766"/>
              <a:gd name="connsiteX3" fmla="*/ 2667039 w 5335078"/>
              <a:gd name="connsiteY3" fmla="*/ 33363 h 2391766"/>
              <a:gd name="connsiteX4" fmla="*/ 5335078 w 5335078"/>
              <a:gd name="connsiteY4" fmla="*/ 2171219 h 2391766"/>
              <a:gd name="connsiteX5" fmla="*/ 2659018 w 5335078"/>
              <a:gd name="connsiteY5" fmla="*/ 2154797 h 2391766"/>
              <a:gd name="connsiteX6" fmla="*/ 1125866 w 5335078"/>
              <a:gd name="connsiteY6" fmla="*/ 1994027 h 2391766"/>
              <a:gd name="connsiteX0" fmla="*/ 1034426 w 5335078"/>
              <a:gd name="connsiteY0" fmla="*/ 1902587 h 2378193"/>
              <a:gd name="connsiteX1" fmla="*/ 0 w 5335078"/>
              <a:gd name="connsiteY1" fmla="*/ 2083700 h 2378193"/>
              <a:gd name="connsiteX2" fmla="*/ 566073 w 5335078"/>
              <a:gd name="connsiteY2" fmla="*/ 988474 h 2378193"/>
              <a:gd name="connsiteX3" fmla="*/ 2667039 w 5335078"/>
              <a:gd name="connsiteY3" fmla="*/ 33363 h 2378193"/>
              <a:gd name="connsiteX4" fmla="*/ 5335078 w 5335078"/>
              <a:gd name="connsiteY4" fmla="*/ 2171219 h 2378193"/>
              <a:gd name="connsiteX5" fmla="*/ 2659018 w 5335078"/>
              <a:gd name="connsiteY5" fmla="*/ 2154797 h 2378193"/>
              <a:gd name="connsiteX6" fmla="*/ 1125866 w 5335078"/>
              <a:gd name="connsiteY6" fmla="*/ 1994027 h 2378193"/>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7" fmla="*/ 1034426 w 5335078"/>
              <a:gd name="connsiteY7" fmla="*/ 1902587 h 2377034"/>
              <a:gd name="connsiteX0" fmla="*/ 1125866 w 5335078"/>
              <a:gd name="connsiteY0" fmla="*/ 199402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92890"/>
              <a:gd name="connsiteX1" fmla="*/ 0 w 5335078"/>
              <a:gd name="connsiteY1" fmla="*/ 2083700 h 2392890"/>
              <a:gd name="connsiteX2" fmla="*/ 566073 w 5335078"/>
              <a:gd name="connsiteY2" fmla="*/ 988474 h 2392890"/>
              <a:gd name="connsiteX3" fmla="*/ 2667039 w 5335078"/>
              <a:gd name="connsiteY3" fmla="*/ 33363 h 2392890"/>
              <a:gd name="connsiteX4" fmla="*/ 5335078 w 5335078"/>
              <a:gd name="connsiteY4" fmla="*/ 2171219 h 2392890"/>
              <a:gd name="connsiteX5" fmla="*/ 2659018 w 5335078"/>
              <a:gd name="connsiteY5" fmla="*/ 2154797 h 2392890"/>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21527 h 2364586"/>
              <a:gd name="connsiteX1" fmla="*/ 0 w 5335078"/>
              <a:gd name="connsiteY1" fmla="*/ 2050430 h 2364586"/>
              <a:gd name="connsiteX2" fmla="*/ 2667039 w 5335078"/>
              <a:gd name="connsiteY2" fmla="*/ 93 h 2364586"/>
              <a:gd name="connsiteX3" fmla="*/ 5335078 w 5335078"/>
              <a:gd name="connsiteY3" fmla="*/ 2137949 h 2364586"/>
              <a:gd name="connsiteX4" fmla="*/ 2659018 w 5335078"/>
              <a:gd name="connsiteY4" fmla="*/ 2121527 h 2364586"/>
              <a:gd name="connsiteX0" fmla="*/ 2659018 w 5335078"/>
              <a:gd name="connsiteY0" fmla="*/ 2126514 h 2369573"/>
              <a:gd name="connsiteX1" fmla="*/ 0 w 5335078"/>
              <a:gd name="connsiteY1" fmla="*/ 2055417 h 2369573"/>
              <a:gd name="connsiteX2" fmla="*/ 2667039 w 5335078"/>
              <a:gd name="connsiteY2" fmla="*/ 5080 h 2369573"/>
              <a:gd name="connsiteX3" fmla="*/ 5335078 w 5335078"/>
              <a:gd name="connsiteY3" fmla="*/ 2142936 h 2369573"/>
              <a:gd name="connsiteX4" fmla="*/ 2659018 w 5335078"/>
              <a:gd name="connsiteY4" fmla="*/ 2126514 h 2369573"/>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1753 h 2364812"/>
              <a:gd name="connsiteX1" fmla="*/ 0 w 5335078"/>
              <a:gd name="connsiteY1" fmla="*/ 2050656 h 2364812"/>
              <a:gd name="connsiteX2" fmla="*/ 2667039 w 5335078"/>
              <a:gd name="connsiteY2" fmla="*/ 319 h 2364812"/>
              <a:gd name="connsiteX3" fmla="*/ 5335078 w 5335078"/>
              <a:gd name="connsiteY3" fmla="*/ 2138175 h 2364812"/>
              <a:gd name="connsiteX4" fmla="*/ 2659018 w 5335078"/>
              <a:gd name="connsiteY4" fmla="*/ 2121753 h 2364812"/>
              <a:gd name="connsiteX0" fmla="*/ 2659018 w 5335078"/>
              <a:gd name="connsiteY0" fmla="*/ 2121721 h 2364780"/>
              <a:gd name="connsiteX1" fmla="*/ 0 w 5335078"/>
              <a:gd name="connsiteY1" fmla="*/ 2050624 h 2364780"/>
              <a:gd name="connsiteX2" fmla="*/ 2667039 w 5335078"/>
              <a:gd name="connsiteY2" fmla="*/ 287 h 2364780"/>
              <a:gd name="connsiteX3" fmla="*/ 5335078 w 5335078"/>
              <a:gd name="connsiteY3" fmla="*/ 2138143 h 2364780"/>
              <a:gd name="connsiteX4" fmla="*/ 2659018 w 5335078"/>
              <a:gd name="connsiteY4" fmla="*/ 2121721 h 2364780"/>
              <a:gd name="connsiteX0" fmla="*/ 2659018 w 5335078"/>
              <a:gd name="connsiteY0" fmla="*/ 2121435 h 2364494"/>
              <a:gd name="connsiteX1" fmla="*/ 0 w 5335078"/>
              <a:gd name="connsiteY1" fmla="*/ 2050338 h 2364494"/>
              <a:gd name="connsiteX2" fmla="*/ 2667039 w 5335078"/>
              <a:gd name="connsiteY2" fmla="*/ 1 h 2364494"/>
              <a:gd name="connsiteX3" fmla="*/ 5335078 w 5335078"/>
              <a:gd name="connsiteY3" fmla="*/ 2137857 h 2364494"/>
              <a:gd name="connsiteX4" fmla="*/ 2659018 w 5335078"/>
              <a:gd name="connsiteY4" fmla="*/ 2121435 h 2364494"/>
              <a:gd name="connsiteX0" fmla="*/ 2659018 w 5335078"/>
              <a:gd name="connsiteY0" fmla="*/ 2127784 h 2370843"/>
              <a:gd name="connsiteX1" fmla="*/ 0 w 5335078"/>
              <a:gd name="connsiteY1" fmla="*/ 2056687 h 2370843"/>
              <a:gd name="connsiteX2" fmla="*/ 2660689 w 5335078"/>
              <a:gd name="connsiteY2" fmla="*/ 0 h 2370843"/>
              <a:gd name="connsiteX3" fmla="*/ 5335078 w 5335078"/>
              <a:gd name="connsiteY3" fmla="*/ 2144206 h 2370843"/>
              <a:gd name="connsiteX4" fmla="*/ 2659018 w 5335078"/>
              <a:gd name="connsiteY4" fmla="*/ 2127784 h 2370843"/>
              <a:gd name="connsiteX0" fmla="*/ 2659018 w 5335078"/>
              <a:gd name="connsiteY0" fmla="*/ 2108534 h 2351593"/>
              <a:gd name="connsiteX1" fmla="*/ 0 w 5335078"/>
              <a:gd name="connsiteY1" fmla="*/ 2037437 h 2351593"/>
              <a:gd name="connsiteX2" fmla="*/ 2660689 w 5335078"/>
              <a:gd name="connsiteY2" fmla="*/ 1 h 2351593"/>
              <a:gd name="connsiteX3" fmla="*/ 5335078 w 5335078"/>
              <a:gd name="connsiteY3" fmla="*/ 2124956 h 2351593"/>
              <a:gd name="connsiteX4" fmla="*/ 2659018 w 5335078"/>
              <a:gd name="connsiteY4" fmla="*/ 2108534 h 2351593"/>
              <a:gd name="connsiteX0" fmla="*/ 2659018 w 5335078"/>
              <a:gd name="connsiteY0" fmla="*/ 2111741 h 2354800"/>
              <a:gd name="connsiteX1" fmla="*/ 0 w 5335078"/>
              <a:gd name="connsiteY1" fmla="*/ 2040644 h 2354800"/>
              <a:gd name="connsiteX2" fmla="*/ 2660689 w 5335078"/>
              <a:gd name="connsiteY2" fmla="*/ 0 h 2354800"/>
              <a:gd name="connsiteX3" fmla="*/ 5335078 w 5335078"/>
              <a:gd name="connsiteY3" fmla="*/ 2128163 h 2354800"/>
              <a:gd name="connsiteX4" fmla="*/ 2659018 w 5335078"/>
              <a:gd name="connsiteY4" fmla="*/ 2111741 h 2354800"/>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5078" h="2354807">
                <a:moveTo>
                  <a:pt x="2659018" y="2111748"/>
                </a:moveTo>
                <a:cubicBezTo>
                  <a:pt x="1643714" y="1699082"/>
                  <a:pt x="419769" y="1884255"/>
                  <a:pt x="0" y="2040651"/>
                </a:cubicBezTo>
                <a:cubicBezTo>
                  <a:pt x="95392" y="1506223"/>
                  <a:pt x="860721" y="-3578"/>
                  <a:pt x="2660689" y="7"/>
                </a:cubicBezTo>
                <a:cubicBezTo>
                  <a:pt x="4460657" y="3592"/>
                  <a:pt x="5211709" y="1510238"/>
                  <a:pt x="5335078" y="2128170"/>
                </a:cubicBezTo>
                <a:cubicBezTo>
                  <a:pt x="4302438" y="2512830"/>
                  <a:pt x="3315656" y="2339170"/>
                  <a:pt x="2659018" y="2111748"/>
                </a:cubicBezTo>
                <a:close/>
              </a:path>
            </a:pathLst>
          </a:custGeom>
        </p:spPr>
        <p:txBody>
          <a:bodyPr/>
          <a:lstStyle>
            <a:lvl1pPr marL="0" indent="0" algn="ctr">
              <a:buFont typeface="Arial" panose="020B0604020202020204" pitchFamily="34" charset="0"/>
              <a:buNone/>
              <a:defRPr/>
            </a:lvl1pPr>
          </a:lstStyle>
          <a:p>
            <a:r>
              <a:rPr lang="en-GB"/>
              <a:t>Click icon to add picture</a:t>
            </a:r>
          </a:p>
        </p:txBody>
      </p:sp>
      <p:sp>
        <p:nvSpPr>
          <p:cNvPr id="11" name="Slide Number Placeholder 5">
            <a:extLst>
              <a:ext uri="{FF2B5EF4-FFF2-40B4-BE49-F238E27FC236}">
                <a16:creationId xmlns:a16="http://schemas.microsoft.com/office/drawing/2014/main" id="{16953581-152C-6D9E-013F-624D6BED6D8F}"/>
              </a:ext>
            </a:extLst>
          </p:cNvPr>
          <p:cNvSpPr>
            <a:spLocks noGrp="1"/>
          </p:cNvSpPr>
          <p:nvPr>
            <p:ph type="sldNum" sz="quarter" idx="4"/>
          </p:nvPr>
        </p:nvSpPr>
        <p:spPr>
          <a:xfrm>
            <a:off x="11628645" y="6387881"/>
            <a:ext cx="418837" cy="365125"/>
          </a:xfrm>
          <a:prstGeom prst="rect">
            <a:avLst/>
          </a:prstGeom>
        </p:spPr>
        <p:txBody>
          <a:bodyPr vert="horz" lIns="91440" tIns="45720" rIns="91440" bIns="45720" rtlCol="0" anchor="ctr"/>
          <a:lstStyle>
            <a:lvl1pPr algn="r">
              <a:defRPr sz="1050">
                <a:solidFill>
                  <a:srgbClr val="ABB4BD"/>
                </a:solidFill>
                <a:latin typeface="Arial" panose="020B0604020202020204" pitchFamily="34" charset="0"/>
                <a:cs typeface="Arial" panose="020B0604020202020204" pitchFamily="34" charset="0"/>
              </a:defRPr>
            </a:lvl1pPr>
          </a:lstStyle>
          <a:p>
            <a:fld id="{1E3508AD-6785-9A40-B664-AC186F99CF3B}" type="slidenum">
              <a:rPr lang="en-GB" smtClean="0"/>
              <a:pPr/>
              <a:t>‹#›</a:t>
            </a:fld>
            <a:endParaRPr lang="en-GB"/>
          </a:p>
        </p:txBody>
      </p:sp>
      <p:sp>
        <p:nvSpPr>
          <p:cNvPr id="12" name="Footer Placeholder 11">
            <a:extLst>
              <a:ext uri="{FF2B5EF4-FFF2-40B4-BE49-F238E27FC236}">
                <a16:creationId xmlns:a16="http://schemas.microsoft.com/office/drawing/2014/main" id="{8678D961-DE29-A9D4-7AC1-695606C3CD6A}"/>
              </a:ext>
            </a:extLst>
          </p:cNvPr>
          <p:cNvSpPr>
            <a:spLocks noGrp="1"/>
          </p:cNvSpPr>
          <p:nvPr>
            <p:ph type="ftr" sz="quarter" idx="12"/>
          </p:nvPr>
        </p:nvSpPr>
        <p:spPr/>
        <p:txBody>
          <a:bodyPr/>
          <a:lstStyle/>
          <a:p>
            <a:r>
              <a:rPr lang="en-GB"/>
              <a:t>SDR HUB OVERVIEW</a:t>
            </a:r>
          </a:p>
        </p:txBody>
      </p:sp>
    </p:spTree>
    <p:extLst>
      <p:ext uri="{BB962C8B-B14F-4D97-AF65-F5344CB8AC3E}">
        <p14:creationId xmlns:p14="http://schemas.microsoft.com/office/powerpoint/2010/main" val="25394443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Image rounded corners">
    <p:bg>
      <p:bgPr>
        <a:solidFill>
          <a:schemeClr val="accent3"/>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1E80DB9-8F03-6988-0C82-EEBDF59776B5}"/>
              </a:ext>
            </a:extLst>
          </p:cNvPr>
          <p:cNvSpPr>
            <a:spLocks noGrp="1"/>
          </p:cNvSpPr>
          <p:nvPr>
            <p:ph type="pic" sz="quarter" idx="10"/>
          </p:nvPr>
        </p:nvSpPr>
        <p:spPr>
          <a:xfrm>
            <a:off x="209550" y="212602"/>
            <a:ext cx="11772900" cy="6432673"/>
          </a:xfrm>
          <a:prstGeom prst="roundRect">
            <a:avLst>
              <a:gd name="adj" fmla="val 2092"/>
            </a:avLst>
          </a:prstGeom>
        </p:spPr>
        <p:txBody>
          <a:bodyPr/>
          <a:lstStyle/>
          <a:p>
            <a:r>
              <a:rPr lang="en-GB"/>
              <a:t>Click icon to add picture</a:t>
            </a:r>
          </a:p>
        </p:txBody>
      </p:sp>
    </p:spTree>
    <p:extLst>
      <p:ext uri="{BB962C8B-B14F-4D97-AF65-F5344CB8AC3E}">
        <p14:creationId xmlns:p14="http://schemas.microsoft.com/office/powerpoint/2010/main" val="406684473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3"/>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087548-065A-2FD2-84C8-203BB1A6A53A}"/>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6" name="Title Placeholder 1">
            <a:extLst>
              <a:ext uri="{FF2B5EF4-FFF2-40B4-BE49-F238E27FC236}">
                <a16:creationId xmlns:a16="http://schemas.microsoft.com/office/drawing/2014/main" id="{ABEA7441-A828-B046-2CD2-CF60712763F3}"/>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p>
            <a:r>
              <a:rPr lang="en-GB"/>
              <a:t>Click to edit Master title style</a:t>
            </a:r>
          </a:p>
        </p:txBody>
      </p:sp>
      <p:sp>
        <p:nvSpPr>
          <p:cNvPr id="7" name="Footer Placeholder 6">
            <a:extLst>
              <a:ext uri="{FF2B5EF4-FFF2-40B4-BE49-F238E27FC236}">
                <a16:creationId xmlns:a16="http://schemas.microsoft.com/office/drawing/2014/main" id="{A2C426D2-7C57-9C3B-F590-3A3BA1F97496}"/>
              </a:ext>
            </a:extLst>
          </p:cNvPr>
          <p:cNvSpPr>
            <a:spLocks noGrp="1"/>
          </p:cNvSpPr>
          <p:nvPr>
            <p:ph type="ftr" sz="quarter" idx="13"/>
          </p:nvPr>
        </p:nvSpPr>
        <p:spPr/>
        <p:txBody>
          <a:bodyPr/>
          <a:lstStyle/>
          <a:p>
            <a:r>
              <a:rPr lang="en-GB"/>
              <a:t>SDR HUB OVERVIEW</a:t>
            </a:r>
          </a:p>
        </p:txBody>
      </p:sp>
    </p:spTree>
    <p:extLst>
      <p:ext uri="{BB962C8B-B14F-4D97-AF65-F5344CB8AC3E}">
        <p14:creationId xmlns:p14="http://schemas.microsoft.com/office/powerpoint/2010/main" val="78242752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Thank you Slid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6657-0D83-5855-DF19-95C81EAA2430}"/>
              </a:ext>
            </a:extLst>
          </p:cNvPr>
          <p:cNvSpPr>
            <a:spLocks noGrp="1"/>
          </p:cNvSpPr>
          <p:nvPr>
            <p:ph type="title"/>
          </p:nvPr>
        </p:nvSpPr>
        <p:spPr>
          <a:xfrm>
            <a:off x="831850" y="1637529"/>
            <a:ext cx="10515600" cy="2852737"/>
          </a:xfrm>
          <a:prstGeom prst="rect">
            <a:avLst/>
          </a:prstGeom>
        </p:spPr>
        <p:txBody>
          <a:bodyPr anchor="b">
            <a:normAutofit/>
          </a:bodyPr>
          <a:lstStyle>
            <a:lvl1pPr algn="ctr">
              <a:defRPr sz="3600"/>
            </a:lvl1pPr>
          </a:lstStyle>
          <a:p>
            <a:r>
              <a:rPr lang="en-GB"/>
              <a:t>Click to edit Master title style</a:t>
            </a:r>
          </a:p>
        </p:txBody>
      </p:sp>
      <p:sp>
        <p:nvSpPr>
          <p:cNvPr id="3" name="Text Placeholder 2">
            <a:extLst>
              <a:ext uri="{FF2B5EF4-FFF2-40B4-BE49-F238E27FC236}">
                <a16:creationId xmlns:a16="http://schemas.microsoft.com/office/drawing/2014/main" id="{B225E69F-50C0-1AAE-0AC4-C5D895EFB7B4}"/>
              </a:ext>
            </a:extLst>
          </p:cNvPr>
          <p:cNvSpPr>
            <a:spLocks noGrp="1"/>
          </p:cNvSpPr>
          <p:nvPr>
            <p:ph type="body" idx="1"/>
          </p:nvPr>
        </p:nvSpPr>
        <p:spPr>
          <a:xfrm>
            <a:off x="831850" y="5052558"/>
            <a:ext cx="10515600" cy="782139"/>
          </a:xfrm>
          <a:prstGeom prst="rect">
            <a:avLst/>
          </a:prstGeom>
        </p:spPr>
        <p:txBody>
          <a:bodyPr>
            <a:normAutofit/>
          </a:bodyPr>
          <a:lstStyle>
            <a:lvl1pPr marL="0" indent="0" algn="ctr">
              <a:lnSpc>
                <a:spcPct val="100000"/>
              </a:lnSpc>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Slide Number Placeholder 5">
            <a:extLst>
              <a:ext uri="{FF2B5EF4-FFF2-40B4-BE49-F238E27FC236}">
                <a16:creationId xmlns:a16="http://schemas.microsoft.com/office/drawing/2014/main" id="{6F6CCF9A-2D5A-BA6D-71A9-DDEBF05C90F2}"/>
              </a:ext>
            </a:extLst>
          </p:cNvPr>
          <p:cNvSpPr>
            <a:spLocks noGrp="1"/>
          </p:cNvSpPr>
          <p:nvPr>
            <p:ph type="sldNum" sz="quarter" idx="12"/>
          </p:nvPr>
        </p:nvSpPr>
        <p:spPr/>
        <p:txBody>
          <a:bodyPr/>
          <a:lstStyle/>
          <a:p>
            <a:fld id="{1E3508AD-6785-9A40-B664-AC186F99CF3B}" type="slidenum">
              <a:rPr lang="en-GB" smtClean="0"/>
              <a:t>‹#›</a:t>
            </a:fld>
            <a:endParaRPr lang="en-GB"/>
          </a:p>
        </p:txBody>
      </p:sp>
      <p:sp>
        <p:nvSpPr>
          <p:cNvPr id="13" name="Footer Placeholder 12">
            <a:extLst>
              <a:ext uri="{FF2B5EF4-FFF2-40B4-BE49-F238E27FC236}">
                <a16:creationId xmlns:a16="http://schemas.microsoft.com/office/drawing/2014/main" id="{6D02ABFB-6F3B-6110-5720-080212808FD3}"/>
              </a:ext>
            </a:extLst>
          </p:cNvPr>
          <p:cNvSpPr>
            <a:spLocks noGrp="1"/>
          </p:cNvSpPr>
          <p:nvPr>
            <p:ph type="ftr" sz="quarter" idx="13"/>
          </p:nvPr>
        </p:nvSpPr>
        <p:spPr/>
        <p:txBody>
          <a:bodyPr/>
          <a:lstStyle/>
          <a:p>
            <a:r>
              <a:rPr lang="en-GB"/>
              <a:t>SDR HUB OVERVIEW</a:t>
            </a:r>
          </a:p>
        </p:txBody>
      </p:sp>
      <p:sp>
        <p:nvSpPr>
          <p:cNvPr id="14" name="Text Placeholder 19">
            <a:extLst>
              <a:ext uri="{FF2B5EF4-FFF2-40B4-BE49-F238E27FC236}">
                <a16:creationId xmlns:a16="http://schemas.microsoft.com/office/drawing/2014/main" id="{8585F5B5-E53F-66CC-5BA2-B03414A94605}"/>
              </a:ext>
            </a:extLst>
          </p:cNvPr>
          <p:cNvSpPr>
            <a:spLocks noGrp="1"/>
          </p:cNvSpPr>
          <p:nvPr>
            <p:ph type="body" sz="quarter" idx="14" hasCustomPrompt="1"/>
          </p:nvPr>
        </p:nvSpPr>
        <p:spPr>
          <a:xfrm>
            <a:off x="1524000" y="4659493"/>
            <a:ext cx="4327233" cy="223837"/>
          </a:xfrm>
        </p:spPr>
        <p:txBody>
          <a:bodyPr>
            <a:noAutofit/>
          </a:bodyPr>
          <a:lstStyle>
            <a:lvl1pPr marL="0" indent="0" algn="r">
              <a:buFont typeface="Arial" panose="020B0604020202020204" pitchFamily="34" charset="0"/>
              <a:buNone/>
              <a:defRPr sz="1600"/>
            </a:lvl1pPr>
          </a:lstStyle>
          <a:p>
            <a:r>
              <a:rPr lang="en-GB"/>
              <a:t>Name Surname</a:t>
            </a:r>
          </a:p>
        </p:txBody>
      </p:sp>
      <p:sp>
        <p:nvSpPr>
          <p:cNvPr id="15" name="Text Placeholder 20">
            <a:extLst>
              <a:ext uri="{FF2B5EF4-FFF2-40B4-BE49-F238E27FC236}">
                <a16:creationId xmlns:a16="http://schemas.microsoft.com/office/drawing/2014/main" id="{3772A83B-F776-ADB8-EA5E-158FAE3EC53A}"/>
              </a:ext>
            </a:extLst>
          </p:cNvPr>
          <p:cNvSpPr>
            <a:spLocks noGrp="1"/>
          </p:cNvSpPr>
          <p:nvPr>
            <p:ph type="body" sz="quarter" idx="15" hasCustomPrompt="1"/>
          </p:nvPr>
        </p:nvSpPr>
        <p:spPr>
          <a:xfrm>
            <a:off x="6340766" y="4659493"/>
            <a:ext cx="4327233" cy="223837"/>
          </a:xfrm>
        </p:spPr>
        <p:txBody>
          <a:bodyPr>
            <a:noAutofit/>
          </a:bodyPr>
          <a:lstStyle>
            <a:lvl1pPr marL="0" indent="0">
              <a:buFont typeface="Arial" panose="020B0604020202020204" pitchFamily="34" charset="0"/>
              <a:buNone/>
              <a:defRPr sz="1600"/>
            </a:lvl1pPr>
          </a:lstStyle>
          <a:p>
            <a:r>
              <a:rPr lang="en-GB"/>
              <a:t>Job Title</a:t>
            </a:r>
          </a:p>
        </p:txBody>
      </p:sp>
    </p:spTree>
    <p:extLst>
      <p:ext uri="{BB962C8B-B14F-4D97-AF65-F5344CB8AC3E}">
        <p14:creationId xmlns:p14="http://schemas.microsoft.com/office/powerpoint/2010/main" val="219198921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4_Circ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5A039A5-CD3C-96B7-5B42-7CECE48C3501}"/>
              </a:ext>
            </a:extLst>
          </p:cNvPr>
          <p:cNvSpPr/>
          <p:nvPr userDrawn="1"/>
        </p:nvSpPr>
        <p:spPr>
          <a:xfrm>
            <a:off x="6069105" y="0"/>
            <a:ext cx="61228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a:extLst>
              <a:ext uri="{FF2B5EF4-FFF2-40B4-BE49-F238E27FC236}">
                <a16:creationId xmlns:a16="http://schemas.microsoft.com/office/drawing/2014/main" id="{C1E80DB9-8F03-6988-0C82-EEBDF59776B5}"/>
              </a:ext>
            </a:extLst>
          </p:cNvPr>
          <p:cNvSpPr>
            <a:spLocks noGrp="1" noChangeAspect="1"/>
          </p:cNvSpPr>
          <p:nvPr>
            <p:ph type="pic" sz="quarter" idx="10"/>
          </p:nvPr>
        </p:nvSpPr>
        <p:spPr>
          <a:xfrm>
            <a:off x="6924730" y="1393003"/>
            <a:ext cx="4429573" cy="4429573"/>
          </a:xfrm>
          <a:prstGeom prst="ellipse">
            <a:avLst/>
          </a:prstGeom>
        </p:spPr>
        <p:txBody>
          <a:bodyPr/>
          <a:lstStyle/>
          <a:p>
            <a:endParaRPr lang="en-GB"/>
          </a:p>
        </p:txBody>
      </p:sp>
      <p:sp>
        <p:nvSpPr>
          <p:cNvPr id="10" name="Picture Placeholder 9">
            <a:extLst>
              <a:ext uri="{FF2B5EF4-FFF2-40B4-BE49-F238E27FC236}">
                <a16:creationId xmlns:a16="http://schemas.microsoft.com/office/drawing/2014/main" id="{4D521898-D0B7-765A-5899-C6C171981FE8}"/>
              </a:ext>
            </a:extLst>
          </p:cNvPr>
          <p:cNvSpPr>
            <a:spLocks noGrp="1"/>
          </p:cNvSpPr>
          <p:nvPr>
            <p:ph type="pic" sz="quarter" idx="11" hasCustomPrompt="1"/>
          </p:nvPr>
        </p:nvSpPr>
        <p:spPr>
          <a:xfrm>
            <a:off x="7000725" y="1392995"/>
            <a:ext cx="4301755" cy="1898717"/>
          </a:xfrm>
          <a:custGeom>
            <a:avLst/>
            <a:gdLst>
              <a:gd name="connsiteX0" fmla="*/ 0 w 5504933"/>
              <a:gd name="connsiteY0" fmla="*/ 2723253 h 5446506"/>
              <a:gd name="connsiteX1" fmla="*/ 2752467 w 5504933"/>
              <a:gd name="connsiteY1" fmla="*/ 0 h 5446506"/>
              <a:gd name="connsiteX2" fmla="*/ 5504934 w 5504933"/>
              <a:gd name="connsiteY2" fmla="*/ 2723253 h 5446506"/>
              <a:gd name="connsiteX3" fmla="*/ 2752467 w 5504933"/>
              <a:gd name="connsiteY3" fmla="*/ 5446506 h 5446506"/>
              <a:gd name="connsiteX4" fmla="*/ 0 w 5504933"/>
              <a:gd name="connsiteY4" fmla="*/ 2723253 h 5446506"/>
              <a:gd name="connsiteX0" fmla="*/ 1 w 5504935"/>
              <a:gd name="connsiteY0" fmla="*/ 2723253 h 3261472"/>
              <a:gd name="connsiteX1" fmla="*/ 2752468 w 5504935"/>
              <a:gd name="connsiteY1" fmla="*/ 0 h 3261472"/>
              <a:gd name="connsiteX2" fmla="*/ 5504935 w 5504935"/>
              <a:gd name="connsiteY2" fmla="*/ 2723253 h 3261472"/>
              <a:gd name="connsiteX3" fmla="*/ 2744447 w 5504935"/>
              <a:gd name="connsiteY3" fmla="*/ 2101727 h 3261472"/>
              <a:gd name="connsiteX4" fmla="*/ 1 w 5504935"/>
              <a:gd name="connsiteY4" fmla="*/ 2723253 h 3261472"/>
              <a:gd name="connsiteX0" fmla="*/ 1 w 5504935"/>
              <a:gd name="connsiteY0" fmla="*/ 2723253 h 3394950"/>
              <a:gd name="connsiteX1" fmla="*/ 2752468 w 5504935"/>
              <a:gd name="connsiteY1" fmla="*/ 0 h 3394950"/>
              <a:gd name="connsiteX2" fmla="*/ 5504935 w 5504935"/>
              <a:gd name="connsiteY2" fmla="*/ 2723253 h 3394950"/>
              <a:gd name="connsiteX3" fmla="*/ 2744447 w 5504935"/>
              <a:gd name="connsiteY3" fmla="*/ 2101727 h 3394950"/>
              <a:gd name="connsiteX4" fmla="*/ 1 w 5504935"/>
              <a:gd name="connsiteY4" fmla="*/ 2723253 h 3394950"/>
              <a:gd name="connsiteX0" fmla="*/ 1 w 5408683"/>
              <a:gd name="connsiteY0" fmla="*/ 2731595 h 2813873"/>
              <a:gd name="connsiteX1" fmla="*/ 2752468 w 5408683"/>
              <a:gd name="connsiteY1" fmla="*/ 8342 h 2813873"/>
              <a:gd name="connsiteX2" fmla="*/ 5408683 w 5408683"/>
              <a:gd name="connsiteY2" fmla="*/ 2154080 h 2813873"/>
              <a:gd name="connsiteX3" fmla="*/ 2744447 w 5408683"/>
              <a:gd name="connsiteY3" fmla="*/ 2110069 h 2813873"/>
              <a:gd name="connsiteX4" fmla="*/ 1 w 5408683"/>
              <a:gd name="connsiteY4" fmla="*/ 2731595 h 2813873"/>
              <a:gd name="connsiteX0" fmla="*/ 1 w 5408683"/>
              <a:gd name="connsiteY0" fmla="*/ 2731232 h 2813510"/>
              <a:gd name="connsiteX1" fmla="*/ 2752468 w 5408683"/>
              <a:gd name="connsiteY1" fmla="*/ 7979 h 2813510"/>
              <a:gd name="connsiteX2" fmla="*/ 5408683 w 5408683"/>
              <a:gd name="connsiteY2" fmla="*/ 2153717 h 2813510"/>
              <a:gd name="connsiteX3" fmla="*/ 2744447 w 5408683"/>
              <a:gd name="connsiteY3" fmla="*/ 2109706 h 2813510"/>
              <a:gd name="connsiteX4" fmla="*/ 1 w 5408683"/>
              <a:gd name="connsiteY4" fmla="*/ 2731232 h 2813510"/>
              <a:gd name="connsiteX0" fmla="*/ 1275 w 5409957"/>
              <a:gd name="connsiteY0" fmla="*/ 2731232 h 3563776"/>
              <a:gd name="connsiteX1" fmla="*/ 2753742 w 5409957"/>
              <a:gd name="connsiteY1" fmla="*/ 7979 h 3563776"/>
              <a:gd name="connsiteX2" fmla="*/ 5409957 w 5409957"/>
              <a:gd name="connsiteY2" fmla="*/ 2153717 h 3563776"/>
              <a:gd name="connsiteX3" fmla="*/ 2745721 w 5409957"/>
              <a:gd name="connsiteY3" fmla="*/ 2109706 h 3563776"/>
              <a:gd name="connsiteX4" fmla="*/ 1275 w 5409957"/>
              <a:gd name="connsiteY4" fmla="*/ 2731232 h 3563776"/>
              <a:gd name="connsiteX0" fmla="*/ 1275 w 5409957"/>
              <a:gd name="connsiteY0" fmla="*/ 2723569 h 3556113"/>
              <a:gd name="connsiteX1" fmla="*/ 2753742 w 5409957"/>
              <a:gd name="connsiteY1" fmla="*/ 316 h 3556113"/>
              <a:gd name="connsiteX2" fmla="*/ 5409957 w 5409957"/>
              <a:gd name="connsiteY2" fmla="*/ 2146054 h 3556113"/>
              <a:gd name="connsiteX3" fmla="*/ 2745721 w 5409957"/>
              <a:gd name="connsiteY3" fmla="*/ 2102043 h 3556113"/>
              <a:gd name="connsiteX4" fmla="*/ 1275 w 5409957"/>
              <a:gd name="connsiteY4" fmla="*/ 2723569 h 3556113"/>
              <a:gd name="connsiteX0" fmla="*/ 48773 w 5457455"/>
              <a:gd name="connsiteY0" fmla="*/ 2723333 h 2813832"/>
              <a:gd name="connsiteX1" fmla="*/ 2801240 w 5457455"/>
              <a:gd name="connsiteY1" fmla="*/ 80 h 2813832"/>
              <a:gd name="connsiteX2" fmla="*/ 5457455 w 5457455"/>
              <a:gd name="connsiteY2" fmla="*/ 2145818 h 2813832"/>
              <a:gd name="connsiteX3" fmla="*/ 2793219 w 5457455"/>
              <a:gd name="connsiteY3" fmla="*/ 2101807 h 2813832"/>
              <a:gd name="connsiteX4" fmla="*/ 1168627 w 5457455"/>
              <a:gd name="connsiteY4" fmla="*/ 1849597 h 2813832"/>
              <a:gd name="connsiteX5" fmla="*/ 48773 w 5457455"/>
              <a:gd name="connsiteY5" fmla="*/ 2723333 h 2813832"/>
              <a:gd name="connsiteX0" fmla="*/ 58447 w 5467129"/>
              <a:gd name="connsiteY0" fmla="*/ 2737061 h 2827560"/>
              <a:gd name="connsiteX1" fmla="*/ 440364 w 5467129"/>
              <a:gd name="connsiteY1" fmla="*/ 1309872 h 2827560"/>
              <a:gd name="connsiteX2" fmla="*/ 2810914 w 5467129"/>
              <a:gd name="connsiteY2" fmla="*/ 13808 h 2827560"/>
              <a:gd name="connsiteX3" fmla="*/ 5467129 w 5467129"/>
              <a:gd name="connsiteY3" fmla="*/ 2159546 h 2827560"/>
              <a:gd name="connsiteX4" fmla="*/ 2802893 w 5467129"/>
              <a:gd name="connsiteY4" fmla="*/ 2115535 h 2827560"/>
              <a:gd name="connsiteX5" fmla="*/ 1178301 w 5467129"/>
              <a:gd name="connsiteY5" fmla="*/ 1863325 h 2827560"/>
              <a:gd name="connsiteX6" fmla="*/ 58447 w 5467129"/>
              <a:gd name="connsiteY6" fmla="*/ 2737061 h 2827560"/>
              <a:gd name="connsiteX0" fmla="*/ 58447 w 5467129"/>
              <a:gd name="connsiteY0" fmla="*/ 2739880 h 2830379"/>
              <a:gd name="connsiteX1" fmla="*/ 440364 w 5467129"/>
              <a:gd name="connsiteY1" fmla="*/ 1312691 h 2830379"/>
              <a:gd name="connsiteX2" fmla="*/ 2810914 w 5467129"/>
              <a:gd name="connsiteY2" fmla="*/ 16627 h 2830379"/>
              <a:gd name="connsiteX3" fmla="*/ 5467129 w 5467129"/>
              <a:gd name="connsiteY3" fmla="*/ 2162365 h 2830379"/>
              <a:gd name="connsiteX4" fmla="*/ 2802893 w 5467129"/>
              <a:gd name="connsiteY4" fmla="*/ 2118354 h 2830379"/>
              <a:gd name="connsiteX5" fmla="*/ 1178301 w 5467129"/>
              <a:gd name="connsiteY5" fmla="*/ 1866144 h 2830379"/>
              <a:gd name="connsiteX6" fmla="*/ 58447 w 5467129"/>
              <a:gd name="connsiteY6" fmla="*/ 2739880 h 2830379"/>
              <a:gd name="connsiteX0" fmla="*/ 30708 w 5439390"/>
              <a:gd name="connsiteY0" fmla="*/ 2739880 h 2830379"/>
              <a:gd name="connsiteX1" fmla="*/ 412625 w 5439390"/>
              <a:gd name="connsiteY1" fmla="*/ 1312691 h 2830379"/>
              <a:gd name="connsiteX2" fmla="*/ 2783175 w 5439390"/>
              <a:gd name="connsiteY2" fmla="*/ 16627 h 2830379"/>
              <a:gd name="connsiteX3" fmla="*/ 5439390 w 5439390"/>
              <a:gd name="connsiteY3" fmla="*/ 2162365 h 2830379"/>
              <a:gd name="connsiteX4" fmla="*/ 2775154 w 5439390"/>
              <a:gd name="connsiteY4" fmla="*/ 2118354 h 2830379"/>
              <a:gd name="connsiteX5" fmla="*/ 1150562 w 5439390"/>
              <a:gd name="connsiteY5" fmla="*/ 1866144 h 2830379"/>
              <a:gd name="connsiteX6" fmla="*/ 30708 w 5439390"/>
              <a:gd name="connsiteY6" fmla="*/ 2739880 h 2830379"/>
              <a:gd name="connsiteX0" fmla="*/ 12386 w 5421068"/>
              <a:gd name="connsiteY0" fmla="*/ 2739880 h 2830379"/>
              <a:gd name="connsiteX1" fmla="*/ 394303 w 5421068"/>
              <a:gd name="connsiteY1" fmla="*/ 1312691 h 2830379"/>
              <a:gd name="connsiteX2" fmla="*/ 2764853 w 5421068"/>
              <a:gd name="connsiteY2" fmla="*/ 16627 h 2830379"/>
              <a:gd name="connsiteX3" fmla="*/ 5421068 w 5421068"/>
              <a:gd name="connsiteY3" fmla="*/ 2162365 h 2830379"/>
              <a:gd name="connsiteX4" fmla="*/ 2756832 w 5421068"/>
              <a:gd name="connsiteY4" fmla="*/ 2118354 h 2830379"/>
              <a:gd name="connsiteX5" fmla="*/ 1132240 w 5421068"/>
              <a:gd name="connsiteY5" fmla="*/ 1866144 h 2830379"/>
              <a:gd name="connsiteX6" fmla="*/ 12386 w 5421068"/>
              <a:gd name="connsiteY6" fmla="*/ 2739880 h 2830379"/>
              <a:gd name="connsiteX0" fmla="*/ 6354 w 5415036"/>
              <a:gd name="connsiteY0" fmla="*/ 2739880 h 2830379"/>
              <a:gd name="connsiteX1" fmla="*/ 388271 w 5415036"/>
              <a:gd name="connsiteY1" fmla="*/ 1312691 h 2830379"/>
              <a:gd name="connsiteX2" fmla="*/ 2758821 w 5415036"/>
              <a:gd name="connsiteY2" fmla="*/ 16627 h 2830379"/>
              <a:gd name="connsiteX3" fmla="*/ 5415036 w 5415036"/>
              <a:gd name="connsiteY3" fmla="*/ 2162365 h 2830379"/>
              <a:gd name="connsiteX4" fmla="*/ 2750800 w 5415036"/>
              <a:gd name="connsiteY4" fmla="*/ 2118354 h 2830379"/>
              <a:gd name="connsiteX5" fmla="*/ 1126208 w 5415036"/>
              <a:gd name="connsiteY5" fmla="*/ 1866144 h 2830379"/>
              <a:gd name="connsiteX6" fmla="*/ 652965 w 5415036"/>
              <a:gd name="connsiteY6" fmla="*/ 2106776 h 2830379"/>
              <a:gd name="connsiteX7" fmla="*/ 6354 w 5415036"/>
              <a:gd name="connsiteY7" fmla="*/ 2739880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568316 w 5330387"/>
              <a:gd name="connsiteY6" fmla="*/ 2106776 h 2830379"/>
              <a:gd name="connsiteX7" fmla="*/ 9937 w 5330387"/>
              <a:gd name="connsiteY7" fmla="*/ 2098196 h 2830379"/>
              <a:gd name="connsiteX0" fmla="*/ 9937 w 5330387"/>
              <a:gd name="connsiteY0" fmla="*/ 2098196 h 2830379"/>
              <a:gd name="connsiteX1" fmla="*/ 303622 w 5330387"/>
              <a:gd name="connsiteY1" fmla="*/ 1312691 h 2830379"/>
              <a:gd name="connsiteX2" fmla="*/ 2674172 w 5330387"/>
              <a:gd name="connsiteY2" fmla="*/ 16627 h 2830379"/>
              <a:gd name="connsiteX3" fmla="*/ 5330387 w 5330387"/>
              <a:gd name="connsiteY3" fmla="*/ 2162365 h 2830379"/>
              <a:gd name="connsiteX4" fmla="*/ 2666151 w 5330387"/>
              <a:gd name="connsiteY4" fmla="*/ 2118354 h 2830379"/>
              <a:gd name="connsiteX5" fmla="*/ 1041559 w 5330387"/>
              <a:gd name="connsiteY5" fmla="*/ 1866144 h 2830379"/>
              <a:gd name="connsiteX6" fmla="*/ 9937 w 5330387"/>
              <a:gd name="connsiteY6" fmla="*/ 2098196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41559 w 5330387"/>
              <a:gd name="connsiteY0" fmla="*/ 1866144 h 2830379"/>
              <a:gd name="connsiteX1" fmla="*/ 9937 w 5330387"/>
              <a:gd name="connsiteY1" fmla="*/ 2098196 h 2830379"/>
              <a:gd name="connsiteX2" fmla="*/ 303622 w 5330387"/>
              <a:gd name="connsiteY2" fmla="*/ 1312691 h 2830379"/>
              <a:gd name="connsiteX3" fmla="*/ 2674172 w 5330387"/>
              <a:gd name="connsiteY3" fmla="*/ 16627 h 2830379"/>
              <a:gd name="connsiteX4" fmla="*/ 5330387 w 5330387"/>
              <a:gd name="connsiteY4" fmla="*/ 2162365 h 2830379"/>
              <a:gd name="connsiteX5" fmla="*/ 2666151 w 5330387"/>
              <a:gd name="connsiteY5" fmla="*/ 2118354 h 2830379"/>
              <a:gd name="connsiteX6" fmla="*/ 1132999 w 5330387"/>
              <a:gd name="connsiteY6" fmla="*/ 1957584 h 2830379"/>
              <a:gd name="connsiteX0" fmla="*/ 1031622 w 5320450"/>
              <a:gd name="connsiteY0" fmla="*/ 1866144 h 2830379"/>
              <a:gd name="connsiteX1" fmla="*/ 0 w 5320450"/>
              <a:gd name="connsiteY1" fmla="*/ 2098196 h 2830379"/>
              <a:gd name="connsiteX2" fmla="*/ 293685 w 5320450"/>
              <a:gd name="connsiteY2" fmla="*/ 1312691 h 2830379"/>
              <a:gd name="connsiteX3" fmla="*/ 2664235 w 5320450"/>
              <a:gd name="connsiteY3" fmla="*/ 16627 h 2830379"/>
              <a:gd name="connsiteX4" fmla="*/ 5320450 w 5320450"/>
              <a:gd name="connsiteY4" fmla="*/ 2162365 h 2830379"/>
              <a:gd name="connsiteX5" fmla="*/ 2656214 w 5320450"/>
              <a:gd name="connsiteY5" fmla="*/ 2118354 h 2830379"/>
              <a:gd name="connsiteX6" fmla="*/ 1123062 w 5320450"/>
              <a:gd name="connsiteY6" fmla="*/ 1957584 h 2830379"/>
              <a:gd name="connsiteX0" fmla="*/ 1052642 w 5341470"/>
              <a:gd name="connsiteY0" fmla="*/ 1866144 h 2830379"/>
              <a:gd name="connsiteX1" fmla="*/ 0 w 5341470"/>
              <a:gd name="connsiteY1" fmla="*/ 2050900 h 2830379"/>
              <a:gd name="connsiteX2" fmla="*/ 314705 w 5341470"/>
              <a:gd name="connsiteY2" fmla="*/ 1312691 h 2830379"/>
              <a:gd name="connsiteX3" fmla="*/ 2685255 w 5341470"/>
              <a:gd name="connsiteY3" fmla="*/ 16627 h 2830379"/>
              <a:gd name="connsiteX4" fmla="*/ 5341470 w 5341470"/>
              <a:gd name="connsiteY4" fmla="*/ 2162365 h 2830379"/>
              <a:gd name="connsiteX5" fmla="*/ 2677234 w 5341470"/>
              <a:gd name="connsiteY5" fmla="*/ 2118354 h 2830379"/>
              <a:gd name="connsiteX6" fmla="*/ 1144082 w 5341470"/>
              <a:gd name="connsiteY6" fmla="*/ 1957584 h 2830379"/>
              <a:gd name="connsiteX0" fmla="*/ 1052642 w 5341470"/>
              <a:gd name="connsiteY0" fmla="*/ 1895407 h 2859642"/>
              <a:gd name="connsiteX1" fmla="*/ 0 w 5341470"/>
              <a:gd name="connsiteY1" fmla="*/ 2080163 h 2859642"/>
              <a:gd name="connsiteX2" fmla="*/ 584289 w 5341470"/>
              <a:gd name="connsiteY2" fmla="*/ 981294 h 2859642"/>
              <a:gd name="connsiteX3" fmla="*/ 2685255 w 5341470"/>
              <a:gd name="connsiteY3" fmla="*/ 45890 h 2859642"/>
              <a:gd name="connsiteX4" fmla="*/ 5341470 w 5341470"/>
              <a:gd name="connsiteY4" fmla="*/ 2191628 h 2859642"/>
              <a:gd name="connsiteX5" fmla="*/ 2677234 w 5341470"/>
              <a:gd name="connsiteY5" fmla="*/ 2147617 h 2859642"/>
              <a:gd name="connsiteX6" fmla="*/ 1144082 w 5341470"/>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95407 h 2859642"/>
              <a:gd name="connsiteX1" fmla="*/ 0 w 5323254"/>
              <a:gd name="connsiteY1" fmla="*/ 2076520 h 2859642"/>
              <a:gd name="connsiteX2" fmla="*/ 566073 w 5323254"/>
              <a:gd name="connsiteY2" fmla="*/ 981294 h 2859642"/>
              <a:gd name="connsiteX3" fmla="*/ 2667039 w 5323254"/>
              <a:gd name="connsiteY3" fmla="*/ 45890 h 2859642"/>
              <a:gd name="connsiteX4" fmla="*/ 5323254 w 5323254"/>
              <a:gd name="connsiteY4" fmla="*/ 2191628 h 2859642"/>
              <a:gd name="connsiteX5" fmla="*/ 2659018 w 5323254"/>
              <a:gd name="connsiteY5" fmla="*/ 2147617 h 2859642"/>
              <a:gd name="connsiteX6" fmla="*/ 1125866 w 5323254"/>
              <a:gd name="connsiteY6" fmla="*/ 1986847 h 2859642"/>
              <a:gd name="connsiteX0" fmla="*/ 1034426 w 5323254"/>
              <a:gd name="connsiteY0" fmla="*/ 1884910 h 2849145"/>
              <a:gd name="connsiteX1" fmla="*/ 0 w 5323254"/>
              <a:gd name="connsiteY1" fmla="*/ 2066023 h 2849145"/>
              <a:gd name="connsiteX2" fmla="*/ 566073 w 5323254"/>
              <a:gd name="connsiteY2" fmla="*/ 970797 h 2849145"/>
              <a:gd name="connsiteX3" fmla="*/ 2667039 w 5323254"/>
              <a:gd name="connsiteY3" fmla="*/ 35393 h 2849145"/>
              <a:gd name="connsiteX4" fmla="*/ 5323254 w 5323254"/>
              <a:gd name="connsiteY4" fmla="*/ 2181131 h 2849145"/>
              <a:gd name="connsiteX5" fmla="*/ 2659018 w 5323254"/>
              <a:gd name="connsiteY5" fmla="*/ 2137120 h 2849145"/>
              <a:gd name="connsiteX6" fmla="*/ 1125866 w 5323254"/>
              <a:gd name="connsiteY6" fmla="*/ 1976350 h 2849145"/>
              <a:gd name="connsiteX0" fmla="*/ 1034426 w 5323254"/>
              <a:gd name="connsiteY0" fmla="*/ 1850327 h 2814562"/>
              <a:gd name="connsiteX1" fmla="*/ 0 w 5323254"/>
              <a:gd name="connsiteY1" fmla="*/ 2031440 h 2814562"/>
              <a:gd name="connsiteX2" fmla="*/ 566073 w 5323254"/>
              <a:gd name="connsiteY2" fmla="*/ 936214 h 2814562"/>
              <a:gd name="connsiteX3" fmla="*/ 2667039 w 5323254"/>
              <a:gd name="connsiteY3" fmla="*/ 810 h 2814562"/>
              <a:gd name="connsiteX4" fmla="*/ 5323254 w 5323254"/>
              <a:gd name="connsiteY4" fmla="*/ 2146548 h 2814562"/>
              <a:gd name="connsiteX5" fmla="*/ 2659018 w 5323254"/>
              <a:gd name="connsiteY5" fmla="*/ 2102537 h 2814562"/>
              <a:gd name="connsiteX6" fmla="*/ 1125866 w 5323254"/>
              <a:gd name="connsiteY6" fmla="*/ 1941767 h 2814562"/>
              <a:gd name="connsiteX0" fmla="*/ 1034426 w 5323254"/>
              <a:gd name="connsiteY0" fmla="*/ 1870005 h 2834240"/>
              <a:gd name="connsiteX1" fmla="*/ 0 w 5323254"/>
              <a:gd name="connsiteY1" fmla="*/ 2051118 h 2834240"/>
              <a:gd name="connsiteX2" fmla="*/ 566073 w 5323254"/>
              <a:gd name="connsiteY2" fmla="*/ 955892 h 2834240"/>
              <a:gd name="connsiteX3" fmla="*/ 2667039 w 5323254"/>
              <a:gd name="connsiteY3" fmla="*/ 781 h 2834240"/>
              <a:gd name="connsiteX4" fmla="*/ 5323254 w 5323254"/>
              <a:gd name="connsiteY4" fmla="*/ 2166226 h 2834240"/>
              <a:gd name="connsiteX5" fmla="*/ 2659018 w 5323254"/>
              <a:gd name="connsiteY5" fmla="*/ 2122215 h 2834240"/>
              <a:gd name="connsiteX6" fmla="*/ 1125866 w 5323254"/>
              <a:gd name="connsiteY6" fmla="*/ 1961445 h 2834240"/>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833513"/>
              <a:gd name="connsiteX1" fmla="*/ 0 w 5323254"/>
              <a:gd name="connsiteY1" fmla="*/ 2050391 h 2833513"/>
              <a:gd name="connsiteX2" fmla="*/ 566073 w 5323254"/>
              <a:gd name="connsiteY2" fmla="*/ 955165 h 2833513"/>
              <a:gd name="connsiteX3" fmla="*/ 2667039 w 5323254"/>
              <a:gd name="connsiteY3" fmla="*/ 54 h 2833513"/>
              <a:gd name="connsiteX4" fmla="*/ 5323254 w 5323254"/>
              <a:gd name="connsiteY4" fmla="*/ 2165499 h 2833513"/>
              <a:gd name="connsiteX5" fmla="*/ 2659018 w 5323254"/>
              <a:gd name="connsiteY5" fmla="*/ 2121488 h 2833513"/>
              <a:gd name="connsiteX6" fmla="*/ 1125866 w 5323254"/>
              <a:gd name="connsiteY6" fmla="*/ 1960718 h 2833513"/>
              <a:gd name="connsiteX0" fmla="*/ 1034426 w 5323254"/>
              <a:gd name="connsiteY0" fmla="*/ 1869278 h 2378075"/>
              <a:gd name="connsiteX1" fmla="*/ 0 w 5323254"/>
              <a:gd name="connsiteY1" fmla="*/ 2050391 h 2378075"/>
              <a:gd name="connsiteX2" fmla="*/ 566073 w 5323254"/>
              <a:gd name="connsiteY2" fmla="*/ 955165 h 2378075"/>
              <a:gd name="connsiteX3" fmla="*/ 2667039 w 5323254"/>
              <a:gd name="connsiteY3" fmla="*/ 54 h 2378075"/>
              <a:gd name="connsiteX4" fmla="*/ 5323254 w 5323254"/>
              <a:gd name="connsiteY4" fmla="*/ 2165499 h 2378075"/>
              <a:gd name="connsiteX5" fmla="*/ 2659018 w 5323254"/>
              <a:gd name="connsiteY5" fmla="*/ 2121488 h 2378075"/>
              <a:gd name="connsiteX6" fmla="*/ 1125866 w 5323254"/>
              <a:gd name="connsiteY6" fmla="*/ 1960718 h 2378075"/>
              <a:gd name="connsiteX0" fmla="*/ 1034426 w 5335078"/>
              <a:gd name="connsiteY0" fmla="*/ 1902587 h 2386535"/>
              <a:gd name="connsiteX1" fmla="*/ 0 w 5335078"/>
              <a:gd name="connsiteY1" fmla="*/ 2083700 h 2386535"/>
              <a:gd name="connsiteX2" fmla="*/ 566073 w 5335078"/>
              <a:gd name="connsiteY2" fmla="*/ 988474 h 2386535"/>
              <a:gd name="connsiteX3" fmla="*/ 2667039 w 5335078"/>
              <a:gd name="connsiteY3" fmla="*/ 33363 h 2386535"/>
              <a:gd name="connsiteX4" fmla="*/ 5335078 w 5335078"/>
              <a:gd name="connsiteY4" fmla="*/ 2171219 h 2386535"/>
              <a:gd name="connsiteX5" fmla="*/ 2659018 w 5335078"/>
              <a:gd name="connsiteY5" fmla="*/ 2154797 h 2386535"/>
              <a:gd name="connsiteX6" fmla="*/ 1125866 w 5335078"/>
              <a:gd name="connsiteY6" fmla="*/ 1994027 h 2386535"/>
              <a:gd name="connsiteX0" fmla="*/ 1034426 w 5335078"/>
              <a:gd name="connsiteY0" fmla="*/ 1902587 h 2430925"/>
              <a:gd name="connsiteX1" fmla="*/ 0 w 5335078"/>
              <a:gd name="connsiteY1" fmla="*/ 2083700 h 2430925"/>
              <a:gd name="connsiteX2" fmla="*/ 566073 w 5335078"/>
              <a:gd name="connsiteY2" fmla="*/ 988474 h 2430925"/>
              <a:gd name="connsiteX3" fmla="*/ 2667039 w 5335078"/>
              <a:gd name="connsiteY3" fmla="*/ 33363 h 2430925"/>
              <a:gd name="connsiteX4" fmla="*/ 5335078 w 5335078"/>
              <a:gd name="connsiteY4" fmla="*/ 2171219 h 2430925"/>
              <a:gd name="connsiteX5" fmla="*/ 2659018 w 5335078"/>
              <a:gd name="connsiteY5" fmla="*/ 2154797 h 2430925"/>
              <a:gd name="connsiteX6" fmla="*/ 1125866 w 5335078"/>
              <a:gd name="connsiteY6" fmla="*/ 1994027 h 2430925"/>
              <a:gd name="connsiteX0" fmla="*/ 1034426 w 5335078"/>
              <a:gd name="connsiteY0" fmla="*/ 1902587 h 2424228"/>
              <a:gd name="connsiteX1" fmla="*/ 0 w 5335078"/>
              <a:gd name="connsiteY1" fmla="*/ 2083700 h 2424228"/>
              <a:gd name="connsiteX2" fmla="*/ 566073 w 5335078"/>
              <a:gd name="connsiteY2" fmla="*/ 988474 h 2424228"/>
              <a:gd name="connsiteX3" fmla="*/ 2667039 w 5335078"/>
              <a:gd name="connsiteY3" fmla="*/ 33363 h 2424228"/>
              <a:gd name="connsiteX4" fmla="*/ 5335078 w 5335078"/>
              <a:gd name="connsiteY4" fmla="*/ 2171219 h 2424228"/>
              <a:gd name="connsiteX5" fmla="*/ 2659018 w 5335078"/>
              <a:gd name="connsiteY5" fmla="*/ 2154797 h 2424228"/>
              <a:gd name="connsiteX6" fmla="*/ 1125866 w 5335078"/>
              <a:gd name="connsiteY6" fmla="*/ 1994027 h 2424228"/>
              <a:gd name="connsiteX0" fmla="*/ 1034426 w 5335078"/>
              <a:gd name="connsiteY0" fmla="*/ 1902587 h 2391766"/>
              <a:gd name="connsiteX1" fmla="*/ 0 w 5335078"/>
              <a:gd name="connsiteY1" fmla="*/ 2083700 h 2391766"/>
              <a:gd name="connsiteX2" fmla="*/ 566073 w 5335078"/>
              <a:gd name="connsiteY2" fmla="*/ 988474 h 2391766"/>
              <a:gd name="connsiteX3" fmla="*/ 2667039 w 5335078"/>
              <a:gd name="connsiteY3" fmla="*/ 33363 h 2391766"/>
              <a:gd name="connsiteX4" fmla="*/ 5335078 w 5335078"/>
              <a:gd name="connsiteY4" fmla="*/ 2171219 h 2391766"/>
              <a:gd name="connsiteX5" fmla="*/ 2659018 w 5335078"/>
              <a:gd name="connsiteY5" fmla="*/ 2154797 h 2391766"/>
              <a:gd name="connsiteX6" fmla="*/ 1125866 w 5335078"/>
              <a:gd name="connsiteY6" fmla="*/ 1994027 h 2391766"/>
              <a:gd name="connsiteX0" fmla="*/ 1034426 w 5335078"/>
              <a:gd name="connsiteY0" fmla="*/ 1902587 h 2378193"/>
              <a:gd name="connsiteX1" fmla="*/ 0 w 5335078"/>
              <a:gd name="connsiteY1" fmla="*/ 2083700 h 2378193"/>
              <a:gd name="connsiteX2" fmla="*/ 566073 w 5335078"/>
              <a:gd name="connsiteY2" fmla="*/ 988474 h 2378193"/>
              <a:gd name="connsiteX3" fmla="*/ 2667039 w 5335078"/>
              <a:gd name="connsiteY3" fmla="*/ 33363 h 2378193"/>
              <a:gd name="connsiteX4" fmla="*/ 5335078 w 5335078"/>
              <a:gd name="connsiteY4" fmla="*/ 2171219 h 2378193"/>
              <a:gd name="connsiteX5" fmla="*/ 2659018 w 5335078"/>
              <a:gd name="connsiteY5" fmla="*/ 2154797 h 2378193"/>
              <a:gd name="connsiteX6" fmla="*/ 1125866 w 5335078"/>
              <a:gd name="connsiteY6" fmla="*/ 1994027 h 2378193"/>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1034426 w 5335078"/>
              <a:gd name="connsiteY0" fmla="*/ 190258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7" fmla="*/ 1034426 w 5335078"/>
              <a:gd name="connsiteY7" fmla="*/ 1902587 h 2377034"/>
              <a:gd name="connsiteX0" fmla="*/ 1125866 w 5335078"/>
              <a:gd name="connsiteY0" fmla="*/ 1994027 h 2377034"/>
              <a:gd name="connsiteX1" fmla="*/ 0 w 5335078"/>
              <a:gd name="connsiteY1" fmla="*/ 2083700 h 2377034"/>
              <a:gd name="connsiteX2" fmla="*/ 566073 w 5335078"/>
              <a:gd name="connsiteY2" fmla="*/ 988474 h 2377034"/>
              <a:gd name="connsiteX3" fmla="*/ 2667039 w 5335078"/>
              <a:gd name="connsiteY3" fmla="*/ 33363 h 2377034"/>
              <a:gd name="connsiteX4" fmla="*/ 5335078 w 5335078"/>
              <a:gd name="connsiteY4" fmla="*/ 2171219 h 2377034"/>
              <a:gd name="connsiteX5" fmla="*/ 2659018 w 5335078"/>
              <a:gd name="connsiteY5" fmla="*/ 2154797 h 2377034"/>
              <a:gd name="connsiteX6" fmla="*/ 1125866 w 5335078"/>
              <a:gd name="connsiteY6" fmla="*/ 1994027 h 2377034"/>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35919"/>
              <a:gd name="connsiteX1" fmla="*/ 0 w 5335078"/>
              <a:gd name="connsiteY1" fmla="*/ 2083700 h 2335919"/>
              <a:gd name="connsiteX2" fmla="*/ 566073 w 5335078"/>
              <a:gd name="connsiteY2" fmla="*/ 988474 h 2335919"/>
              <a:gd name="connsiteX3" fmla="*/ 2667039 w 5335078"/>
              <a:gd name="connsiteY3" fmla="*/ 33363 h 2335919"/>
              <a:gd name="connsiteX4" fmla="*/ 5335078 w 5335078"/>
              <a:gd name="connsiteY4" fmla="*/ 2171219 h 2335919"/>
              <a:gd name="connsiteX5" fmla="*/ 2659018 w 5335078"/>
              <a:gd name="connsiteY5" fmla="*/ 2154797 h 2335919"/>
              <a:gd name="connsiteX0" fmla="*/ 2659018 w 5335078"/>
              <a:gd name="connsiteY0" fmla="*/ 2154797 h 2392890"/>
              <a:gd name="connsiteX1" fmla="*/ 0 w 5335078"/>
              <a:gd name="connsiteY1" fmla="*/ 2083700 h 2392890"/>
              <a:gd name="connsiteX2" fmla="*/ 566073 w 5335078"/>
              <a:gd name="connsiteY2" fmla="*/ 988474 h 2392890"/>
              <a:gd name="connsiteX3" fmla="*/ 2667039 w 5335078"/>
              <a:gd name="connsiteY3" fmla="*/ 33363 h 2392890"/>
              <a:gd name="connsiteX4" fmla="*/ 5335078 w 5335078"/>
              <a:gd name="connsiteY4" fmla="*/ 2171219 h 2392890"/>
              <a:gd name="connsiteX5" fmla="*/ 2659018 w 5335078"/>
              <a:gd name="connsiteY5" fmla="*/ 2154797 h 2392890"/>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54797 h 2397856"/>
              <a:gd name="connsiteX1" fmla="*/ 0 w 5335078"/>
              <a:gd name="connsiteY1" fmla="*/ 2083700 h 2397856"/>
              <a:gd name="connsiteX2" fmla="*/ 566073 w 5335078"/>
              <a:gd name="connsiteY2" fmla="*/ 988474 h 2397856"/>
              <a:gd name="connsiteX3" fmla="*/ 2667039 w 5335078"/>
              <a:gd name="connsiteY3" fmla="*/ 33363 h 2397856"/>
              <a:gd name="connsiteX4" fmla="*/ 5335078 w 5335078"/>
              <a:gd name="connsiteY4" fmla="*/ 2171219 h 2397856"/>
              <a:gd name="connsiteX5" fmla="*/ 2659018 w 5335078"/>
              <a:gd name="connsiteY5" fmla="*/ 2154797 h 2397856"/>
              <a:gd name="connsiteX0" fmla="*/ 2659018 w 5335078"/>
              <a:gd name="connsiteY0" fmla="*/ 2121527 h 2364586"/>
              <a:gd name="connsiteX1" fmla="*/ 0 w 5335078"/>
              <a:gd name="connsiteY1" fmla="*/ 2050430 h 2364586"/>
              <a:gd name="connsiteX2" fmla="*/ 2667039 w 5335078"/>
              <a:gd name="connsiteY2" fmla="*/ 93 h 2364586"/>
              <a:gd name="connsiteX3" fmla="*/ 5335078 w 5335078"/>
              <a:gd name="connsiteY3" fmla="*/ 2137949 h 2364586"/>
              <a:gd name="connsiteX4" fmla="*/ 2659018 w 5335078"/>
              <a:gd name="connsiteY4" fmla="*/ 2121527 h 2364586"/>
              <a:gd name="connsiteX0" fmla="*/ 2659018 w 5335078"/>
              <a:gd name="connsiteY0" fmla="*/ 2126514 h 2369573"/>
              <a:gd name="connsiteX1" fmla="*/ 0 w 5335078"/>
              <a:gd name="connsiteY1" fmla="*/ 2055417 h 2369573"/>
              <a:gd name="connsiteX2" fmla="*/ 2667039 w 5335078"/>
              <a:gd name="connsiteY2" fmla="*/ 5080 h 2369573"/>
              <a:gd name="connsiteX3" fmla="*/ 5335078 w 5335078"/>
              <a:gd name="connsiteY3" fmla="*/ 2142936 h 2369573"/>
              <a:gd name="connsiteX4" fmla="*/ 2659018 w 5335078"/>
              <a:gd name="connsiteY4" fmla="*/ 2126514 h 2369573"/>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2073 h 2365132"/>
              <a:gd name="connsiteX1" fmla="*/ 0 w 5335078"/>
              <a:gd name="connsiteY1" fmla="*/ 2050976 h 2365132"/>
              <a:gd name="connsiteX2" fmla="*/ 2667039 w 5335078"/>
              <a:gd name="connsiteY2" fmla="*/ 639 h 2365132"/>
              <a:gd name="connsiteX3" fmla="*/ 5335078 w 5335078"/>
              <a:gd name="connsiteY3" fmla="*/ 2138495 h 2365132"/>
              <a:gd name="connsiteX4" fmla="*/ 2659018 w 5335078"/>
              <a:gd name="connsiteY4" fmla="*/ 2122073 h 2365132"/>
              <a:gd name="connsiteX0" fmla="*/ 2659018 w 5335078"/>
              <a:gd name="connsiteY0" fmla="*/ 2121753 h 2364812"/>
              <a:gd name="connsiteX1" fmla="*/ 0 w 5335078"/>
              <a:gd name="connsiteY1" fmla="*/ 2050656 h 2364812"/>
              <a:gd name="connsiteX2" fmla="*/ 2667039 w 5335078"/>
              <a:gd name="connsiteY2" fmla="*/ 319 h 2364812"/>
              <a:gd name="connsiteX3" fmla="*/ 5335078 w 5335078"/>
              <a:gd name="connsiteY3" fmla="*/ 2138175 h 2364812"/>
              <a:gd name="connsiteX4" fmla="*/ 2659018 w 5335078"/>
              <a:gd name="connsiteY4" fmla="*/ 2121753 h 2364812"/>
              <a:gd name="connsiteX0" fmla="*/ 2659018 w 5335078"/>
              <a:gd name="connsiteY0" fmla="*/ 2121721 h 2364780"/>
              <a:gd name="connsiteX1" fmla="*/ 0 w 5335078"/>
              <a:gd name="connsiteY1" fmla="*/ 2050624 h 2364780"/>
              <a:gd name="connsiteX2" fmla="*/ 2667039 w 5335078"/>
              <a:gd name="connsiteY2" fmla="*/ 287 h 2364780"/>
              <a:gd name="connsiteX3" fmla="*/ 5335078 w 5335078"/>
              <a:gd name="connsiteY3" fmla="*/ 2138143 h 2364780"/>
              <a:gd name="connsiteX4" fmla="*/ 2659018 w 5335078"/>
              <a:gd name="connsiteY4" fmla="*/ 2121721 h 2364780"/>
              <a:gd name="connsiteX0" fmla="*/ 2659018 w 5335078"/>
              <a:gd name="connsiteY0" fmla="*/ 2121435 h 2364494"/>
              <a:gd name="connsiteX1" fmla="*/ 0 w 5335078"/>
              <a:gd name="connsiteY1" fmla="*/ 2050338 h 2364494"/>
              <a:gd name="connsiteX2" fmla="*/ 2667039 w 5335078"/>
              <a:gd name="connsiteY2" fmla="*/ 1 h 2364494"/>
              <a:gd name="connsiteX3" fmla="*/ 5335078 w 5335078"/>
              <a:gd name="connsiteY3" fmla="*/ 2137857 h 2364494"/>
              <a:gd name="connsiteX4" fmla="*/ 2659018 w 5335078"/>
              <a:gd name="connsiteY4" fmla="*/ 2121435 h 2364494"/>
              <a:gd name="connsiteX0" fmla="*/ 2659018 w 5335078"/>
              <a:gd name="connsiteY0" fmla="*/ 2127784 h 2370843"/>
              <a:gd name="connsiteX1" fmla="*/ 0 w 5335078"/>
              <a:gd name="connsiteY1" fmla="*/ 2056687 h 2370843"/>
              <a:gd name="connsiteX2" fmla="*/ 2660689 w 5335078"/>
              <a:gd name="connsiteY2" fmla="*/ 0 h 2370843"/>
              <a:gd name="connsiteX3" fmla="*/ 5335078 w 5335078"/>
              <a:gd name="connsiteY3" fmla="*/ 2144206 h 2370843"/>
              <a:gd name="connsiteX4" fmla="*/ 2659018 w 5335078"/>
              <a:gd name="connsiteY4" fmla="*/ 2127784 h 2370843"/>
              <a:gd name="connsiteX0" fmla="*/ 2659018 w 5335078"/>
              <a:gd name="connsiteY0" fmla="*/ 2108534 h 2351593"/>
              <a:gd name="connsiteX1" fmla="*/ 0 w 5335078"/>
              <a:gd name="connsiteY1" fmla="*/ 2037437 h 2351593"/>
              <a:gd name="connsiteX2" fmla="*/ 2660689 w 5335078"/>
              <a:gd name="connsiteY2" fmla="*/ 1 h 2351593"/>
              <a:gd name="connsiteX3" fmla="*/ 5335078 w 5335078"/>
              <a:gd name="connsiteY3" fmla="*/ 2124956 h 2351593"/>
              <a:gd name="connsiteX4" fmla="*/ 2659018 w 5335078"/>
              <a:gd name="connsiteY4" fmla="*/ 2108534 h 2351593"/>
              <a:gd name="connsiteX0" fmla="*/ 2659018 w 5335078"/>
              <a:gd name="connsiteY0" fmla="*/ 2111741 h 2354800"/>
              <a:gd name="connsiteX1" fmla="*/ 0 w 5335078"/>
              <a:gd name="connsiteY1" fmla="*/ 2040644 h 2354800"/>
              <a:gd name="connsiteX2" fmla="*/ 2660689 w 5335078"/>
              <a:gd name="connsiteY2" fmla="*/ 0 h 2354800"/>
              <a:gd name="connsiteX3" fmla="*/ 5335078 w 5335078"/>
              <a:gd name="connsiteY3" fmla="*/ 2128163 h 2354800"/>
              <a:gd name="connsiteX4" fmla="*/ 2659018 w 5335078"/>
              <a:gd name="connsiteY4" fmla="*/ 2111741 h 2354800"/>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 name="connsiteX0" fmla="*/ 2659018 w 5335078"/>
              <a:gd name="connsiteY0" fmla="*/ 2111748 h 2354807"/>
              <a:gd name="connsiteX1" fmla="*/ 0 w 5335078"/>
              <a:gd name="connsiteY1" fmla="*/ 2040651 h 2354807"/>
              <a:gd name="connsiteX2" fmla="*/ 2660689 w 5335078"/>
              <a:gd name="connsiteY2" fmla="*/ 7 h 2354807"/>
              <a:gd name="connsiteX3" fmla="*/ 5335078 w 5335078"/>
              <a:gd name="connsiteY3" fmla="*/ 2128170 h 2354807"/>
              <a:gd name="connsiteX4" fmla="*/ 2659018 w 5335078"/>
              <a:gd name="connsiteY4" fmla="*/ 2111748 h 235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5078" h="2354807">
                <a:moveTo>
                  <a:pt x="2659018" y="2111748"/>
                </a:moveTo>
                <a:cubicBezTo>
                  <a:pt x="1643714" y="1699082"/>
                  <a:pt x="419769" y="1884255"/>
                  <a:pt x="0" y="2040651"/>
                </a:cubicBezTo>
                <a:cubicBezTo>
                  <a:pt x="95392" y="1506223"/>
                  <a:pt x="860721" y="-3578"/>
                  <a:pt x="2660689" y="7"/>
                </a:cubicBezTo>
                <a:cubicBezTo>
                  <a:pt x="4460657" y="3592"/>
                  <a:pt x="5211709" y="1510238"/>
                  <a:pt x="5335078" y="2128170"/>
                </a:cubicBezTo>
                <a:cubicBezTo>
                  <a:pt x="4302438" y="2512830"/>
                  <a:pt x="3315656" y="2339170"/>
                  <a:pt x="2659018" y="2111748"/>
                </a:cubicBezTo>
                <a:close/>
              </a:path>
            </a:pathLst>
          </a:custGeom>
        </p:spPr>
        <p:txBody>
          <a:bodyPr>
            <a:normAutofit/>
          </a:bodyPr>
          <a:lstStyle>
            <a:lvl1pPr marL="0" indent="0" algn="ctr">
              <a:buNone/>
              <a:defRPr sz="1400"/>
            </a:lvl1pPr>
          </a:lstStyle>
          <a:p>
            <a:r>
              <a:rPr lang="en-GB"/>
              <a:t>Add image or colour</a:t>
            </a:r>
          </a:p>
        </p:txBody>
      </p:sp>
      <p:pic>
        <p:nvPicPr>
          <p:cNvPr id="8" name="Graphic 7">
            <a:extLst>
              <a:ext uri="{FF2B5EF4-FFF2-40B4-BE49-F238E27FC236}">
                <a16:creationId xmlns:a16="http://schemas.microsoft.com/office/drawing/2014/main" id="{5ECB0A80-1B0E-170D-E80A-84919FB912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343640" y="411459"/>
            <a:ext cx="457200" cy="457200"/>
          </a:xfrm>
          <a:prstGeom prst="rect">
            <a:avLst/>
          </a:prstGeom>
        </p:spPr>
      </p:pic>
      <p:sp>
        <p:nvSpPr>
          <p:cNvPr id="9" name="Slide Number Placeholder 5">
            <a:extLst>
              <a:ext uri="{FF2B5EF4-FFF2-40B4-BE49-F238E27FC236}">
                <a16:creationId xmlns:a16="http://schemas.microsoft.com/office/drawing/2014/main" id="{3A3D167C-9875-FA01-F0EE-48A389E823EA}"/>
              </a:ext>
            </a:extLst>
          </p:cNvPr>
          <p:cNvSpPr>
            <a:spLocks noGrp="1"/>
          </p:cNvSpPr>
          <p:nvPr>
            <p:ph type="sldNum" sz="quarter" idx="12"/>
          </p:nvPr>
        </p:nvSpPr>
        <p:spPr>
          <a:xfrm>
            <a:off x="11628645" y="6387881"/>
            <a:ext cx="418837" cy="365125"/>
          </a:xfrm>
        </p:spPr>
        <p:txBody>
          <a:bodyPr/>
          <a:lstStyle>
            <a:lvl1pPr>
              <a:defRPr sz="1050">
                <a:solidFill>
                  <a:schemeClr val="accent1"/>
                </a:solidFill>
              </a:defRPr>
            </a:lvl1pPr>
          </a:lstStyle>
          <a:p>
            <a:fld id="{1E3508AD-6785-9A40-B664-AC186F99CF3B}" type="slidenum">
              <a:rPr lang="en-GB" smtClean="0"/>
              <a:pPr/>
              <a:t>‹#›</a:t>
            </a:fld>
            <a:endParaRPr lang="en-GB"/>
          </a:p>
        </p:txBody>
      </p:sp>
      <p:sp>
        <p:nvSpPr>
          <p:cNvPr id="11" name="Title 1">
            <a:extLst>
              <a:ext uri="{FF2B5EF4-FFF2-40B4-BE49-F238E27FC236}">
                <a16:creationId xmlns:a16="http://schemas.microsoft.com/office/drawing/2014/main" id="{E4736FBD-C735-A3EB-79E8-81370B63D159}"/>
              </a:ext>
            </a:extLst>
          </p:cNvPr>
          <p:cNvSpPr>
            <a:spLocks noGrp="1"/>
          </p:cNvSpPr>
          <p:nvPr>
            <p:ph type="ctrTitle"/>
          </p:nvPr>
        </p:nvSpPr>
        <p:spPr>
          <a:xfrm>
            <a:off x="841093" y="2002420"/>
            <a:ext cx="3888973" cy="1585732"/>
          </a:xfrm>
          <a:prstGeom prst="rect">
            <a:avLst/>
          </a:prstGeom>
        </p:spPr>
        <p:txBody>
          <a:bodyPr anchor="t">
            <a:normAutofit/>
          </a:bodyPr>
          <a:lstStyle>
            <a:lvl1pPr algn="l">
              <a:defRPr sz="3600">
                <a:solidFill>
                  <a:schemeClr val="bg1"/>
                </a:solidFill>
              </a:defRPr>
            </a:lvl1pPr>
          </a:lstStyle>
          <a:p>
            <a:r>
              <a:rPr lang="en-GB"/>
              <a:t>Click to edit Master title style</a:t>
            </a:r>
          </a:p>
        </p:txBody>
      </p:sp>
      <p:sp>
        <p:nvSpPr>
          <p:cNvPr id="12" name="Text Placeholder 10">
            <a:extLst>
              <a:ext uri="{FF2B5EF4-FFF2-40B4-BE49-F238E27FC236}">
                <a16:creationId xmlns:a16="http://schemas.microsoft.com/office/drawing/2014/main" id="{0213EADD-CAB9-DEAA-F13C-E0B9559E8FA6}"/>
              </a:ext>
            </a:extLst>
          </p:cNvPr>
          <p:cNvSpPr>
            <a:spLocks noGrp="1"/>
          </p:cNvSpPr>
          <p:nvPr>
            <p:ph type="body" sz="quarter" idx="15" hasCustomPrompt="1"/>
          </p:nvPr>
        </p:nvSpPr>
        <p:spPr>
          <a:xfrm>
            <a:off x="841094" y="4450181"/>
            <a:ext cx="3888973" cy="1937700"/>
          </a:xfrm>
        </p:spPr>
        <p:txBody>
          <a:bodyPr anchor="b">
            <a:normAutofit/>
          </a:bodyPr>
          <a:lstStyle>
            <a:lvl1pPr marL="0" indent="0">
              <a:lnSpc>
                <a:spcPct val="110000"/>
              </a:lnSpc>
              <a:buFont typeface="Arial" panose="020B0604020202020204" pitchFamily="34" charset="0"/>
              <a:buNone/>
              <a:defRPr sz="1200">
                <a:solidFill>
                  <a:schemeClr val="tx1"/>
                </a:solidFill>
              </a:defRPr>
            </a:lvl1pPr>
          </a:lstStyle>
          <a:p>
            <a:pPr lvl="0"/>
            <a:r>
              <a:rPr lang="en-GB"/>
              <a:t>Add more text</a:t>
            </a:r>
          </a:p>
        </p:txBody>
      </p:sp>
      <p:sp>
        <p:nvSpPr>
          <p:cNvPr id="13" name="Text Placeholder 15">
            <a:extLst>
              <a:ext uri="{FF2B5EF4-FFF2-40B4-BE49-F238E27FC236}">
                <a16:creationId xmlns:a16="http://schemas.microsoft.com/office/drawing/2014/main" id="{518052ED-4900-6F39-B939-C2128A1BC8BC}"/>
              </a:ext>
            </a:extLst>
          </p:cNvPr>
          <p:cNvSpPr>
            <a:spLocks noGrp="1"/>
          </p:cNvSpPr>
          <p:nvPr>
            <p:ph type="body" sz="quarter" idx="17" hasCustomPrompt="1"/>
          </p:nvPr>
        </p:nvSpPr>
        <p:spPr>
          <a:xfrm>
            <a:off x="841094" y="1617994"/>
            <a:ext cx="3888972" cy="295275"/>
          </a:xfrm>
        </p:spPr>
        <p:txBody>
          <a:bodyPr anchor="b">
            <a:noAutofit/>
          </a:bodyPr>
          <a:lstStyle>
            <a:lvl1pPr marL="0" indent="0" algn="l">
              <a:buFont typeface="Arial" panose="020B0604020202020204" pitchFamily="34" charset="0"/>
              <a:buNone/>
              <a:defRPr sz="1050" spc="180" baseline="0">
                <a:solidFill>
                  <a:schemeClr val="bg1"/>
                </a:solidFill>
              </a:defRPr>
            </a:lvl1pPr>
            <a:lvl2pPr marL="457200" indent="0">
              <a:buFont typeface="Arial" panose="020B0604020202020204" pitchFamily="34" charset="0"/>
              <a:buNone/>
              <a:defRPr sz="1050" spc="180" baseline="0"/>
            </a:lvl2pPr>
            <a:lvl3pPr marL="914400" indent="0">
              <a:buFont typeface="Arial" panose="020B0604020202020204" pitchFamily="34" charset="0"/>
              <a:buNone/>
              <a:defRPr sz="1050" spc="180" baseline="0"/>
            </a:lvl3pPr>
            <a:lvl4pPr marL="1371600" indent="0">
              <a:buFont typeface="Arial" panose="020B0604020202020204" pitchFamily="34" charset="0"/>
              <a:buNone/>
              <a:defRPr sz="1050" spc="180" baseline="0"/>
            </a:lvl4pPr>
            <a:lvl5pPr marL="1828800" indent="0">
              <a:buFont typeface="Arial" panose="020B0604020202020204" pitchFamily="34" charset="0"/>
              <a:buNone/>
              <a:defRPr sz="1050" spc="180" baseline="0"/>
            </a:lvl5pPr>
          </a:lstStyle>
          <a:p>
            <a:pPr lvl="0"/>
            <a:r>
              <a:rPr lang="en-GB"/>
              <a:t>CLICK TO EDIT MASTER TEXT STYLES</a:t>
            </a:r>
          </a:p>
        </p:txBody>
      </p:sp>
      <p:sp>
        <p:nvSpPr>
          <p:cNvPr id="14" name="Footer Placeholder 13">
            <a:extLst>
              <a:ext uri="{FF2B5EF4-FFF2-40B4-BE49-F238E27FC236}">
                <a16:creationId xmlns:a16="http://schemas.microsoft.com/office/drawing/2014/main" id="{6E5241F3-02DA-7DC4-A3FE-66BFE75A925A}"/>
              </a:ext>
            </a:extLst>
          </p:cNvPr>
          <p:cNvSpPr>
            <a:spLocks noGrp="1"/>
          </p:cNvSpPr>
          <p:nvPr>
            <p:ph type="ftr" sz="quarter" idx="18"/>
          </p:nvPr>
        </p:nvSpPr>
        <p:spPr/>
        <p:txBody>
          <a:bodyPr/>
          <a:lstStyle>
            <a:lvl1pPr>
              <a:defRPr>
                <a:solidFill>
                  <a:schemeClr val="bg2">
                    <a:lumMod val="75000"/>
                  </a:schemeClr>
                </a:solidFill>
              </a:defRPr>
            </a:lvl1pPr>
          </a:lstStyle>
          <a:p>
            <a:r>
              <a:rPr lang="en-GB"/>
              <a:t>SDR HUB OVERVIEW</a:t>
            </a:r>
          </a:p>
        </p:txBody>
      </p:sp>
      <p:sp>
        <p:nvSpPr>
          <p:cNvPr id="3" name="Text Placeholder 2">
            <a:extLst>
              <a:ext uri="{FF2B5EF4-FFF2-40B4-BE49-F238E27FC236}">
                <a16:creationId xmlns:a16="http://schemas.microsoft.com/office/drawing/2014/main" id="{59F55D7E-B700-5553-B21F-746436B41ADA}"/>
              </a:ext>
            </a:extLst>
          </p:cNvPr>
          <p:cNvSpPr>
            <a:spLocks noGrp="1"/>
          </p:cNvSpPr>
          <p:nvPr>
            <p:ph type="body" sz="quarter" idx="19" hasCustomPrompt="1"/>
          </p:nvPr>
        </p:nvSpPr>
        <p:spPr>
          <a:xfrm>
            <a:off x="7750629" y="2002420"/>
            <a:ext cx="2805403" cy="834085"/>
          </a:xfrm>
        </p:spPr>
        <p:txBody>
          <a:bodyPr>
            <a:normAutofit/>
          </a:bodyPr>
          <a:lstStyle>
            <a:lvl1pPr marL="0" indent="0" algn="ctr">
              <a:buFont typeface="Arial" panose="020B0604020202020204" pitchFamily="34" charset="0"/>
              <a:buNone/>
              <a:defRPr sz="1400" i="1">
                <a:solidFill>
                  <a:schemeClr val="tx1"/>
                </a:solidFill>
              </a:defRPr>
            </a:lvl1pPr>
          </a:lstStyle>
          <a:p>
            <a:pPr lvl="0"/>
            <a:r>
              <a:rPr lang="en-GB"/>
              <a:t>Add text</a:t>
            </a:r>
          </a:p>
        </p:txBody>
      </p:sp>
    </p:spTree>
    <p:extLst>
      <p:ext uri="{BB962C8B-B14F-4D97-AF65-F5344CB8AC3E}">
        <p14:creationId xmlns:p14="http://schemas.microsoft.com/office/powerpoint/2010/main" val="13194930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svg"/><Relationship Id="rId19" Type="http://schemas.openxmlformats.org/officeDocument/2006/relationships/image" Target="../media/image3.png"/><Relationship Id="rId20" Type="http://schemas.openxmlformats.org/officeDocument/2006/relationships/image" Target="../media/image4.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theme" Target="../theme/theme2.xml"/><Relationship Id="rId10" Type="http://schemas.openxmlformats.org/officeDocument/2006/relationships/image" Target="../media/image1.png"/><Relationship Id="rId11" Type="http://schemas.openxmlformats.org/officeDocument/2006/relationships/image" Target="../media/image2.svg"/><Relationship Id="rId12" Type="http://schemas.openxmlformats.org/officeDocument/2006/relationships/image" Target="../media/image6.png"/><Relationship Id="rId13" Type="http://schemas.openxmlformats.org/officeDocument/2006/relationships/image" Target="../media/image7.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theme" Target="../theme/theme3.xml"/><Relationship Id="rId9" Type="http://schemas.openxmlformats.org/officeDocument/2006/relationships/image" Target="../media/image1.png"/><Relationship Id="rId10" Type="http://schemas.openxmlformats.org/officeDocument/2006/relationships/image" Target="../media/image2.svg"/><Relationship Id="rId11" Type="http://schemas.openxmlformats.org/officeDocument/2006/relationships/image" Target="../media/image6.png"/><Relationship Id="rId12" Type="http://schemas.openxmlformats.org/officeDocument/2006/relationships/image" Target="../media/image7.sv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slideLayout" Target="../slideLayouts/slideLayout55.xml"/><Relationship Id="rId26" Type="http://schemas.openxmlformats.org/officeDocument/2006/relationships/slideLayout" Target="../slideLayouts/slideLayout56.xml"/><Relationship Id="rId27" Type="http://schemas.openxmlformats.org/officeDocument/2006/relationships/slideLayout" Target="../slideLayouts/slideLayout57.xml"/><Relationship Id="rId28" Type="http://schemas.openxmlformats.org/officeDocument/2006/relationships/slideLayout" Target="../slideLayouts/slideLayout58.xml"/><Relationship Id="rId29" Type="http://schemas.openxmlformats.org/officeDocument/2006/relationships/slideLayout" Target="../slideLayouts/slideLayout59.xml"/><Relationship Id="rId30" Type="http://schemas.openxmlformats.org/officeDocument/2006/relationships/slideLayout" Target="../slideLayouts/slideLayout60.xml"/><Relationship Id="rId31" Type="http://schemas.openxmlformats.org/officeDocument/2006/relationships/slideLayout" Target="../slideLayouts/slideLayout61.xml"/><Relationship Id="rId32" Type="http://schemas.openxmlformats.org/officeDocument/2006/relationships/slideLayout" Target="../slideLayouts/slideLayout62.xml"/><Relationship Id="rId33" Type="http://schemas.openxmlformats.org/officeDocument/2006/relationships/slideLayout" Target="../slideLayouts/slideLayout63.xml"/><Relationship Id="rId34" Type="http://schemas.openxmlformats.org/officeDocument/2006/relationships/slideLayout" Target="../slideLayouts/slideLayout64.xml"/><Relationship Id="rId35" Type="http://schemas.openxmlformats.org/officeDocument/2006/relationships/slideLayout" Target="../slideLayouts/slideLayout65.xml"/><Relationship Id="rId36" Type="http://schemas.openxmlformats.org/officeDocument/2006/relationships/theme" Target="../theme/theme4.xml"/><Relationship Id="rId37" Type="http://schemas.openxmlformats.org/officeDocument/2006/relationships/image" Target="../media/image8.png"/><Relationship Id="rId38" Type="http://schemas.openxmlformats.org/officeDocument/2006/relationships/image" Target="../media/image9.svg"/><Relationship Id="rId39" Type="http://schemas.openxmlformats.org/officeDocument/2006/relationships/image" Target="../media/image10.png"/><Relationship Id="rId40" Type="http://schemas.openxmlformats.org/officeDocument/2006/relationships/image" Target="../media/image11.sv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slideLayout" Target="../slideLayouts/slideLayout72.xml"/><Relationship Id="rId8" Type="http://schemas.openxmlformats.org/officeDocument/2006/relationships/slideLayout" Target="../slideLayouts/slideLayout73.xml"/><Relationship Id="rId9" Type="http://schemas.openxmlformats.org/officeDocument/2006/relationships/slideLayout" Target="../slideLayouts/slideLayout74.xml"/><Relationship Id="rId10" Type="http://schemas.openxmlformats.org/officeDocument/2006/relationships/slideLayout" Target="../slideLayouts/slideLayout75.xml"/><Relationship Id="rId11" Type="http://schemas.openxmlformats.org/officeDocument/2006/relationships/slideLayout" Target="../slideLayouts/slideLayout76.xml"/><Relationship Id="rId12" Type="http://schemas.openxmlformats.org/officeDocument/2006/relationships/slideLayout" Target="../slideLayouts/slideLayout77.xml"/><Relationship Id="rId13" Type="http://schemas.openxmlformats.org/officeDocument/2006/relationships/slideLayout" Target="../slideLayouts/slideLayout78.xml"/><Relationship Id="rId14" Type="http://schemas.openxmlformats.org/officeDocument/2006/relationships/slideLayout" Target="../slideLayouts/slideLayout79.xml"/><Relationship Id="rId15" Type="http://schemas.openxmlformats.org/officeDocument/2006/relationships/slideLayout" Target="../slideLayouts/slideLayout80.xml"/><Relationship Id="rId16" Type="http://schemas.openxmlformats.org/officeDocument/2006/relationships/slideLayout" Target="../slideLayouts/slideLayout81.xml"/><Relationship Id="rId17" Type="http://schemas.openxmlformats.org/officeDocument/2006/relationships/slideLayout" Target="../slideLayouts/slideLayout82.xml"/><Relationship Id="rId18" Type="http://schemas.openxmlformats.org/officeDocument/2006/relationships/slideLayout" Target="../slideLayouts/slideLayout83.xml"/><Relationship Id="rId19" Type="http://schemas.openxmlformats.org/officeDocument/2006/relationships/slideLayout" Target="../slideLayouts/slideLayout84.xml"/><Relationship Id="rId20" Type="http://schemas.openxmlformats.org/officeDocument/2006/relationships/slideLayout" Target="../slideLayouts/slideLayout85.xml"/><Relationship Id="rId21" Type="http://schemas.openxmlformats.org/officeDocument/2006/relationships/slideLayout" Target="../slideLayouts/slideLayout86.xml"/><Relationship Id="rId22" Type="http://schemas.openxmlformats.org/officeDocument/2006/relationships/slideLayout" Target="../slideLayouts/slideLayout87.xml"/><Relationship Id="rId23" Type="http://schemas.openxmlformats.org/officeDocument/2006/relationships/slideLayout" Target="../slideLayouts/slideLayout88.xml"/><Relationship Id="rId24" Type="http://schemas.openxmlformats.org/officeDocument/2006/relationships/slideLayout" Target="../slideLayouts/slideLayout89.xml"/><Relationship Id="rId25" Type="http://schemas.openxmlformats.org/officeDocument/2006/relationships/slideLayout" Target="../slideLayouts/slideLayout90.xml"/><Relationship Id="rId26" Type="http://schemas.openxmlformats.org/officeDocument/2006/relationships/slideLayout" Target="../slideLayouts/slideLayout91.xml"/><Relationship Id="rId27" Type="http://schemas.openxmlformats.org/officeDocument/2006/relationships/theme" Target="../theme/theme5.xml"/><Relationship Id="rId28" Type="http://schemas.openxmlformats.org/officeDocument/2006/relationships/image" Target="../media/image8.png"/><Relationship Id="rId29" Type="http://schemas.openxmlformats.org/officeDocument/2006/relationships/image" Target="../media/image9.svg"/><Relationship Id="rId30" Type="http://schemas.openxmlformats.org/officeDocument/2006/relationships/image" Target="../media/image10.png"/><Relationship Id="rId31" Type="http://schemas.openxmlformats.org/officeDocument/2006/relationships/image" Target="../media/image1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BE54E82E-502B-5243-8899-4AA4E37551C2}"/>
              </a:ext>
            </a:extLst>
          </p:cNvPr>
          <p:cNvSpPr>
            <a:spLocks noGrp="1"/>
          </p:cNvSpPr>
          <p:nvPr>
            <p:ph type="title"/>
          </p:nvPr>
        </p:nvSpPr>
        <p:spPr>
          <a:xfrm>
            <a:off x="838200" y="782256"/>
            <a:ext cx="10515600" cy="703137"/>
          </a:xfrm>
          <a:prstGeom prst="rect">
            <a:avLst/>
          </a:prstGeom>
        </p:spPr>
        <p:txBody>
          <a:bodyPr vert="horz" lIns="91440" tIns="45720" rIns="91440" bIns="45720" rtlCol="0" anchor="ctr">
            <a:normAutofit/>
          </a:bodyPr>
          <a:lstStyle/>
          <a:p>
            <a:r>
              <a:rPr lang="en-US" noProof="0"/>
              <a:t>Double tab to add title</a:t>
            </a:r>
          </a:p>
        </p:txBody>
      </p:sp>
      <p:sp>
        <p:nvSpPr>
          <p:cNvPr id="3" name="Tijdelijke aanduiding voor tekst 2">
            <a:extLst>
              <a:ext uri="{FF2B5EF4-FFF2-40B4-BE49-F238E27FC236}">
                <a16:creationId xmlns:a16="http://schemas.microsoft.com/office/drawing/2014/main" id="{5A1A8819-1A5B-234A-A9C4-E1D6F524C7C9}"/>
              </a:ext>
            </a:extLst>
          </p:cNvPr>
          <p:cNvSpPr>
            <a:spLocks noGrp="1"/>
          </p:cNvSpPr>
          <p:nvPr>
            <p:ph type="body" idx="1"/>
          </p:nvPr>
        </p:nvSpPr>
        <p:spPr>
          <a:xfrm>
            <a:off x="838200" y="1620330"/>
            <a:ext cx="10515600" cy="4455414"/>
          </a:xfrm>
          <a:prstGeom prst="rect">
            <a:avLst/>
          </a:prstGeom>
        </p:spPr>
        <p:txBody>
          <a:bodyPr vert="horz" lIns="91440" tIns="45720" rIns="91440" bIns="45720" rtlCol="0">
            <a:normAutofit/>
          </a:bodyPr>
          <a:lstStyle/>
          <a:p>
            <a:pPr lvl="0"/>
            <a:r>
              <a:rPr lang="en-US" noProof="0"/>
              <a:t>Double tab to add title</a:t>
            </a:r>
          </a:p>
          <a:p>
            <a:pPr lvl="1"/>
            <a:r>
              <a:rPr lang="en-US" noProof="0"/>
              <a:t>Second level</a:t>
            </a:r>
          </a:p>
          <a:p>
            <a:pPr lvl="2"/>
            <a:r>
              <a:rPr lang="en-US" noProof="0"/>
              <a:t>Third level</a:t>
            </a:r>
          </a:p>
          <a:p>
            <a:pPr lvl="3"/>
            <a:r>
              <a:rPr lang="en-US" noProof="0"/>
              <a:t>Fourth level</a:t>
            </a:r>
          </a:p>
          <a:p>
            <a:pPr lvl="4"/>
            <a:r>
              <a:rPr lang="en-US" noProof="0"/>
              <a:t>Fifth level</a:t>
            </a:r>
          </a:p>
        </p:txBody>
      </p:sp>
      <p:pic>
        <p:nvPicPr>
          <p:cNvPr id="8" name="Graphic 7">
            <a:extLst>
              <a:ext uri="{FF2B5EF4-FFF2-40B4-BE49-F238E27FC236}">
                <a16:creationId xmlns:a16="http://schemas.microsoft.com/office/drawing/2014/main" id="{69CAF13F-FCA9-BC4B-98D3-C20C377A929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421976" y="328548"/>
            <a:ext cx="492754" cy="622427"/>
          </a:xfrm>
          <a:prstGeom prst="rect">
            <a:avLst/>
          </a:prstGeom>
        </p:spPr>
      </p:pic>
      <p:pic>
        <p:nvPicPr>
          <p:cNvPr id="9" name="Graphic 8">
            <a:extLst>
              <a:ext uri="{FF2B5EF4-FFF2-40B4-BE49-F238E27FC236}">
                <a16:creationId xmlns:a16="http://schemas.microsoft.com/office/drawing/2014/main" id="{636B2EBC-3A69-C540-9003-318EF234BB2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795760" y="5282767"/>
            <a:ext cx="377952" cy="1547801"/>
          </a:xfrm>
          <a:prstGeom prst="rect">
            <a:avLst/>
          </a:prstGeom>
        </p:spPr>
      </p:pic>
      <p:sp>
        <p:nvSpPr>
          <p:cNvPr id="7" name="Rechthoek 6">
            <a:extLst>
              <a:ext uri="{FF2B5EF4-FFF2-40B4-BE49-F238E27FC236}">
                <a16:creationId xmlns:a16="http://schemas.microsoft.com/office/drawing/2014/main" id="{14DD6A20-0222-3B4A-ABFF-E1585F3E292A}"/>
              </a:ext>
            </a:extLst>
          </p:cNvPr>
          <p:cNvSpPr/>
          <p:nvPr/>
        </p:nvSpPr>
        <p:spPr>
          <a:xfrm>
            <a:off x="202878" y="6422717"/>
            <a:ext cx="249407" cy="24940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6" name="Tijdelijke aanduiding voor dianummer 5">
            <a:extLst>
              <a:ext uri="{FF2B5EF4-FFF2-40B4-BE49-F238E27FC236}">
                <a16:creationId xmlns:a16="http://schemas.microsoft.com/office/drawing/2014/main" id="{635C8825-CED4-A74F-A778-521E93C11B96}"/>
              </a:ext>
            </a:extLst>
          </p:cNvPr>
          <p:cNvSpPr>
            <a:spLocks noGrp="1"/>
          </p:cNvSpPr>
          <p:nvPr>
            <p:ph type="sldNum" sz="quarter" idx="4"/>
          </p:nvPr>
        </p:nvSpPr>
        <p:spPr>
          <a:xfrm>
            <a:off x="143256" y="6364859"/>
            <a:ext cx="377952"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fld id="{03E7D791-E1C0-214A-A1AE-A2028F82F232}" type="slidenum">
              <a:rPr lang="en-GB" smtClean="0"/>
              <a:pPr/>
              <a:t>‹#›</a:t>
            </a:fld>
            <a:endParaRPr lang="en-GB"/>
          </a:p>
        </p:txBody>
      </p:sp>
      <p:pic>
        <p:nvPicPr>
          <p:cNvPr id="10" name="Graphic 9">
            <a:extLst>
              <a:ext uri="{FF2B5EF4-FFF2-40B4-BE49-F238E27FC236}">
                <a16:creationId xmlns:a16="http://schemas.microsoft.com/office/drawing/2014/main" id="{9AC60EEA-386F-CF46-AD72-4C68EEF43BD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1421976" y="328548"/>
            <a:ext cx="492754" cy="622427"/>
          </a:xfrm>
          <a:prstGeom prst="rect">
            <a:avLst/>
          </a:prstGeom>
        </p:spPr>
      </p:pic>
      <p:pic>
        <p:nvPicPr>
          <p:cNvPr id="11" name="Graphic 10">
            <a:extLst>
              <a:ext uri="{FF2B5EF4-FFF2-40B4-BE49-F238E27FC236}">
                <a16:creationId xmlns:a16="http://schemas.microsoft.com/office/drawing/2014/main" id="{8234DDC0-CA63-EB46-A525-461382A5EBED}"/>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1795760" y="5282767"/>
            <a:ext cx="377952" cy="1547801"/>
          </a:xfrm>
          <a:prstGeom prst="rect">
            <a:avLst/>
          </a:prstGeom>
        </p:spPr>
      </p:pic>
      <p:sp>
        <p:nvSpPr>
          <p:cNvPr id="12" name="Rechthoek 11">
            <a:extLst>
              <a:ext uri="{FF2B5EF4-FFF2-40B4-BE49-F238E27FC236}">
                <a16:creationId xmlns:a16="http://schemas.microsoft.com/office/drawing/2014/main" id="{05173645-CD09-AC4A-BC09-0D4D628318EB}"/>
              </a:ext>
            </a:extLst>
          </p:cNvPr>
          <p:cNvSpPr/>
          <p:nvPr userDrawn="1"/>
        </p:nvSpPr>
        <p:spPr>
          <a:xfrm>
            <a:off x="202878" y="6422717"/>
            <a:ext cx="249407" cy="24940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203932053"/>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710" r:id="rId3"/>
    <p:sldLayoutId id="2147483696" r:id="rId4"/>
    <p:sldLayoutId id="2147483697" r:id="rId5"/>
    <p:sldLayoutId id="2147483698" r:id="rId6"/>
    <p:sldLayoutId id="2147483699" r:id="rId7"/>
    <p:sldLayoutId id="2147483700" r:id="rId8"/>
    <p:sldLayoutId id="2147483743" r:id="rId9"/>
    <p:sldLayoutId id="2147483651" r:id="rId10"/>
    <p:sldLayoutId id="2147483652" r:id="rId11"/>
    <p:sldLayoutId id="2147483653" r:id="rId12"/>
    <p:sldLayoutId id="2147483659" r:id="rId13"/>
    <p:sldLayoutId id="2147483688" r:id="rId14"/>
    <p:sldLayoutId id="2147483690" r:id="rId15"/>
  </p:sldLayoutIdLst>
  <p:hf hdr="0" ftr="0" dt="0"/>
  <p:txStyles>
    <p:titleStyle>
      <a:lvl1pPr algn="l" defTabSz="914400" rtl="0" eaLnBrk="1" latinLnBrk="0" hangingPunct="1">
        <a:lnSpc>
          <a:spcPct val="90000"/>
        </a:lnSpc>
        <a:spcBef>
          <a:spcPct val="0"/>
        </a:spcBef>
        <a:buNone/>
        <a:defRPr sz="3600" b="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0"/>
        </a:spcBef>
        <a:buClr>
          <a:schemeClr val="bg2"/>
        </a:buClr>
        <a:buFont typeface="Wingdings" pitchFamily="2" charset="2"/>
        <a:buChar char="§"/>
        <a:defRPr sz="2400" kern="1200">
          <a:solidFill>
            <a:schemeClr val="accent6"/>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chemeClr val="bg2"/>
        </a:buClr>
        <a:buFont typeface="Wingdings" pitchFamily="2" charset="2"/>
        <a:buChar char="§"/>
        <a:defRPr sz="2000" kern="1200">
          <a:solidFill>
            <a:schemeClr val="accent6"/>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chemeClr val="bg2"/>
        </a:buClr>
        <a:buFont typeface="Wingdings" pitchFamily="2" charset="2"/>
        <a:buChar char="§"/>
        <a:defRPr sz="1800" kern="1200">
          <a:solidFill>
            <a:schemeClr val="accent6"/>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chemeClr val="bg2"/>
        </a:buClr>
        <a:buFont typeface="Wingdings" pitchFamily="2" charset="2"/>
        <a:buChar char="§"/>
        <a:defRPr sz="1600" kern="1200">
          <a:solidFill>
            <a:schemeClr val="accent6"/>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chemeClr val="bg2"/>
        </a:buClr>
        <a:buFont typeface="Wingdings" pitchFamily="2" charset="2"/>
        <a:buChar char="§"/>
        <a:defRPr sz="1600" kern="1200">
          <a:solidFill>
            <a:schemeClr val="accent6"/>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BE54E82E-502B-5243-8899-4AA4E37551C2}"/>
              </a:ext>
            </a:extLst>
          </p:cNvPr>
          <p:cNvSpPr>
            <a:spLocks noGrp="1"/>
          </p:cNvSpPr>
          <p:nvPr>
            <p:ph type="title"/>
          </p:nvPr>
        </p:nvSpPr>
        <p:spPr>
          <a:xfrm>
            <a:off x="838200" y="782256"/>
            <a:ext cx="10515600" cy="703137"/>
          </a:xfrm>
          <a:prstGeom prst="rect">
            <a:avLst/>
          </a:prstGeom>
        </p:spPr>
        <p:txBody>
          <a:bodyPr vert="horz" lIns="91440" tIns="45720" rIns="91440" bIns="45720" rtlCol="0" anchor="t">
            <a:normAutofit/>
          </a:bodyPr>
          <a:lstStyle/>
          <a:p>
            <a:r>
              <a:rPr lang="en-US" noProof="0"/>
              <a:t>Double tab to add title</a:t>
            </a:r>
          </a:p>
        </p:txBody>
      </p:sp>
      <p:sp>
        <p:nvSpPr>
          <p:cNvPr id="3" name="Tijdelijke aanduiding voor tekst 2">
            <a:extLst>
              <a:ext uri="{FF2B5EF4-FFF2-40B4-BE49-F238E27FC236}">
                <a16:creationId xmlns:a16="http://schemas.microsoft.com/office/drawing/2014/main" id="{5A1A8819-1A5B-234A-A9C4-E1D6F524C7C9}"/>
              </a:ext>
            </a:extLst>
          </p:cNvPr>
          <p:cNvSpPr>
            <a:spLocks noGrp="1"/>
          </p:cNvSpPr>
          <p:nvPr>
            <p:ph type="body" idx="1"/>
          </p:nvPr>
        </p:nvSpPr>
        <p:spPr>
          <a:xfrm>
            <a:off x="838200" y="1631905"/>
            <a:ext cx="10515600" cy="4455414"/>
          </a:xfrm>
          <a:prstGeom prst="rect">
            <a:avLst/>
          </a:prstGeom>
        </p:spPr>
        <p:txBody>
          <a:bodyPr vert="horz" lIns="91440" tIns="45720" rIns="91440" bIns="45720" rtlCol="0">
            <a:normAutofit/>
          </a:body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pic>
        <p:nvPicPr>
          <p:cNvPr id="8" name="Graphic 7">
            <a:extLst>
              <a:ext uri="{FF2B5EF4-FFF2-40B4-BE49-F238E27FC236}">
                <a16:creationId xmlns:a16="http://schemas.microsoft.com/office/drawing/2014/main" id="{69CAF13F-FCA9-BC4B-98D3-C20C377A929A}"/>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11421976" y="328548"/>
            <a:ext cx="492754" cy="622427"/>
          </a:xfrm>
          <a:prstGeom prst="rect">
            <a:avLst/>
          </a:prstGeom>
        </p:spPr>
      </p:pic>
      <p:pic>
        <p:nvPicPr>
          <p:cNvPr id="9" name="Graphic 8">
            <a:extLst>
              <a:ext uri="{FF2B5EF4-FFF2-40B4-BE49-F238E27FC236}">
                <a16:creationId xmlns:a16="http://schemas.microsoft.com/office/drawing/2014/main" id="{636B2EBC-3A69-C540-9003-318EF234BB2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1795760" y="5282767"/>
            <a:ext cx="377952" cy="1547801"/>
          </a:xfrm>
          <a:prstGeom prst="rect">
            <a:avLst/>
          </a:prstGeom>
        </p:spPr>
      </p:pic>
      <p:sp>
        <p:nvSpPr>
          <p:cNvPr id="7" name="Rechthoek 6">
            <a:extLst>
              <a:ext uri="{FF2B5EF4-FFF2-40B4-BE49-F238E27FC236}">
                <a16:creationId xmlns:a16="http://schemas.microsoft.com/office/drawing/2014/main" id="{14DD6A20-0222-3B4A-ABFF-E1585F3E292A}"/>
              </a:ext>
            </a:extLst>
          </p:cNvPr>
          <p:cNvSpPr/>
          <p:nvPr userDrawn="1"/>
        </p:nvSpPr>
        <p:spPr>
          <a:xfrm>
            <a:off x="202878" y="6422717"/>
            <a:ext cx="249407" cy="249407"/>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6" name="Tijdelijke aanduiding voor dianummer 5">
            <a:extLst>
              <a:ext uri="{FF2B5EF4-FFF2-40B4-BE49-F238E27FC236}">
                <a16:creationId xmlns:a16="http://schemas.microsoft.com/office/drawing/2014/main" id="{635C8825-CED4-A74F-A778-521E93C11B96}"/>
              </a:ext>
            </a:extLst>
          </p:cNvPr>
          <p:cNvSpPr>
            <a:spLocks noGrp="1"/>
          </p:cNvSpPr>
          <p:nvPr>
            <p:ph type="sldNum" sz="quarter" idx="4"/>
          </p:nvPr>
        </p:nvSpPr>
        <p:spPr>
          <a:xfrm>
            <a:off x="143256" y="6364859"/>
            <a:ext cx="377952"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fld id="{03E7D791-E1C0-214A-A1AE-A2028F82F232}" type="slidenum">
              <a:rPr lang="en-GB" smtClean="0"/>
              <a:pPr/>
              <a:t>‹#›</a:t>
            </a:fld>
            <a:endParaRPr lang="en-GB"/>
          </a:p>
        </p:txBody>
      </p:sp>
    </p:spTree>
    <p:extLst>
      <p:ext uri="{BB962C8B-B14F-4D97-AF65-F5344CB8AC3E}">
        <p14:creationId xmlns:p14="http://schemas.microsoft.com/office/powerpoint/2010/main" val="1270112436"/>
      </p:ext>
    </p:extLst>
  </p:cSld>
  <p:clrMap bg1="lt1" tx1="dk1" bg2="lt2" tx2="dk2" accent1="accent1" accent2="accent2" accent3="accent3" accent4="accent4" accent5="accent5" accent6="accent6" hlink="hlink" folHlink="folHlink"/>
  <p:sldLayoutIdLst>
    <p:sldLayoutId id="2147483657" r:id="rId1"/>
    <p:sldLayoutId id="2147483709" r:id="rId2"/>
    <p:sldLayoutId id="2147483658" r:id="rId3"/>
    <p:sldLayoutId id="2147483656" r:id="rId4"/>
    <p:sldLayoutId id="2147483687" r:id="rId5"/>
    <p:sldLayoutId id="2147483692" r:id="rId6"/>
    <p:sldLayoutId id="2147483689" r:id="rId7"/>
    <p:sldLayoutId id="2147483691" r:id="rId8"/>
  </p:sldLayoutIdLst>
  <p:hf hdr="0" ftr="0" dt="0"/>
  <p:txStyles>
    <p:titleStyle>
      <a:lvl1pPr algn="l" defTabSz="914400" rtl="0" eaLnBrk="1" latinLnBrk="0" hangingPunct="1">
        <a:lnSpc>
          <a:spcPct val="90000"/>
        </a:lnSpc>
        <a:spcBef>
          <a:spcPct val="0"/>
        </a:spcBef>
        <a:buNone/>
        <a:defRPr sz="3600" b="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0"/>
        </a:spcBef>
        <a:buClr>
          <a:schemeClr val="bg2"/>
        </a:buClr>
        <a:buFont typeface="Wingdings" pitchFamily="2" charset="2"/>
        <a:buChar char="§"/>
        <a:defRPr sz="24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chemeClr val="bg2"/>
        </a:buClr>
        <a:buFont typeface="Wingdings" pitchFamily="2" charset="2"/>
        <a:buChar char="§"/>
        <a:defRPr sz="20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chemeClr val="bg2"/>
        </a:buClr>
        <a:buFont typeface="Wingdings" pitchFamily="2" charset="2"/>
        <a:buChar char="§"/>
        <a:defRPr sz="18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chemeClr val="bg2"/>
        </a:buClr>
        <a:buFont typeface="Wingdings" pitchFamily="2" charset="2"/>
        <a:buChar char="§"/>
        <a:defRPr sz="16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chemeClr val="bg2"/>
        </a:buClr>
        <a:buFont typeface="Wingdings" pitchFamily="2" charset="2"/>
        <a:buChar char="§"/>
        <a:defRPr sz="16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BE54E82E-502B-5243-8899-4AA4E37551C2}"/>
              </a:ext>
            </a:extLst>
          </p:cNvPr>
          <p:cNvSpPr>
            <a:spLocks noGrp="1"/>
          </p:cNvSpPr>
          <p:nvPr>
            <p:ph type="title"/>
          </p:nvPr>
        </p:nvSpPr>
        <p:spPr>
          <a:xfrm>
            <a:off x="838200" y="782256"/>
            <a:ext cx="10515600" cy="703137"/>
          </a:xfrm>
          <a:prstGeom prst="rect">
            <a:avLst/>
          </a:prstGeom>
        </p:spPr>
        <p:txBody>
          <a:bodyPr vert="horz" lIns="91440" tIns="45720" rIns="91440" bIns="45720" rtlCol="0" anchor="t">
            <a:normAutofit/>
          </a:bodyPr>
          <a:lstStyle/>
          <a:p>
            <a:r>
              <a:rPr lang="en-US" noProof="0"/>
              <a:t>Double tab to add title</a:t>
            </a:r>
          </a:p>
        </p:txBody>
      </p:sp>
      <p:sp>
        <p:nvSpPr>
          <p:cNvPr id="3" name="Tijdelijke aanduiding voor tekst 2">
            <a:extLst>
              <a:ext uri="{FF2B5EF4-FFF2-40B4-BE49-F238E27FC236}">
                <a16:creationId xmlns:a16="http://schemas.microsoft.com/office/drawing/2014/main" id="{5A1A8819-1A5B-234A-A9C4-E1D6F524C7C9}"/>
              </a:ext>
            </a:extLst>
          </p:cNvPr>
          <p:cNvSpPr>
            <a:spLocks noGrp="1"/>
          </p:cNvSpPr>
          <p:nvPr>
            <p:ph type="body" idx="1"/>
          </p:nvPr>
        </p:nvSpPr>
        <p:spPr>
          <a:xfrm>
            <a:off x="838200" y="1631905"/>
            <a:ext cx="10515600" cy="4455414"/>
          </a:xfrm>
          <a:prstGeom prst="rect">
            <a:avLst/>
          </a:prstGeom>
        </p:spPr>
        <p:txBody>
          <a:bodyPr vert="horz" lIns="91440" tIns="45720" rIns="91440" bIns="45720" rtlCol="0">
            <a:normAutofit/>
          </a:bodyPr>
          <a:lstStyle/>
          <a:p>
            <a:pPr lvl="0"/>
            <a:r>
              <a:rPr lang="en-US" noProof="0"/>
              <a:t>Double tab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pic>
        <p:nvPicPr>
          <p:cNvPr id="8" name="Graphic 7">
            <a:extLst>
              <a:ext uri="{FF2B5EF4-FFF2-40B4-BE49-F238E27FC236}">
                <a16:creationId xmlns:a16="http://schemas.microsoft.com/office/drawing/2014/main" id="{69CAF13F-FCA9-BC4B-98D3-C20C377A929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421976" y="328548"/>
            <a:ext cx="492754" cy="622427"/>
          </a:xfrm>
          <a:prstGeom prst="rect">
            <a:avLst/>
          </a:prstGeom>
        </p:spPr>
      </p:pic>
      <p:pic>
        <p:nvPicPr>
          <p:cNvPr id="9" name="Graphic 8">
            <a:extLst>
              <a:ext uri="{FF2B5EF4-FFF2-40B4-BE49-F238E27FC236}">
                <a16:creationId xmlns:a16="http://schemas.microsoft.com/office/drawing/2014/main" id="{636B2EBC-3A69-C540-9003-318EF234BB2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795760" y="5282767"/>
            <a:ext cx="377952" cy="1547801"/>
          </a:xfrm>
          <a:prstGeom prst="rect">
            <a:avLst/>
          </a:prstGeom>
        </p:spPr>
      </p:pic>
      <p:sp>
        <p:nvSpPr>
          <p:cNvPr id="7" name="Rechthoek 6">
            <a:extLst>
              <a:ext uri="{FF2B5EF4-FFF2-40B4-BE49-F238E27FC236}">
                <a16:creationId xmlns:a16="http://schemas.microsoft.com/office/drawing/2014/main" id="{14DD6A20-0222-3B4A-ABFF-E1585F3E292A}"/>
              </a:ext>
            </a:extLst>
          </p:cNvPr>
          <p:cNvSpPr/>
          <p:nvPr/>
        </p:nvSpPr>
        <p:spPr>
          <a:xfrm>
            <a:off x="202878" y="6422717"/>
            <a:ext cx="249407" cy="249407"/>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6" name="Tijdelijke aanduiding voor dianummer 5">
            <a:extLst>
              <a:ext uri="{FF2B5EF4-FFF2-40B4-BE49-F238E27FC236}">
                <a16:creationId xmlns:a16="http://schemas.microsoft.com/office/drawing/2014/main" id="{635C8825-CED4-A74F-A778-521E93C11B96}"/>
              </a:ext>
            </a:extLst>
          </p:cNvPr>
          <p:cNvSpPr>
            <a:spLocks noGrp="1"/>
          </p:cNvSpPr>
          <p:nvPr>
            <p:ph type="sldNum" sz="quarter" idx="4"/>
          </p:nvPr>
        </p:nvSpPr>
        <p:spPr>
          <a:xfrm>
            <a:off x="143256" y="6364859"/>
            <a:ext cx="377952"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fld id="{03E7D791-E1C0-214A-A1AE-A2028F82F232}" type="slidenum">
              <a:rPr lang="en-GB" smtClean="0"/>
              <a:pPr/>
              <a:t>‹#›</a:t>
            </a:fld>
            <a:endParaRPr lang="en-GB"/>
          </a:p>
        </p:txBody>
      </p:sp>
    </p:spTree>
    <p:extLst>
      <p:ext uri="{BB962C8B-B14F-4D97-AF65-F5344CB8AC3E}">
        <p14:creationId xmlns:p14="http://schemas.microsoft.com/office/powerpoint/2010/main" val="3888399135"/>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hf hdr="0" ftr="0" dt="0"/>
  <p:txStyles>
    <p:titleStyle>
      <a:lvl1pPr algn="l" defTabSz="914400" rtl="0" eaLnBrk="1" latinLnBrk="0" hangingPunct="1">
        <a:lnSpc>
          <a:spcPct val="90000"/>
        </a:lnSpc>
        <a:spcBef>
          <a:spcPct val="0"/>
        </a:spcBef>
        <a:buNone/>
        <a:defRPr sz="3600" b="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0"/>
        </a:spcBef>
        <a:buClr>
          <a:schemeClr val="bg2"/>
        </a:buClr>
        <a:buFont typeface="Wingdings" pitchFamily="2" charset="2"/>
        <a:buChar char="§"/>
        <a:defRPr sz="24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chemeClr val="bg2"/>
        </a:buClr>
        <a:buFont typeface="Wingdings" pitchFamily="2" charset="2"/>
        <a:buChar char="§"/>
        <a:defRPr sz="20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chemeClr val="bg2"/>
        </a:buClr>
        <a:buFont typeface="Wingdings" pitchFamily="2" charset="2"/>
        <a:buChar char="§"/>
        <a:defRPr sz="18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chemeClr val="bg2"/>
        </a:buClr>
        <a:buFont typeface="Wingdings" pitchFamily="2" charset="2"/>
        <a:buChar char="§"/>
        <a:defRPr sz="16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chemeClr val="bg2"/>
        </a:buClr>
        <a:buFont typeface="Wingdings" pitchFamily="2" charset="2"/>
        <a:buChar char="§"/>
        <a:defRPr sz="16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D82317-3E26-114E-0076-4161C3CE17D8}"/>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p>
            <a:endParaRPr lang="en-GB"/>
          </a:p>
        </p:txBody>
      </p:sp>
      <p:sp>
        <p:nvSpPr>
          <p:cNvPr id="3" name="Text Placeholder 2">
            <a:extLst>
              <a:ext uri="{FF2B5EF4-FFF2-40B4-BE49-F238E27FC236}">
                <a16:creationId xmlns:a16="http://schemas.microsoft.com/office/drawing/2014/main" id="{D2D985A4-FDE0-6A61-2C3A-62A3699838E1}"/>
              </a:ext>
            </a:extLst>
          </p:cNvPr>
          <p:cNvSpPr>
            <a:spLocks noGrp="1"/>
          </p:cNvSpPr>
          <p:nvPr>
            <p:ph type="body" idx="1"/>
          </p:nvPr>
        </p:nvSpPr>
        <p:spPr>
          <a:xfrm>
            <a:off x="838200" y="1620330"/>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3B19C1C1-FAD7-604E-86EC-BF33B4CEFE57}"/>
              </a:ext>
            </a:extLst>
          </p:cNvPr>
          <p:cNvSpPr>
            <a:spLocks noGrp="1"/>
          </p:cNvSpPr>
          <p:nvPr>
            <p:ph type="sldNum" sz="quarter" idx="4"/>
          </p:nvPr>
        </p:nvSpPr>
        <p:spPr>
          <a:xfrm>
            <a:off x="11628645" y="6387881"/>
            <a:ext cx="418837" cy="365125"/>
          </a:xfrm>
          <a:prstGeom prst="rect">
            <a:avLst/>
          </a:prstGeom>
        </p:spPr>
        <p:txBody>
          <a:bodyPr vert="horz" lIns="91440" tIns="45720" rIns="91440" bIns="45720" rtlCol="0" anchor="ctr"/>
          <a:lstStyle>
            <a:lvl1pPr algn="r">
              <a:defRPr sz="1050">
                <a:solidFill>
                  <a:schemeClr val="tx1"/>
                </a:solidFill>
                <a:latin typeface="Arial" panose="020B0604020202020204" pitchFamily="34" charset="0"/>
                <a:cs typeface="Arial" panose="020B0604020202020204" pitchFamily="34" charset="0"/>
              </a:defRPr>
            </a:lvl1pPr>
          </a:lstStyle>
          <a:p>
            <a:fld id="{1E3508AD-6785-9A40-B664-AC186F99CF3B}" type="slidenum">
              <a:rPr lang="en-GB" smtClean="0"/>
              <a:pPr/>
              <a:t>‹#›</a:t>
            </a:fld>
            <a:endParaRPr lang="en-GB"/>
          </a:p>
        </p:txBody>
      </p:sp>
      <p:pic>
        <p:nvPicPr>
          <p:cNvPr id="11" name="Graphic 10">
            <a:extLst>
              <a:ext uri="{FF2B5EF4-FFF2-40B4-BE49-F238E27FC236}">
                <a16:creationId xmlns:a16="http://schemas.microsoft.com/office/drawing/2014/main" id="{78AD4F7A-28D7-1754-3C25-ACEA15E3F153}"/>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a:xfrm>
            <a:off x="11343640" y="411459"/>
            <a:ext cx="457200" cy="457200"/>
          </a:xfrm>
          <a:prstGeom prst="rect">
            <a:avLst/>
          </a:prstGeom>
        </p:spPr>
      </p:pic>
      <p:sp>
        <p:nvSpPr>
          <p:cNvPr id="12" name="Footer Placeholder 11">
            <a:extLst>
              <a:ext uri="{FF2B5EF4-FFF2-40B4-BE49-F238E27FC236}">
                <a16:creationId xmlns:a16="http://schemas.microsoft.com/office/drawing/2014/main" id="{5D21AF28-CD96-56A4-1BED-B99C7443AB3B}"/>
              </a:ext>
            </a:extLst>
          </p:cNvPr>
          <p:cNvSpPr>
            <a:spLocks noGrp="1"/>
          </p:cNvSpPr>
          <p:nvPr>
            <p:ph type="ftr" sz="quarter" idx="3"/>
          </p:nvPr>
        </p:nvSpPr>
        <p:spPr>
          <a:xfrm>
            <a:off x="7609840" y="6396990"/>
            <a:ext cx="4114800" cy="365125"/>
          </a:xfrm>
          <a:prstGeom prst="rect">
            <a:avLst/>
          </a:prstGeom>
        </p:spPr>
        <p:txBody>
          <a:bodyPr vert="horz" lIns="91440" tIns="45720" rIns="91440" bIns="45720" rtlCol="0" anchor="ctr"/>
          <a:lstStyle>
            <a:lvl1pPr algn="r">
              <a:defRPr sz="1000" b="0" i="0" spc="200" baseline="0">
                <a:solidFill>
                  <a:schemeClr val="tx1">
                    <a:lumMod val="40000"/>
                    <a:lumOff val="60000"/>
                  </a:schemeClr>
                </a:solidFill>
                <a:latin typeface="Arial" panose="020B0604020202020204" pitchFamily="34" charset="0"/>
                <a:cs typeface="Arial" panose="020B0604020202020204" pitchFamily="34" charset="0"/>
              </a:defRPr>
            </a:lvl1pPr>
          </a:lstStyle>
          <a:p>
            <a:r>
              <a:rPr lang="en-GB"/>
              <a:t>SDR HUB OVERVIEW</a:t>
            </a:r>
          </a:p>
        </p:txBody>
      </p:sp>
    </p:spTree>
    <p:extLst>
      <p:ext uri="{BB962C8B-B14F-4D97-AF65-F5344CB8AC3E}">
        <p14:creationId xmlns:p14="http://schemas.microsoft.com/office/powerpoint/2010/main" val="1214850786"/>
      </p:ext>
    </p:extLst>
  </p:cSld>
  <p:clrMap bg1="lt1" tx1="dk1" bg2="lt2" tx2="dk2" accent1="accent1" accent2="accent2" accent3="accent3" accent4="accent4" accent5="accent5" accent6="accent6" hlink="hlink" folHlink="folHlink"/>
  <p:sldLayoutIdLst>
    <p:sldLayoutId id="2147483666" r:id="rId1"/>
    <p:sldLayoutId id="2147483661" r:id="rId2"/>
    <p:sldLayoutId id="2147483662" r:id="rId3"/>
    <p:sldLayoutId id="2147483668" r:id="rId4"/>
    <p:sldLayoutId id="2147483680" r:id="rId5"/>
    <p:sldLayoutId id="2147483663" r:id="rId6"/>
    <p:sldLayoutId id="2147483745" r:id="rId7"/>
    <p:sldLayoutId id="2147483665" r:id="rId8"/>
    <p:sldLayoutId id="2147483670" r:id="rId9"/>
    <p:sldLayoutId id="2147483738" r:id="rId10"/>
    <p:sldLayoutId id="2147483667" r:id="rId11"/>
    <p:sldLayoutId id="2147483739" r:id="rId12"/>
    <p:sldLayoutId id="2147483669" r:id="rId13"/>
    <p:sldLayoutId id="2147483674" r:id="rId14"/>
    <p:sldLayoutId id="2147483741" r:id="rId15"/>
    <p:sldLayoutId id="2147483671" r:id="rId16"/>
    <p:sldLayoutId id="2147483672" r:id="rId17"/>
    <p:sldLayoutId id="2147483673" r:id="rId18"/>
    <p:sldLayoutId id="2147483742" r:id="rId19"/>
    <p:sldLayoutId id="2147483675" r:id="rId20"/>
    <p:sldLayoutId id="2147483649" r:id="rId21"/>
    <p:sldLayoutId id="2147483676" r:id="rId22"/>
    <p:sldLayoutId id="2147483677" r:id="rId23"/>
    <p:sldLayoutId id="2147483660" r:id="rId24"/>
    <p:sldLayoutId id="2147483678" r:id="rId25"/>
    <p:sldLayoutId id="2147483679" r:id="rId26"/>
    <p:sldLayoutId id="2147483664" r:id="rId27"/>
    <p:sldLayoutId id="2147483740" r:id="rId28"/>
    <p:sldLayoutId id="2147483746" r:id="rId29"/>
    <p:sldLayoutId id="2147483682" r:id="rId30"/>
    <p:sldLayoutId id="2147483683" r:id="rId31"/>
    <p:sldLayoutId id="2147483684" r:id="rId32"/>
    <p:sldLayoutId id="2147483685" r:id="rId33"/>
    <p:sldLayoutId id="2147483681" r:id="rId34"/>
    <p:sldLayoutId id="2147483686" r:id="rId35"/>
  </p:sldLayoutIdLst>
  <p:hf hdr="0" dt="0"/>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SzPct val="80000"/>
        <a:buFontTx/>
        <a:buBlip>
          <a:blip r:embed="rId39">
            <a:extLst>
              <a:ext uri="{96DAC541-7B7A-43D3-8B79-37D633B846F1}">
                <asvg:svgBlip xmlns:asvg="http://schemas.microsoft.com/office/drawing/2016/SVG/main" r:embed="rId40"/>
              </a:ext>
            </a:extLst>
          </a:blip>
        </a:buBlip>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SzPct val="80000"/>
        <a:buFontTx/>
        <a:buBlip>
          <a:blip r:embed="rId39">
            <a:extLst>
              <a:ext uri="{96DAC541-7B7A-43D3-8B79-37D633B846F1}">
                <asvg:svgBlip xmlns:asvg="http://schemas.microsoft.com/office/drawing/2016/SVG/main" r:embed="rId40"/>
              </a:ext>
            </a:extLst>
          </a:blip>
        </a:buBlip>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SzPct val="80000"/>
        <a:buFontTx/>
        <a:buBlip>
          <a:blip r:embed="rId39">
            <a:extLst>
              <a:ext uri="{96DAC541-7B7A-43D3-8B79-37D633B846F1}">
                <asvg:svgBlip xmlns:asvg="http://schemas.microsoft.com/office/drawing/2016/SVG/main" r:embed="rId40"/>
              </a:ext>
            </a:extLst>
          </a:blip>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SzPct val="80000"/>
        <a:buFontTx/>
        <a:buBlip>
          <a:blip r:embed="rId39">
            <a:extLst>
              <a:ext uri="{96DAC541-7B7A-43D3-8B79-37D633B846F1}">
                <asvg:svgBlip xmlns:asvg="http://schemas.microsoft.com/office/drawing/2016/SVG/main" r:embed="rId40"/>
              </a:ext>
            </a:extLst>
          </a:blip>
        </a:buBlip>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SzPct val="80000"/>
        <a:buFontTx/>
        <a:buBlip>
          <a:blip r:embed="rId39">
            <a:extLst>
              <a:ext uri="{96DAC541-7B7A-43D3-8B79-37D633B846F1}">
                <asvg:svgBlip xmlns:asvg="http://schemas.microsoft.com/office/drawing/2016/SVG/main" r:embed="rId40"/>
              </a:ext>
            </a:extLst>
          </a:blip>
        </a:buBlip>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D82317-3E26-114E-0076-4161C3CE17D8}"/>
              </a:ext>
            </a:extLst>
          </p:cNvPr>
          <p:cNvSpPr>
            <a:spLocks noGrp="1"/>
          </p:cNvSpPr>
          <p:nvPr>
            <p:ph type="title"/>
          </p:nvPr>
        </p:nvSpPr>
        <p:spPr>
          <a:xfrm>
            <a:off x="838200" y="782256"/>
            <a:ext cx="10515600" cy="669092"/>
          </a:xfrm>
          <a:prstGeom prst="rect">
            <a:avLst/>
          </a:prstGeom>
        </p:spPr>
        <p:txBody>
          <a:bodyPr vert="horz" lIns="91440" tIns="45720" rIns="91440" bIns="45720" rtlCol="0" anchor="ctr">
            <a:normAutofit/>
          </a:bodyPr>
          <a:lstStyle/>
          <a:p>
            <a:endParaRPr lang="en-GB"/>
          </a:p>
        </p:txBody>
      </p:sp>
      <p:sp>
        <p:nvSpPr>
          <p:cNvPr id="3" name="Text Placeholder 2">
            <a:extLst>
              <a:ext uri="{FF2B5EF4-FFF2-40B4-BE49-F238E27FC236}">
                <a16:creationId xmlns:a16="http://schemas.microsoft.com/office/drawing/2014/main" id="{D2D985A4-FDE0-6A61-2C3A-62A3699838E1}"/>
              </a:ext>
            </a:extLst>
          </p:cNvPr>
          <p:cNvSpPr>
            <a:spLocks noGrp="1"/>
          </p:cNvSpPr>
          <p:nvPr>
            <p:ph type="body" idx="1"/>
          </p:nvPr>
        </p:nvSpPr>
        <p:spPr>
          <a:xfrm>
            <a:off x="838200" y="1620330"/>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3B19C1C1-FAD7-604E-86EC-BF33B4CEFE57}"/>
              </a:ext>
            </a:extLst>
          </p:cNvPr>
          <p:cNvSpPr>
            <a:spLocks noGrp="1"/>
          </p:cNvSpPr>
          <p:nvPr>
            <p:ph type="sldNum" sz="quarter" idx="4"/>
          </p:nvPr>
        </p:nvSpPr>
        <p:spPr>
          <a:xfrm>
            <a:off x="11628645" y="6387881"/>
            <a:ext cx="418837" cy="365125"/>
          </a:xfrm>
          <a:prstGeom prst="rect">
            <a:avLst/>
          </a:prstGeom>
        </p:spPr>
        <p:txBody>
          <a:bodyPr vert="horz" lIns="91440" tIns="45720" rIns="91440" bIns="45720" rtlCol="0" anchor="ctr"/>
          <a:lstStyle>
            <a:lvl1pPr algn="r">
              <a:defRPr sz="1050">
                <a:solidFill>
                  <a:schemeClr val="tx1"/>
                </a:solidFill>
                <a:latin typeface="Arial" panose="020B0604020202020204" pitchFamily="34" charset="0"/>
                <a:cs typeface="Arial" panose="020B0604020202020204" pitchFamily="34" charset="0"/>
              </a:defRPr>
            </a:lvl1pPr>
          </a:lstStyle>
          <a:p>
            <a:fld id="{1E3508AD-6785-9A40-B664-AC186F99CF3B}" type="slidenum">
              <a:rPr lang="en-GB" smtClean="0"/>
              <a:pPr/>
              <a:t>‹#›</a:t>
            </a:fld>
            <a:endParaRPr lang="en-GB"/>
          </a:p>
        </p:txBody>
      </p:sp>
      <p:pic>
        <p:nvPicPr>
          <p:cNvPr id="11" name="Graphic 10">
            <a:extLst>
              <a:ext uri="{FF2B5EF4-FFF2-40B4-BE49-F238E27FC236}">
                <a16:creationId xmlns:a16="http://schemas.microsoft.com/office/drawing/2014/main" id="{78AD4F7A-28D7-1754-3C25-ACEA15E3F153}"/>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1343640" y="411459"/>
            <a:ext cx="457200" cy="457200"/>
          </a:xfrm>
          <a:prstGeom prst="rect">
            <a:avLst/>
          </a:prstGeom>
        </p:spPr>
      </p:pic>
      <p:sp>
        <p:nvSpPr>
          <p:cNvPr id="12" name="Footer Placeholder 11">
            <a:extLst>
              <a:ext uri="{FF2B5EF4-FFF2-40B4-BE49-F238E27FC236}">
                <a16:creationId xmlns:a16="http://schemas.microsoft.com/office/drawing/2014/main" id="{5D21AF28-CD96-56A4-1BED-B99C7443AB3B}"/>
              </a:ext>
            </a:extLst>
          </p:cNvPr>
          <p:cNvSpPr>
            <a:spLocks noGrp="1"/>
          </p:cNvSpPr>
          <p:nvPr>
            <p:ph type="ftr" sz="quarter" idx="3"/>
          </p:nvPr>
        </p:nvSpPr>
        <p:spPr>
          <a:xfrm>
            <a:off x="7609840" y="6396990"/>
            <a:ext cx="4114800" cy="365125"/>
          </a:xfrm>
          <a:prstGeom prst="rect">
            <a:avLst/>
          </a:prstGeom>
        </p:spPr>
        <p:txBody>
          <a:bodyPr vert="horz" lIns="91440" tIns="45720" rIns="91440" bIns="45720" rtlCol="0" anchor="ctr"/>
          <a:lstStyle>
            <a:lvl1pPr algn="r">
              <a:defRPr sz="1000" b="0" i="0" spc="200" baseline="0">
                <a:solidFill>
                  <a:schemeClr val="tx1">
                    <a:lumMod val="40000"/>
                    <a:lumOff val="60000"/>
                  </a:schemeClr>
                </a:solidFill>
                <a:latin typeface="Arial" panose="020B0604020202020204" pitchFamily="34" charset="0"/>
                <a:cs typeface="Arial" panose="020B0604020202020204" pitchFamily="34" charset="0"/>
              </a:defRPr>
            </a:lvl1pPr>
          </a:lstStyle>
          <a:p>
            <a:r>
              <a:rPr lang="en-GB"/>
              <a:t>SDR HUB OVERVIEW</a:t>
            </a:r>
          </a:p>
        </p:txBody>
      </p:sp>
    </p:spTree>
    <p:extLst>
      <p:ext uri="{BB962C8B-B14F-4D97-AF65-F5344CB8AC3E}">
        <p14:creationId xmlns:p14="http://schemas.microsoft.com/office/powerpoint/2010/main" val="1214850786"/>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Lst>
  <p:hf hdr="0" dt="0"/>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SzPct val="80000"/>
        <a:buFontTx/>
        <a:buBlip>
          <a:blip r:embed="rId30">
            <a:extLst>
              <a:ext uri="{96DAC541-7B7A-43D3-8B79-37D633B846F1}">
                <asvg:svgBlip xmlns:asvg="http://schemas.microsoft.com/office/drawing/2016/SVG/main" r:embed="rId31"/>
              </a:ext>
            </a:extLst>
          </a:blip>
        </a:buBlip>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SzPct val="80000"/>
        <a:buFontTx/>
        <a:buBlip>
          <a:blip r:embed="rId30">
            <a:extLst>
              <a:ext uri="{96DAC541-7B7A-43D3-8B79-37D633B846F1}">
                <asvg:svgBlip xmlns:asvg="http://schemas.microsoft.com/office/drawing/2016/SVG/main" r:embed="rId31"/>
              </a:ext>
            </a:extLst>
          </a:blip>
        </a:buBlip>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SzPct val="80000"/>
        <a:buFontTx/>
        <a:buBlip>
          <a:blip r:embed="rId30">
            <a:extLst>
              <a:ext uri="{96DAC541-7B7A-43D3-8B79-37D633B846F1}">
                <asvg:svgBlip xmlns:asvg="http://schemas.microsoft.com/office/drawing/2016/SVG/main" r:embed="rId31"/>
              </a:ext>
            </a:extLst>
          </a:blip>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SzPct val="80000"/>
        <a:buFontTx/>
        <a:buBlip>
          <a:blip r:embed="rId30">
            <a:extLst>
              <a:ext uri="{96DAC541-7B7A-43D3-8B79-37D633B846F1}">
                <asvg:svgBlip xmlns:asvg="http://schemas.microsoft.com/office/drawing/2016/SVG/main" r:embed="rId31"/>
              </a:ext>
            </a:extLst>
          </a:blip>
        </a:buBlip>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SzPct val="80000"/>
        <a:buFontTx/>
        <a:buBlip>
          <a:blip r:embed="rId30">
            <a:extLst>
              <a:ext uri="{96DAC541-7B7A-43D3-8B79-37D633B846F1}">
                <asvg:svgBlip xmlns:asvg="http://schemas.microsoft.com/office/drawing/2016/SVG/main" r:embed="rId31"/>
              </a:ext>
            </a:extLst>
          </a:blip>
        </a:buBlip>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600">
                <a:solidFill>
                  <a:srgbClr val="0A5455"/>
                </a:solidFill>
                <a:latin typeface="Inter"/>
              </a:rPr>
              <a:t>From Ocean Accounts to Policy Action: Crafting a Policy Brief</a:t>
            </a:r>
          </a:p>
        </p:txBody>
      </p:sp>
      <p:sp>
        <p:nvSpPr>
          <p:cNvPr id="3" name="Subtitle 2"/>
          <p:cNvSpPr>
            <a:spLocks noGrp="1"/>
          </p:cNvSpPr>
          <p:nvPr>
            <p:ph type="subTitle" idx="1"/>
          </p:nvPr>
        </p:nvSpPr>
        <p:spPr/>
        <p:txBody>
          <a:bodyPr/>
          <a:lstStyle/>
          <a:p>
            <a:r>
              <a:rPr sz="1800">
                <a:solidFill>
                  <a:srgbClr val="30302F"/>
                </a:solidFill>
                <a:latin typeface="Inter"/>
              </a:rPr>
              <a:t>Ocean Accounting Clinic Pt.2</a:t>
            </a:r>
          </a:p>
          <a:p>
            <a:r>
              <a:rPr sz="1800">
                <a:solidFill>
                  <a:srgbClr val="30302F"/>
                </a:solidFill>
                <a:latin typeface="Inter"/>
              </a:rPr>
              <a:t>Day 3 -- 1 April 2026</a:t>
            </a:r>
          </a:p>
        </p:txBody>
      </p:sp>
      <p:sp>
        <p:nvSpPr>
          <p:cNvPr id="4" name="Text Placeholder 3"/>
          <p:cNvSpPr>
            <a:spLocks noGrp="1"/>
          </p:cNvSpPr>
          <p:nvPr>
            <p:ph type="body" idx="10" sz="quarter"/>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1: What you will leave with today</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By the end of this session, you will have two things in hand:</a:t>
            </a:r>
          </a:p>
          <a:p>
            <a:pPr>
              <a:spcBef>
                <a:spcPts val="600"/>
              </a:spcBef>
            </a:pPr>
            <a:r>
              <a:rPr sz="1400" b="0">
                <a:solidFill>
                  <a:srgbClr val="30302F"/>
                </a:solidFill>
                <a:latin typeface="Inter"/>
              </a:rPr>
              <a:t>1. A completed COMPASS Message Box that distils your ocean account results into a clear, audience-ready message</a:t>
            </a:r>
          </a:p>
          <a:p>
            <a:pPr>
              <a:spcBef>
                <a:spcPts val="600"/>
              </a:spcBef>
            </a:pPr>
            <a:r>
              <a:rPr sz="1400" b="0">
                <a:solidFill>
                  <a:srgbClr val="30302F"/>
                </a:solidFill>
                <a:latin typeface="Inter"/>
              </a:rPr>
              <a:t>2. A draft policy brief that translates your account findings into a document a decision-maker can act on</a:t>
            </a:r>
          </a:p>
          <a:p>
            <a:pPr>
              <a:spcBef>
                <a:spcPts val="600"/>
              </a:spcBef>
            </a:pPr>
            <a:r>
              <a:rPr sz="1400" b="0">
                <a:solidFill>
                  <a:srgbClr val="30302F"/>
                </a:solidFill>
                <a:latin typeface="Inter"/>
              </a:rPr>
              <a:t>This is hands-on. You will spend more time writing than listening.</a:t>
            </a:r>
          </a:p>
        </p:txBody>
      </p:sp>
      <p:graphicFrame>
        <p:nvGraphicFramePr>
          <p:cNvPr id="6" name="Table 5"/>
          <p:cNvGraphicFramePr>
            <a:graphicFrameLocks noGrp="1"/>
          </p:cNvGraphicFramePr>
          <p:nvPr/>
        </p:nvGraphicFramePr>
        <p:xfrm>
          <a:off x="731520" y="3200400"/>
          <a:ext cx="10058400" cy="960119"/>
        </p:xfrm>
        <a:graphic>
          <a:graphicData uri="http://schemas.openxmlformats.org/drawingml/2006/table">
            <a:tbl>
              <a:tblPr firstRow="1" bandRow="1">
                <a:tableStyleId>{5C22544A-7EE6-4342-B048-85BDC9FD1C3A}</a:tableStyleId>
              </a:tblPr>
              <a:tblGrid>
                <a:gridCol w="2514600"/>
                <a:gridCol w="2514600"/>
                <a:gridCol w="2514600"/>
                <a:gridCol w="2514600"/>
              </a:tblGrid>
              <a:tr h="320039">
                <a:tc>
                  <a:txBody>
                    <a:bodyPr/>
                    <a:lstStyle/>
                    <a:p>
                      <a:r>
                        <a:rPr sz="1100" b="1">
                          <a:solidFill>
                            <a:srgbClr val="FFFFFF"/>
                          </a:solidFill>
                          <a:latin typeface="Inter"/>
                        </a:rPr>
                        <a:t>Part</a:t>
                      </a:r>
                    </a:p>
                  </a:txBody>
                  <a:tcPr>
                    <a:solidFill>
                      <a:srgbClr val="3B9C7B"/>
                    </a:solidFill>
                  </a:tcPr>
                </a:tc>
                <a:tc>
                  <a:txBody>
                    <a:bodyPr/>
                    <a:lstStyle/>
                    <a:p>
                      <a:r>
                        <a:rPr sz="1100" b="1">
                          <a:solidFill>
                            <a:srgbClr val="FFFFFF"/>
                          </a:solidFill>
                          <a:latin typeface="Inter"/>
                        </a:rPr>
                        <a:t>Time</a:t>
                      </a:r>
                    </a:p>
                  </a:txBody>
                  <a:tcPr>
                    <a:solidFill>
                      <a:srgbClr val="3B9C7B"/>
                    </a:solidFill>
                  </a:tcPr>
                </a:tc>
                <a:tc>
                  <a:txBody>
                    <a:bodyPr/>
                    <a:lstStyle/>
                    <a:p>
                      <a:r>
                        <a:rPr sz="1100" b="1">
                          <a:solidFill>
                            <a:srgbClr val="FFFFFF"/>
                          </a:solidFill>
                          <a:latin typeface="Inter"/>
                        </a:rPr>
                        <a:t>Tool</a:t>
                      </a:r>
                    </a:p>
                  </a:txBody>
                  <a:tcPr>
                    <a:solidFill>
                      <a:srgbClr val="3B9C7B"/>
                    </a:solidFill>
                  </a:tcPr>
                </a:tc>
                <a:tc>
                  <a:txBody>
                    <a:bodyPr/>
                    <a:lstStyle/>
                    <a:p>
                      <a:r>
                        <a:rPr sz="1100" b="1">
                          <a:solidFill>
                            <a:srgbClr val="FFFFFF"/>
                          </a:solidFill>
                          <a:latin typeface="Inter"/>
                        </a:rPr>
                        <a:t>Output</a:t>
                      </a:r>
                    </a:p>
                  </a:txBody>
                  <a:tcPr>
                    <a:solidFill>
                      <a:srgbClr val="3B9C7B"/>
                    </a:solidFill>
                  </a:tcPr>
                </a:tc>
              </a:tr>
              <a:tr h="320039">
                <a:tc>
                  <a:txBody>
                    <a:bodyPr/>
                    <a:lstStyle/>
                    <a:p>
                      <a:r>
                        <a:rPr sz="1000">
                          <a:solidFill>
                            <a:srgbClr val="30302F"/>
                          </a:solidFill>
                          <a:latin typeface="Inter"/>
                        </a:rPr>
                        <a:t>Part 1</a:t>
                      </a:r>
                    </a:p>
                  </a:txBody>
                  <a:tcPr/>
                </a:tc>
                <a:tc>
                  <a:txBody>
                    <a:bodyPr/>
                    <a:lstStyle/>
                    <a:p>
                      <a:r>
                        <a:rPr sz="1000">
                          <a:solidFill>
                            <a:srgbClr val="30302F"/>
                          </a:solidFill>
                          <a:latin typeface="Inter"/>
                        </a:rPr>
                        <a:t>09:10-10:30</a:t>
                      </a:r>
                    </a:p>
                  </a:txBody>
                  <a:tcPr/>
                </a:tc>
                <a:tc>
                  <a:txBody>
                    <a:bodyPr/>
                    <a:lstStyle/>
                    <a:p>
                      <a:r>
                        <a:rPr sz="1000">
                          <a:solidFill>
                            <a:srgbClr val="30302F"/>
                          </a:solidFill>
                          <a:latin typeface="Inter"/>
                        </a:rPr>
                        <a:t>COMPASS Message Box</a:t>
                      </a:r>
                    </a:p>
                  </a:txBody>
                  <a:tcPr/>
                </a:tc>
                <a:tc>
                  <a:txBody>
                    <a:bodyPr/>
                    <a:lstStyle/>
                    <a:p>
                      <a:r>
                        <a:rPr sz="1000">
                          <a:solidFill>
                            <a:srgbClr val="30302F"/>
                          </a:solidFill>
                          <a:latin typeface="Inter"/>
                        </a:rPr>
                        <a:t>Your "elevator pitch" for ocean accounts</a:t>
                      </a:r>
                    </a:p>
                  </a:txBody>
                  <a:tcPr/>
                </a:tc>
              </a:tr>
              <a:tr h="320041">
                <a:tc>
                  <a:txBody>
                    <a:bodyPr/>
                    <a:lstStyle/>
                    <a:p>
                      <a:r>
                        <a:rPr sz="1000">
                          <a:solidFill>
                            <a:srgbClr val="30302F"/>
                          </a:solidFill>
                          <a:latin typeface="Inter"/>
                        </a:rPr>
                        <a:t>Part 2</a:t>
                      </a:r>
                    </a:p>
                  </a:txBody>
                  <a:tcPr/>
                </a:tc>
                <a:tc>
                  <a:txBody>
                    <a:bodyPr/>
                    <a:lstStyle/>
                    <a:p>
                      <a:r>
                        <a:rPr sz="1000">
                          <a:solidFill>
                            <a:srgbClr val="30302F"/>
                          </a:solidFill>
                          <a:latin typeface="Inter"/>
                        </a:rPr>
                        <a:t>10:45-12:00</a:t>
                      </a:r>
                    </a:p>
                  </a:txBody>
                  <a:tcPr/>
                </a:tc>
                <a:tc>
                  <a:txBody>
                    <a:bodyPr/>
                    <a:lstStyle/>
                    <a:p>
                      <a:r>
                        <a:rPr sz="1000">
                          <a:solidFill>
                            <a:srgbClr val="30302F"/>
                          </a:solidFill>
                          <a:latin typeface="Inter"/>
                        </a:rPr>
                        <a:t>Policy brief template</a:t>
                      </a:r>
                    </a:p>
                  </a:txBody>
                  <a:tcPr/>
                </a:tc>
                <a:tc>
                  <a:txBody>
                    <a:bodyPr/>
                    <a:lstStyle/>
                    <a:p>
                      <a:r>
                        <a:rPr sz="1000">
                          <a:solidFill>
                            <a:srgbClr val="30302F"/>
                          </a:solidFill>
                          <a:latin typeface="Inter"/>
                        </a:rPr>
                        <a:t>A 2-4 page draft brief</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2: The science-policy gap</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Scientists and policymakers think about information in opposite order.</a:t>
            </a:r>
          </a:p>
          <a:p>
            <a:pPr>
              <a:spcBef>
                <a:spcPts val="600"/>
              </a:spcBef>
            </a:pPr>
            <a:r>
              <a:rPr sz="1400" b="0">
                <a:solidFill>
                  <a:srgbClr val="30302F"/>
                </a:solidFill>
                <a:latin typeface="Inter"/>
              </a:rPr>
              <a:t>How scientists present:</a:t>
            </a:r>
          </a:p>
          <a:p>
            <a:pPr>
              <a:spcBef>
                <a:spcPts val="600"/>
              </a:spcBef>
            </a:pPr>
            <a:r>
              <a:rPr sz="1400" b="0">
                <a:solidFill>
                  <a:srgbClr val="30302F"/>
                </a:solidFill>
                <a:latin typeface="Inter"/>
              </a:rPr>
              <a:t>1. Background and literature</a:t>
            </a:r>
          </a:p>
          <a:p>
            <a:pPr>
              <a:spcBef>
                <a:spcPts val="600"/>
              </a:spcBef>
            </a:pPr>
            <a:r>
              <a:rPr sz="1400" b="0">
                <a:solidFill>
                  <a:srgbClr val="30302F"/>
                </a:solidFill>
                <a:latin typeface="Inter"/>
              </a:rPr>
              <a:t>2. Methods</a:t>
            </a:r>
          </a:p>
          <a:p>
            <a:pPr>
              <a:spcBef>
                <a:spcPts val="600"/>
              </a:spcBef>
            </a:pPr>
            <a:r>
              <a:rPr sz="1400" b="0">
                <a:solidFill>
                  <a:srgbClr val="30302F"/>
                </a:solidFill>
                <a:latin typeface="Inter"/>
              </a:rPr>
              <a:t>3. Results</a:t>
            </a:r>
          </a:p>
          <a:p>
            <a:pPr>
              <a:spcBef>
                <a:spcPts val="600"/>
              </a:spcBef>
            </a:pPr>
            <a:r>
              <a:rPr sz="1400" b="0">
                <a:solidFill>
                  <a:srgbClr val="30302F"/>
                </a:solidFill>
                <a:latin typeface="Inter"/>
              </a:rPr>
              <a:t>4. Conclusions</a:t>
            </a:r>
          </a:p>
          <a:p>
            <a:pPr>
              <a:spcBef>
                <a:spcPts val="600"/>
              </a:spcBef>
            </a:pPr>
            <a:r>
              <a:rPr sz="1400" b="0">
                <a:solidFill>
                  <a:srgbClr val="30302F"/>
                </a:solidFill>
                <a:latin typeface="Inter"/>
              </a:rPr>
              <a:t>What policymakers want:</a:t>
            </a:r>
          </a:p>
          <a:p>
            <a:pPr>
              <a:spcBef>
                <a:spcPts val="600"/>
              </a:spcBef>
            </a:pPr>
            <a:r>
              <a:rPr sz="1400" b="0">
                <a:solidFill>
                  <a:srgbClr val="30302F"/>
                </a:solidFill>
                <a:latin typeface="Inter"/>
              </a:rPr>
              <a:t>1. Results -- what did you find?</a:t>
            </a:r>
          </a:p>
          <a:p>
            <a:pPr>
              <a:spcBef>
                <a:spcPts val="600"/>
              </a:spcBef>
            </a:pPr>
            <a:r>
              <a:rPr sz="1400" b="0">
                <a:solidFill>
                  <a:srgbClr val="30302F"/>
                </a:solidFill>
                <a:latin typeface="Inter"/>
              </a:rPr>
              <a:t>2. So what -- why does it matter for my decisions?</a:t>
            </a:r>
          </a:p>
          <a:p>
            <a:pPr>
              <a:spcBef>
                <a:spcPts val="600"/>
              </a:spcBef>
            </a:pPr>
            <a:r>
              <a:rPr sz="1400" b="0">
                <a:solidFill>
                  <a:srgbClr val="30302F"/>
                </a:solidFill>
                <a:latin typeface="Inter"/>
              </a:rPr>
              <a:t>3. Background -- only if I need more detail</a:t>
            </a:r>
          </a:p>
          <a:p>
            <a:pPr>
              <a:spcBef>
                <a:spcPts val="600"/>
              </a:spcBef>
            </a:pPr>
            <a:r>
              <a:rPr sz="1400" b="0">
                <a:solidFill>
                  <a:srgbClr val="30302F"/>
                </a:solidFill>
                <a:latin typeface="Inter"/>
              </a:rPr>
              <a:t>(Adapted from Baron, 2010. Escape from the Ivory Tower: A Guide to Making Your Science Matter.)</a:t>
            </a:r>
          </a:p>
          <a:p>
            <a:pPr>
              <a:spcBef>
                <a:spcPts val="600"/>
              </a:spcBef>
            </a:pPr>
            <a:r>
              <a:rPr sz="1400" b="0">
                <a:solidFill>
                  <a:srgbClr val="30302F"/>
                </a:solidFill>
                <a:latin typeface="Inter"/>
              </a:rPr>
              <a:t>The challenge is not that your research is irrelevant. The challenge is that the way scientists are trained to communicate puts the most important information last. Policy briefs fix this by leading with findings and implications.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3: Science is one input among many</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Policy decisions are shaped by six elements, not just evidence (Cairney and Heikkila, 2014):</a:t>
            </a:r>
          </a:p>
          <a:p>
            <a:pPr>
              <a:spcBef>
                <a:spcPts val="600"/>
              </a:spcBef>
            </a:pPr>
            <a:r>
              <a:rPr sz="1400" b="0">
                <a:solidFill>
                  <a:srgbClr val="30302F"/>
                </a:solidFill>
                <a:latin typeface="Inter"/>
              </a:rPr>
              <a:t>Your ocean account results enter this system as evidence. A good policy brief positions your evidence within the elements your audience cares about.</a:t>
            </a:r>
          </a:p>
          <a:p>
            <a:pPr>
              <a:spcBef>
                <a:spcPts val="600"/>
              </a:spcBef>
            </a:pPr>
            <a:r>
              <a:rPr sz="1400" b="0">
                <a:solidFill>
                  <a:srgbClr val="30302F"/>
                </a:solidFill>
                <a:latin typeface="Inter"/>
              </a:rPr>
              <a:t>(Evans and Cvitanovic, 2018)</a:t>
            </a:r>
          </a:p>
        </p:txBody>
      </p:sp>
      <p:graphicFrame>
        <p:nvGraphicFramePr>
          <p:cNvPr id="6" name="Table 5"/>
          <p:cNvGraphicFramePr>
            <a:graphicFrameLocks noGrp="1"/>
          </p:cNvGraphicFramePr>
          <p:nvPr/>
        </p:nvGraphicFramePr>
        <p:xfrm>
          <a:off x="731520" y="3200400"/>
          <a:ext cx="10058400" cy="2240279"/>
        </p:xfrm>
        <a:graphic>
          <a:graphicData uri="http://schemas.openxmlformats.org/drawingml/2006/table">
            <a:tbl>
              <a:tblPr firstRow="1" bandRow="1">
                <a:tableStyleId>{5C22544A-7EE6-4342-B048-85BDC9FD1C3A}</a:tableStyleId>
              </a:tblPr>
              <a:tblGrid>
                <a:gridCol w="3352800"/>
                <a:gridCol w="3352800"/>
                <a:gridCol w="3352800"/>
              </a:tblGrid>
              <a:tr h="320039">
                <a:tc>
                  <a:txBody>
                    <a:bodyPr/>
                    <a:lstStyle/>
                    <a:p>
                      <a:r>
                        <a:rPr sz="1100" b="1">
                          <a:solidFill>
                            <a:srgbClr val="FFFFFF"/>
                          </a:solidFill>
                          <a:latin typeface="Inter"/>
                        </a:rPr>
                        <a:t>Element</a:t>
                      </a:r>
                    </a:p>
                  </a:txBody>
                  <a:tcPr>
                    <a:solidFill>
                      <a:srgbClr val="3B9C7B"/>
                    </a:solidFill>
                  </a:tcPr>
                </a:tc>
                <a:tc>
                  <a:txBody>
                    <a:bodyPr/>
                    <a:lstStyle/>
                    <a:p>
                      <a:r>
                        <a:rPr sz="1100" b="1">
                          <a:solidFill>
                            <a:srgbClr val="FFFFFF"/>
                          </a:solidFill>
                          <a:latin typeface="Inter"/>
                        </a:rPr>
                        <a:t>What it means</a:t>
                      </a:r>
                    </a:p>
                  </a:txBody>
                  <a:tcPr>
                    <a:solidFill>
                      <a:srgbClr val="3B9C7B"/>
                    </a:solidFill>
                  </a:tcPr>
                </a:tc>
                <a:tc>
                  <a:txBody>
                    <a:bodyPr/>
                    <a:lstStyle/>
                    <a:p>
                      <a:r>
                        <a:rPr sz="1100" b="1">
                          <a:solidFill>
                            <a:srgbClr val="FFFFFF"/>
                          </a:solidFill>
                          <a:latin typeface="Inter"/>
                        </a:rPr>
                        <a:t>Example</a:t>
                      </a:r>
                    </a:p>
                  </a:txBody>
                  <a:tcPr>
                    <a:solidFill>
                      <a:srgbClr val="3B9C7B"/>
                    </a:solidFill>
                  </a:tcPr>
                </a:tc>
              </a:tr>
              <a:tr h="320039">
                <a:tc>
                  <a:txBody>
                    <a:bodyPr/>
                    <a:lstStyle/>
                    <a:p>
                      <a:r>
                        <a:rPr sz="1000">
                          <a:solidFill>
                            <a:srgbClr val="30302F"/>
                          </a:solidFill>
                          <a:latin typeface="Inter"/>
                        </a:rPr>
                        <a:t>Policy actors</a:t>
                      </a:r>
                    </a:p>
                  </a:txBody>
                  <a:tcPr/>
                </a:tc>
                <a:tc>
                  <a:txBody>
                    <a:bodyPr/>
                    <a:lstStyle/>
                    <a:p>
                      <a:r>
                        <a:rPr sz="1000">
                          <a:solidFill>
                            <a:srgbClr val="30302F"/>
                          </a:solidFill>
                          <a:latin typeface="Inter"/>
                        </a:rPr>
                        <a:t>People and organizations involved in the process</a:t>
                      </a:r>
                    </a:p>
                  </a:txBody>
                  <a:tcPr/>
                </a:tc>
                <a:tc>
                  <a:txBody>
                    <a:bodyPr/>
                    <a:lstStyle/>
                    <a:p>
                      <a:r>
                        <a:rPr sz="1000">
                          <a:solidFill>
                            <a:srgbClr val="30302F"/>
                          </a:solidFill>
                          <a:latin typeface="Inter"/>
                        </a:rPr>
                        <a:t>Ministry of Environment, fishing cooperatives, tourism boards</a:t>
                      </a:r>
                    </a:p>
                  </a:txBody>
                  <a:tcPr/>
                </a:tc>
              </a:tr>
              <a:tr h="320039">
                <a:tc>
                  <a:txBody>
                    <a:bodyPr/>
                    <a:lstStyle/>
                    <a:p>
                      <a:r>
                        <a:rPr sz="1000">
                          <a:solidFill>
                            <a:srgbClr val="30302F"/>
                          </a:solidFill>
                          <a:latin typeface="Inter"/>
                        </a:rPr>
                        <a:t>Networks</a:t>
                      </a:r>
                    </a:p>
                  </a:txBody>
                  <a:tcPr/>
                </a:tc>
                <a:tc>
                  <a:txBody>
                    <a:bodyPr/>
                    <a:lstStyle/>
                    <a:p>
                      <a:r>
                        <a:rPr sz="1000">
                          <a:solidFill>
                            <a:srgbClr val="30302F"/>
                          </a:solidFill>
                          <a:latin typeface="Inter"/>
                        </a:rPr>
                        <a:t>Relationships between actors</a:t>
                      </a:r>
                    </a:p>
                  </a:txBody>
                  <a:tcPr/>
                </a:tc>
                <a:tc>
                  <a:txBody>
                    <a:bodyPr/>
                    <a:lstStyle/>
                    <a:p>
                      <a:r>
                        <a:rPr sz="1000">
                          <a:solidFill>
                            <a:srgbClr val="30302F"/>
                          </a:solidFill>
                          <a:latin typeface="Inter"/>
                        </a:rPr>
                        <a:t>Regional fisheries management organizations, GOAP community</a:t>
                      </a:r>
                    </a:p>
                  </a:txBody>
                  <a:tcPr/>
                </a:tc>
              </a:tr>
              <a:tr h="320039">
                <a:tc>
                  <a:txBody>
                    <a:bodyPr/>
                    <a:lstStyle/>
                    <a:p>
                      <a:r>
                        <a:rPr sz="1000">
                          <a:solidFill>
                            <a:srgbClr val="30302F"/>
                          </a:solidFill>
                          <a:latin typeface="Inter"/>
                        </a:rPr>
                        <a:t>Institutions</a:t>
                      </a:r>
                    </a:p>
                  </a:txBody>
                  <a:tcPr/>
                </a:tc>
                <a:tc>
                  <a:txBody>
                    <a:bodyPr/>
                    <a:lstStyle/>
                    <a:p>
                      <a:r>
                        <a:rPr sz="1000">
                          <a:solidFill>
                            <a:srgbClr val="30302F"/>
                          </a:solidFill>
                          <a:latin typeface="Inter"/>
                        </a:rPr>
                        <a:t>Rules, norms, and traditions</a:t>
                      </a:r>
                    </a:p>
                  </a:txBody>
                  <a:tcPr/>
                </a:tc>
                <a:tc>
                  <a:txBody>
                    <a:bodyPr/>
                    <a:lstStyle/>
                    <a:p>
                      <a:r>
                        <a:rPr sz="1000">
                          <a:solidFill>
                            <a:srgbClr val="30302F"/>
                          </a:solidFill>
                          <a:latin typeface="Inter"/>
                        </a:rPr>
                        <a:t>National accounting standards, SEEA framework, budget cycles</a:t>
                      </a:r>
                    </a:p>
                  </a:txBody>
                  <a:tcPr/>
                </a:tc>
              </a:tr>
              <a:tr h="320039">
                <a:tc>
                  <a:txBody>
                    <a:bodyPr/>
                    <a:lstStyle/>
                    <a:p>
                      <a:r>
                        <a:rPr sz="1000">
                          <a:solidFill>
                            <a:srgbClr val="30302F"/>
                          </a:solidFill>
                          <a:latin typeface="Inter"/>
                        </a:rPr>
                        <a:t>Ideas</a:t>
                      </a:r>
                    </a:p>
                  </a:txBody>
                  <a:tcPr/>
                </a:tc>
                <a:tc>
                  <a:txBody>
                    <a:bodyPr/>
                    <a:lstStyle/>
                    <a:p>
                      <a:r>
                        <a:rPr sz="1000">
                          <a:solidFill>
                            <a:srgbClr val="30302F"/>
                          </a:solidFill>
                          <a:latin typeface="Inter"/>
                        </a:rPr>
                        <a:t>Beliefs and worldviews</a:t>
                      </a:r>
                    </a:p>
                  </a:txBody>
                  <a:tcPr/>
                </a:tc>
                <a:tc>
                  <a:txBody>
                    <a:bodyPr/>
                    <a:lstStyle/>
                    <a:p>
                      <a:r>
                        <a:rPr sz="1000">
                          <a:solidFill>
                            <a:srgbClr val="30302F"/>
                          </a:solidFill>
                          <a:latin typeface="Inter"/>
                        </a:rPr>
                        <a:t>"Blue economy" framing, sustainability vs growth priorities</a:t>
                      </a:r>
                    </a:p>
                  </a:txBody>
                  <a:tcPr/>
                </a:tc>
              </a:tr>
              <a:tr h="320039">
                <a:tc>
                  <a:txBody>
                    <a:bodyPr/>
                    <a:lstStyle/>
                    <a:p>
                      <a:r>
                        <a:rPr sz="1000">
                          <a:solidFill>
                            <a:srgbClr val="30302F"/>
                          </a:solidFill>
                          <a:latin typeface="Inter"/>
                        </a:rPr>
                        <a:t>Events</a:t>
                      </a:r>
                    </a:p>
                  </a:txBody>
                  <a:tcPr/>
                </a:tc>
                <a:tc>
                  <a:txBody>
                    <a:bodyPr/>
                    <a:lstStyle/>
                    <a:p>
                      <a:r>
                        <a:rPr sz="1000">
                          <a:solidFill>
                            <a:srgbClr val="30302F"/>
                          </a:solidFill>
                          <a:latin typeface="Inter"/>
                        </a:rPr>
                        <a:t>Shocks that open policy windows</a:t>
                      </a:r>
                    </a:p>
                  </a:txBody>
                  <a:tcPr/>
                </a:tc>
                <a:tc>
                  <a:txBody>
                    <a:bodyPr/>
                    <a:lstStyle/>
                    <a:p>
                      <a:r>
                        <a:rPr sz="1000">
                          <a:solidFill>
                            <a:srgbClr val="30302F"/>
                          </a:solidFill>
                          <a:latin typeface="Inter"/>
                        </a:rPr>
                        <a:t>Coral bleaching event, oil spill, new government, UNOC3</a:t>
                      </a:r>
                    </a:p>
                  </a:txBody>
                  <a:tcPr/>
                </a:tc>
              </a:tr>
              <a:tr h="320045">
                <a:tc>
                  <a:txBody>
                    <a:bodyPr/>
                    <a:lstStyle/>
                    <a:p>
                      <a:r>
                        <a:rPr sz="1000">
                          <a:solidFill>
                            <a:srgbClr val="30302F"/>
                          </a:solidFill>
                          <a:latin typeface="Inter"/>
                        </a:rPr>
                        <a:t>Socioeconomic context</a:t>
                      </a:r>
                    </a:p>
                  </a:txBody>
                  <a:tcPr/>
                </a:tc>
                <a:tc>
                  <a:txBody>
                    <a:bodyPr/>
                    <a:lstStyle/>
                    <a:p>
                      <a:r>
                        <a:rPr sz="1000">
                          <a:solidFill>
                            <a:srgbClr val="30302F"/>
                          </a:solidFill>
                          <a:latin typeface="Inter"/>
                        </a:rPr>
                        <a:t>Economic conditions, demographics</a:t>
                      </a:r>
                    </a:p>
                  </a:txBody>
                  <a:tcPr/>
                </a:tc>
                <a:tc>
                  <a:txBody>
                    <a:bodyPr/>
                    <a:lstStyle/>
                    <a:p>
                      <a:r>
                        <a:rPr sz="1000">
                          <a:solidFill>
                            <a:srgbClr val="30302F"/>
                          </a:solidFill>
                          <a:latin typeface="Inter"/>
                        </a:rPr>
                        <a:t>Coastal poverty rates, tourism dependency, climate exposure</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4: Know your audience</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Different audiences ask different questions about the same information.</a:t>
            </a:r>
          </a:p>
          <a:p>
            <a:pPr>
              <a:spcBef>
                <a:spcPts val="600"/>
              </a:spcBef>
            </a:pPr>
            <a:r>
              <a:rPr sz="1400" b="0">
                <a:solidFill>
                  <a:srgbClr val="30302F"/>
                </a:solidFill>
                <a:latin typeface="Inter"/>
              </a:rPr>
              <a:t>(Baron, 2010)</a:t>
            </a:r>
          </a:p>
          <a:p>
            <a:pPr>
              <a:spcBef>
                <a:spcPts val="600"/>
              </a:spcBef>
            </a:pPr>
            <a:r>
              <a:rPr sz="1400" b="0">
                <a:solidFill>
                  <a:srgbClr val="30302F"/>
                </a:solidFill>
                <a:latin typeface="Inter"/>
              </a:rPr>
              <a:t>Before you write anything, name a specific person or office as your reader. "Policymakers" is too vague. Try: "The Director of Fisheries in my country" or "The NBSAP focal point at our Ministry of Environment."</a:t>
            </a:r>
          </a:p>
        </p:txBody>
      </p:sp>
      <p:graphicFrame>
        <p:nvGraphicFramePr>
          <p:cNvPr id="6" name="Table 5"/>
          <p:cNvGraphicFramePr>
            <a:graphicFrameLocks noGrp="1"/>
          </p:cNvGraphicFramePr>
          <p:nvPr/>
        </p:nvGraphicFramePr>
        <p:xfrm>
          <a:off x="731520" y="3200400"/>
          <a:ext cx="10058400" cy="2560320"/>
        </p:xfrm>
        <a:graphic>
          <a:graphicData uri="http://schemas.openxmlformats.org/drawingml/2006/table">
            <a:tbl>
              <a:tblPr firstRow="1" bandRow="1">
                <a:tableStyleId>{5C22544A-7EE6-4342-B048-85BDC9FD1C3A}</a:tableStyleId>
              </a:tblPr>
              <a:tblGrid>
                <a:gridCol w="5029200"/>
                <a:gridCol w="5029200"/>
              </a:tblGrid>
              <a:tr h="320040">
                <a:tc>
                  <a:txBody>
                    <a:bodyPr/>
                    <a:lstStyle/>
                    <a:p>
                      <a:r>
                        <a:rPr sz="1100" b="1">
                          <a:solidFill>
                            <a:srgbClr val="FFFFFF"/>
                          </a:solidFill>
                          <a:latin typeface="Inter"/>
                        </a:rPr>
                        <a:t>Audience</a:t>
                      </a:r>
                    </a:p>
                  </a:txBody>
                  <a:tcPr>
                    <a:solidFill>
                      <a:srgbClr val="3B9C7B"/>
                    </a:solidFill>
                  </a:tcPr>
                </a:tc>
                <a:tc>
                  <a:txBody>
                    <a:bodyPr/>
                    <a:lstStyle/>
                    <a:p>
                      <a:r>
                        <a:rPr sz="1100" b="1">
                          <a:solidFill>
                            <a:srgbClr val="FFFFFF"/>
                          </a:solidFill>
                          <a:latin typeface="Inter"/>
                        </a:rPr>
                        <a:t>What they ask</a:t>
                      </a:r>
                    </a:p>
                  </a:txBody>
                  <a:tcPr>
                    <a:solidFill>
                      <a:srgbClr val="3B9C7B"/>
                    </a:solidFill>
                  </a:tcPr>
                </a:tc>
              </a:tr>
              <a:tr h="320040">
                <a:tc>
                  <a:txBody>
                    <a:bodyPr/>
                    <a:lstStyle/>
                    <a:p>
                      <a:r>
                        <a:rPr sz="1000">
                          <a:solidFill>
                            <a:srgbClr val="30302F"/>
                          </a:solidFill>
                          <a:latin typeface="Inter"/>
                        </a:rPr>
                        <a:t>Policymakers</a:t>
                      </a:r>
                    </a:p>
                  </a:txBody>
                  <a:tcPr/>
                </a:tc>
                <a:tc>
                  <a:txBody>
                    <a:bodyPr/>
                    <a:lstStyle/>
                    <a:p>
                      <a:r>
                        <a:rPr sz="1000">
                          <a:solidFill>
                            <a:srgbClr val="30302F"/>
                          </a:solidFill>
                          <a:latin typeface="Inter"/>
                        </a:rPr>
                        <a:t>Does this support my agenda? Do my constituents care?</a:t>
                      </a:r>
                    </a:p>
                  </a:txBody>
                  <a:tcPr/>
                </a:tc>
              </a:tr>
              <a:tr h="320040">
                <a:tc>
                  <a:txBody>
                    <a:bodyPr/>
                    <a:lstStyle/>
                    <a:p>
                      <a:r>
                        <a:rPr sz="1000">
                          <a:solidFill>
                            <a:srgbClr val="30302F"/>
                          </a:solidFill>
                          <a:latin typeface="Inter"/>
                        </a:rPr>
                        <a:t>Managers</a:t>
                      </a:r>
                    </a:p>
                  </a:txBody>
                  <a:tcPr/>
                </a:tc>
                <a:tc>
                  <a:txBody>
                    <a:bodyPr/>
                    <a:lstStyle/>
                    <a:p>
                      <a:r>
                        <a:rPr sz="1000">
                          <a:solidFill>
                            <a:srgbClr val="30302F"/>
                          </a:solidFill>
                          <a:latin typeface="Inter"/>
                        </a:rPr>
                        <a:t>What will it cost -- time, effort, money? Who supports this?</a:t>
                      </a:r>
                    </a:p>
                  </a:txBody>
                  <a:tcPr/>
                </a:tc>
              </a:tr>
              <a:tr h="320040">
                <a:tc>
                  <a:txBody>
                    <a:bodyPr/>
                    <a:lstStyle/>
                    <a:p>
                      <a:r>
                        <a:rPr sz="1000">
                          <a:solidFill>
                            <a:srgbClr val="30302F"/>
                          </a:solidFill>
                          <a:latin typeface="Inter"/>
                        </a:rPr>
                        <a:t>NGOs</a:t>
                      </a:r>
                    </a:p>
                  </a:txBody>
                  <a:tcPr/>
                </a:tc>
                <a:tc>
                  <a:txBody>
                    <a:bodyPr/>
                    <a:lstStyle/>
                    <a:p>
                      <a:r>
                        <a:rPr sz="1000">
                          <a:solidFill>
                            <a:srgbClr val="30302F"/>
                          </a:solidFill>
                          <a:latin typeface="Inter"/>
                        </a:rPr>
                        <a:t>How does this fit our agenda?</a:t>
                      </a:r>
                    </a:p>
                  </a:txBody>
                  <a:tcPr/>
                </a:tc>
              </a:tr>
              <a:tr h="320040">
                <a:tc>
                  <a:txBody>
                    <a:bodyPr/>
                    <a:lstStyle/>
                    <a:p>
                      <a:r>
                        <a:rPr sz="1000">
                          <a:solidFill>
                            <a:srgbClr val="30302F"/>
                          </a:solidFill>
                          <a:latin typeface="Inter"/>
                        </a:rPr>
                        <a:t>Scientists</a:t>
                      </a:r>
                    </a:p>
                  </a:txBody>
                  <a:tcPr/>
                </a:tc>
                <a:tc>
                  <a:txBody>
                    <a:bodyPr/>
                    <a:lstStyle/>
                    <a:p>
                      <a:r>
                        <a:rPr sz="1000">
                          <a:solidFill>
                            <a:srgbClr val="30302F"/>
                          </a:solidFill>
                          <a:latin typeface="Inter"/>
                        </a:rPr>
                        <a:t>Is it groundbreaking? Is it robust? How does it affect my work?</a:t>
                      </a:r>
                    </a:p>
                  </a:txBody>
                  <a:tcPr/>
                </a:tc>
              </a:tr>
              <a:tr h="320040">
                <a:tc>
                  <a:txBody>
                    <a:bodyPr/>
                    <a:lstStyle/>
                    <a:p>
                      <a:r>
                        <a:rPr sz="1000">
                          <a:solidFill>
                            <a:srgbClr val="30302F"/>
                          </a:solidFill>
                          <a:latin typeface="Inter"/>
                        </a:rPr>
                        <a:t>Media</a:t>
                      </a:r>
                    </a:p>
                  </a:txBody>
                  <a:tcPr/>
                </a:tc>
                <a:tc>
                  <a:txBody>
                    <a:bodyPr/>
                    <a:lstStyle/>
                    <a:p>
                      <a:r>
                        <a:rPr sz="1000">
                          <a:solidFill>
                            <a:srgbClr val="30302F"/>
                          </a:solidFill>
                          <a:latin typeface="Inter"/>
                        </a:rPr>
                        <a:t>Is it news? Will it sell? Is it a good story?</a:t>
                      </a:r>
                    </a:p>
                  </a:txBody>
                  <a:tcPr/>
                </a:tc>
              </a:tr>
              <a:tr h="320040">
                <a:tc>
                  <a:txBody>
                    <a:bodyPr/>
                    <a:lstStyle/>
                    <a:p>
                      <a:r>
                        <a:rPr sz="1000">
                          <a:solidFill>
                            <a:srgbClr val="30302F"/>
                          </a:solidFill>
                          <a:latin typeface="Inter"/>
                        </a:rPr>
                        <a:t>Foundations</a:t>
                      </a:r>
                    </a:p>
                  </a:txBody>
                  <a:tcPr/>
                </a:tc>
                <a:tc>
                  <a:txBody>
                    <a:bodyPr/>
                    <a:lstStyle/>
                    <a:p>
                      <a:r>
                        <a:rPr sz="1000">
                          <a:solidFill>
                            <a:srgbClr val="30302F"/>
                          </a:solidFill>
                          <a:latin typeface="Inter"/>
                        </a:rPr>
                        <a:t>Does this fit within our portfolio?</a:t>
                      </a:r>
                    </a:p>
                  </a:txBody>
                  <a:tcPr/>
                </a:tc>
              </a:tr>
              <a:tr h="320040">
                <a:tc>
                  <a:txBody>
                    <a:bodyPr/>
                    <a:lstStyle/>
                    <a:p>
                      <a:r>
                        <a:rPr sz="1000">
                          <a:solidFill>
                            <a:srgbClr val="30302F"/>
                          </a:solidFill>
                          <a:latin typeface="Inter"/>
                        </a:rPr>
                        <a:t>Communities</a:t>
                      </a:r>
                    </a:p>
                  </a:txBody>
                  <a:tcPr/>
                </a:tc>
                <a:tc>
                  <a:txBody>
                    <a:bodyPr/>
                    <a:lstStyle/>
                    <a:p>
                      <a:r>
                        <a:rPr sz="1000">
                          <a:solidFill>
                            <a:srgbClr val="30302F"/>
                          </a:solidFill>
                          <a:latin typeface="Inter"/>
                        </a:rPr>
                        <a:t>How does this affect safety, health, livelihoods, and natural resources?</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5: Tool 1 -- The COMPASS Message Box</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The Message Box is a thinking tool that forces you to distil your research into five clear components. It was developed by COMPASS (Communication Partnership for Science and the Sea).</a:t>
            </a:r>
          </a:p>
          <a:p>
            <a:pPr>
              <a:spcBef>
                <a:spcPts val="600"/>
              </a:spcBef>
            </a:pPr>
            <a:r>
              <a:rPr sz="1400" b="0">
                <a:solidFill>
                  <a:srgbClr val="30302F"/>
                </a:solidFill>
                <a:latin typeface="Inter"/>
              </a:rPr>
              <a:t>+--------------------------------------------------+</a:t>
            </a:r>
          </a:p>
          <a:p>
            <a:pPr>
              <a:spcBef>
                <a:spcPts val="600"/>
              </a:spcBef>
            </a:pPr>
            <a:r>
              <a:rPr sz="1400" b="0">
                <a:solidFill>
                  <a:srgbClr val="30302F"/>
                </a:solidFill>
                <a:latin typeface="Inter"/>
              </a:rPr>
              <a:t>+----------+                        +---------------+</a:t>
            </a:r>
          </a:p>
          <a:p>
            <a:pPr>
              <a:spcBef>
                <a:spcPts val="600"/>
              </a:spcBef>
            </a:pPr>
            <a:r>
              <a:rPr sz="1400" b="0">
                <a:solidFill>
                  <a:srgbClr val="30302F"/>
                </a:solidFill>
                <a:latin typeface="Inter"/>
              </a:rPr>
              <a:t>+----------+                        +---------------+</a:t>
            </a:r>
          </a:p>
          <a:p>
            <a:pPr>
              <a:spcBef>
                <a:spcPts val="600"/>
              </a:spcBef>
            </a:pPr>
            <a:r>
              <a:rPr sz="1400" b="0">
                <a:solidFill>
                  <a:srgbClr val="30302F"/>
                </a:solidFill>
                <a:latin typeface="Inter"/>
              </a:rPr>
              <a:t>+--------------------------------------------------+</a:t>
            </a:r>
          </a:p>
          <a:p>
            <a:pPr>
              <a:spcBef>
                <a:spcPts val="600"/>
              </a:spcBef>
            </a:pPr>
            <a:r>
              <a:rPr sz="1400" b="0">
                <a:solidFill>
                  <a:srgbClr val="30302F"/>
                </a:solidFill>
                <a:latin typeface="Inter"/>
              </a:rPr>
              <a:t>The Issue sits at the center. It is the overarching topic, summarized in a short clear phrase. The four surrounding sections build your case: what is wrong (Problems), why it matters (So What), what can be done (Solutions), and what improves if action is taken (Benefits).</a:t>
            </a:r>
          </a:p>
          <a:p>
            <a:pPr>
              <a:spcBef>
                <a:spcPts val="600"/>
              </a:spcBef>
            </a:pPr>
            <a:r>
              <a:rPr sz="1400" b="0">
                <a:solidFill>
                  <a:srgbClr val="30302F"/>
                </a:solidFill>
                <a:latin typeface="Inter"/>
              </a:rPr>
              <a:t>Start with the Issue, then fill in the So What -- it is the hardest and most important section.</a:t>
            </a:r>
          </a:p>
        </p:txBody>
      </p:sp>
      <p:graphicFrame>
        <p:nvGraphicFramePr>
          <p:cNvPr id="6" name="Table 5"/>
          <p:cNvGraphicFramePr>
            <a:graphicFrameLocks noGrp="1"/>
          </p:cNvGraphicFramePr>
          <p:nvPr/>
        </p:nvGraphicFramePr>
        <p:xfrm>
          <a:off x="731520" y="3200400"/>
          <a:ext cx="10058400" cy="640080"/>
        </p:xfrm>
        <a:graphic>
          <a:graphicData uri="http://schemas.openxmlformats.org/drawingml/2006/table">
            <a:tbl>
              <a:tblPr firstRow="1" bandRow="1">
                <a:tableStyleId>{5C22544A-7EE6-4342-B048-85BDC9FD1C3A}</a:tableStyleId>
              </a:tblPr>
              <a:tblGrid>
                <a:gridCol w="10058400"/>
              </a:tblGrid>
              <a:tr h="320040">
                <a:tc>
                  <a:txBody>
                    <a:bodyPr/>
                    <a:lstStyle/>
                    <a:p>
                      <a:r>
                        <a:rPr sz="1100" b="1">
                          <a:solidFill>
                            <a:srgbClr val="FFFFFF"/>
                          </a:solidFill>
                          <a:latin typeface="Inter"/>
                        </a:rPr>
                        <a:t>PROBLEMS</a:t>
                      </a:r>
                    </a:p>
                  </a:txBody>
                  <a:tcPr>
                    <a:solidFill>
                      <a:srgbClr val="3B9C7B"/>
                    </a:solidFill>
                  </a:tcPr>
                </a:tc>
              </a:tr>
              <a:tr h="320040">
                <a:tc>
                  <a:txBody>
                    <a:bodyPr/>
                    <a:lstStyle/>
                    <a:p>
                      <a:r>
                        <a:rPr sz="1000">
                          <a:solidFill>
                            <a:srgbClr val="30302F"/>
                          </a:solidFill>
                          <a:latin typeface="Inter"/>
                        </a:rPr>
                        <a:t>What specific problems exist?</a:t>
                      </a:r>
                    </a:p>
                  </a:txBody>
                  <a:tcPr/>
                </a:tc>
              </a:tr>
            </a:tbl>
          </a:graphicData>
        </a:graphic>
      </p:graphicFrame>
      <p:graphicFrame>
        <p:nvGraphicFramePr>
          <p:cNvPr id="7" name="Table 6"/>
          <p:cNvGraphicFramePr>
            <a:graphicFrameLocks noGrp="1"/>
          </p:cNvGraphicFramePr>
          <p:nvPr/>
        </p:nvGraphicFramePr>
        <p:xfrm>
          <a:off x="731520" y="3200400"/>
          <a:ext cx="10058400" cy="2240279"/>
        </p:xfrm>
        <a:graphic>
          <a:graphicData uri="http://schemas.openxmlformats.org/drawingml/2006/table">
            <a:tbl>
              <a:tblPr firstRow="1" bandRow="1">
                <a:tableStyleId>{5C22544A-7EE6-4342-B048-85BDC9FD1C3A}</a:tableStyleId>
              </a:tblPr>
              <a:tblGrid>
                <a:gridCol w="3352800"/>
                <a:gridCol w="3352800"/>
                <a:gridCol w="3352800"/>
              </a:tblGrid>
              <a:tr h="320039">
                <a:tc>
                  <a:txBody>
                    <a:bodyPr/>
                    <a:lstStyle/>
                    <a:p>
                      <a:r>
                        <a:rPr sz="1100" b="1">
                          <a:solidFill>
                            <a:srgbClr val="FFFFFF"/>
                          </a:solidFill>
                          <a:latin typeface="Inter"/>
                        </a:rPr>
                        <a:t/>
                      </a:r>
                    </a:p>
                  </a:txBody>
                  <a:tcPr>
                    <a:solidFill>
                      <a:srgbClr val="3B9C7B"/>
                    </a:solidFill>
                  </a:tcPr>
                </a:tc>
                <a:tc>
                  <a:txBody>
                    <a:bodyPr/>
                    <a:lstStyle/>
                    <a:p>
                      <a:r>
                        <a:rPr sz="1100" b="1">
                          <a:solidFill>
                            <a:srgbClr val="FFFFFF"/>
                          </a:solidFill>
                          <a:latin typeface="Inter"/>
                        </a:rPr>
                        <a:t/>
                      </a:r>
                    </a:p>
                  </a:txBody>
                  <a:tcPr>
                    <a:solidFill>
                      <a:srgbClr val="3B9C7B"/>
                    </a:solidFill>
                  </a:tcPr>
                </a:tc>
                <a:tc>
                  <a:txBody>
                    <a:bodyPr/>
                    <a:lstStyle/>
                    <a:p>
                      <a:r>
                        <a:rPr sz="1100" b="1">
                          <a:solidFill>
                            <a:srgbClr val="FFFFFF"/>
                          </a:solidFill>
                          <a:latin typeface="Inter"/>
                        </a:rPr>
                        <a:t/>
                      </a:r>
                    </a:p>
                  </a:txBody>
                  <a:tcPr>
                    <a:solidFill>
                      <a:srgbClr val="3B9C7B"/>
                    </a:solidFill>
                  </a:tcPr>
                </a:tc>
              </a:tr>
              <a:tr h="320039">
                <a:tc>
                  <a:txBody>
                    <a:bodyPr/>
                    <a:lstStyle/>
                    <a:p>
                      <a:r>
                        <a:rPr sz="1000">
                          <a:solidFill>
                            <a:srgbClr val="30302F"/>
                          </a:solidFill>
                          <a:latin typeface="Inter"/>
                        </a:rPr>
                        <a:t>BENEFITS</a:t>
                      </a:r>
                    </a:p>
                  </a:txBody>
                  <a:tcPr/>
                </a:tc>
                <a:tc>
                  <a:txBody>
                    <a:bodyPr/>
                    <a:lstStyle/>
                    <a:p>
                      <a:r>
                        <a:rPr sz="1000">
                          <a:solidFill>
                            <a:srgbClr val="30302F"/>
                          </a:solidFill>
                          <a:latin typeface="Inter"/>
                        </a:rPr>
                        <a:t>ISSUE</a:t>
                      </a:r>
                    </a:p>
                  </a:txBody>
                  <a:tcPr/>
                </a:tc>
                <a:tc>
                  <a:txBody>
                    <a:bodyPr/>
                    <a:lstStyle/>
                    <a:p>
                      <a:r>
                        <a:rPr sz="1000">
                          <a:solidFill>
                            <a:srgbClr val="30302F"/>
                          </a:solidFill>
                          <a:latin typeface="Inter"/>
                        </a:rPr>
                        <a:t>SO WHAT</a:t>
                      </a:r>
                    </a:p>
                  </a:txBody>
                  <a:tcPr/>
                </a:tc>
              </a:tr>
              <a:tr h="320039">
                <a:tc>
                  <a:txBody>
                    <a:bodyPr/>
                    <a:lstStyle/>
                    <a:p>
                      <a:r>
                        <a:rPr sz="1000">
                          <a:solidFill>
                            <a:srgbClr val="30302F"/>
                          </a:solidFill>
                          <a:latin typeface="Inter"/>
                        </a:rPr>
                        <a:t/>
                      </a:r>
                    </a:p>
                  </a:txBody>
                  <a:tcPr/>
                </a:tc>
                <a:tc>
                  <a:txBody>
                    <a:bodyPr/>
                    <a:lstStyle/>
                    <a:p>
                      <a:r>
                        <a:rPr sz="1000">
                          <a:solidFill>
                            <a:srgbClr val="30302F"/>
                          </a:solidFill>
                          <a:latin typeface="Inter"/>
                        </a:rPr>
                        <a:t>(your overarching</a:t>
                      </a:r>
                    </a:p>
                  </a:txBody>
                  <a:tcPr/>
                </a:tc>
                <a:tc>
                  <a:txBody>
                    <a:bodyPr/>
                    <a:lstStyle/>
                    <a:p>
                      <a:r>
                        <a:rPr sz="1000">
                          <a:solidFill>
                            <a:srgbClr val="30302F"/>
                          </a:solidFill>
                          <a:latin typeface="Inter"/>
                        </a:rPr>
                        <a:t/>
                      </a:r>
                    </a:p>
                  </a:txBody>
                  <a:tcPr/>
                </a:tc>
              </a:tr>
              <a:tr h="320039">
                <a:tc>
                  <a:txBody>
                    <a:bodyPr/>
                    <a:lstStyle/>
                    <a:p>
                      <a:r>
                        <a:rPr sz="1000">
                          <a:solidFill>
                            <a:srgbClr val="30302F"/>
                          </a:solidFill>
                          <a:latin typeface="Inter"/>
                        </a:rPr>
                        <a:t>What</a:t>
                      </a:r>
                    </a:p>
                  </a:txBody>
                  <a:tcPr/>
                </a:tc>
                <a:tc>
                  <a:txBody>
                    <a:bodyPr/>
                    <a:lstStyle/>
                    <a:p>
                      <a:r>
                        <a:rPr sz="1000">
                          <a:solidFill>
                            <a:srgbClr val="30302F"/>
                          </a:solidFill>
                          <a:latin typeface="Inter"/>
                        </a:rPr>
                        <a:t>ocean topic)</a:t>
                      </a:r>
                    </a:p>
                  </a:txBody>
                  <a:tcPr/>
                </a:tc>
                <a:tc>
                  <a:txBody>
                    <a:bodyPr/>
                    <a:lstStyle/>
                    <a:p>
                      <a:r>
                        <a:rPr sz="1000">
                          <a:solidFill>
                            <a:srgbClr val="30302F"/>
                          </a:solidFill>
                          <a:latin typeface="Inter"/>
                        </a:rPr>
                        <a:t>Why should</a:t>
                      </a:r>
                    </a:p>
                  </a:txBody>
                  <a:tcPr/>
                </a:tc>
              </a:tr>
              <a:tr h="320039">
                <a:tc>
                  <a:txBody>
                    <a:bodyPr/>
                    <a:lstStyle/>
                    <a:p>
                      <a:r>
                        <a:rPr sz="1000">
                          <a:solidFill>
                            <a:srgbClr val="30302F"/>
                          </a:solidFill>
                          <a:latin typeface="Inter"/>
                        </a:rPr>
                        <a:t>improves</a:t>
                      </a:r>
                    </a:p>
                  </a:txBody>
                  <a:tcPr/>
                </a:tc>
                <a:tc>
                  <a:txBody>
                    <a:bodyPr/>
                    <a:lstStyle/>
                    <a:p>
                      <a:r>
                        <a:rPr sz="1000">
                          <a:solidFill>
                            <a:srgbClr val="30302F"/>
                          </a:solidFill>
                          <a:latin typeface="Inter"/>
                        </a:rPr>
                        <a:t/>
                      </a:r>
                    </a:p>
                  </a:txBody>
                  <a:tcPr/>
                </a:tc>
                <a:tc>
                  <a:txBody>
                    <a:bodyPr/>
                    <a:lstStyle/>
                    <a:p>
                      <a:r>
                        <a:rPr sz="1000">
                          <a:solidFill>
                            <a:srgbClr val="30302F"/>
                          </a:solidFill>
                          <a:latin typeface="Inter"/>
                        </a:rPr>
                        <a:t>your audience</a:t>
                      </a:r>
                    </a:p>
                  </a:txBody>
                  <a:tcPr/>
                </a:tc>
              </a:tr>
              <a:tr h="320039">
                <a:tc>
                  <a:txBody>
                    <a:bodyPr/>
                    <a:lstStyle/>
                    <a:p>
                      <a:r>
                        <a:rPr sz="1000">
                          <a:solidFill>
                            <a:srgbClr val="30302F"/>
                          </a:solidFill>
                          <a:latin typeface="Inter"/>
                        </a:rPr>
                        <a:t>if action</a:t>
                      </a:r>
                    </a:p>
                  </a:txBody>
                  <a:tcPr/>
                </a:tc>
                <a:tc>
                  <a:txBody>
                    <a:bodyPr/>
                    <a:lstStyle/>
                    <a:p>
                      <a:r>
                        <a:rPr sz="1000">
                          <a:solidFill>
                            <a:srgbClr val="30302F"/>
                          </a:solidFill>
                          <a:latin typeface="Inter"/>
                        </a:rPr>
                        <a:t/>
                      </a:r>
                    </a:p>
                  </a:txBody>
                  <a:tcPr/>
                </a:tc>
                <a:tc>
                  <a:txBody>
                    <a:bodyPr/>
                    <a:lstStyle/>
                    <a:p>
                      <a:r>
                        <a:rPr sz="1000">
                          <a:solidFill>
                            <a:srgbClr val="30302F"/>
                          </a:solidFill>
                          <a:latin typeface="Inter"/>
                        </a:rPr>
                        <a:t>care?</a:t>
                      </a:r>
                    </a:p>
                  </a:txBody>
                  <a:tcPr/>
                </a:tc>
              </a:tr>
              <a:tr h="320045">
                <a:tc>
                  <a:txBody>
                    <a:bodyPr/>
                    <a:lstStyle/>
                    <a:p>
                      <a:r>
                        <a:rPr sz="1000">
                          <a:solidFill>
                            <a:srgbClr val="30302F"/>
                          </a:solidFill>
                          <a:latin typeface="Inter"/>
                        </a:rPr>
                        <a:t>is taken?</a:t>
                      </a:r>
                    </a:p>
                  </a:txBody>
                  <a:tcPr/>
                </a:tc>
                <a:tc>
                  <a:txBody>
                    <a:bodyPr/>
                    <a:lstStyle/>
                    <a:p>
                      <a:r>
                        <a:rPr sz="1000">
                          <a:solidFill>
                            <a:srgbClr val="30302F"/>
                          </a:solidFill>
                          <a:latin typeface="Inter"/>
                        </a:rPr>
                        <a:t/>
                      </a:r>
                    </a:p>
                  </a:txBody>
                  <a:tcPr/>
                </a:tc>
                <a:tc>
                  <a:txBody>
                    <a:bodyPr/>
                    <a:lstStyle/>
                    <a:p>
                      <a:r>
                        <a:rPr sz="1000">
                          <a:solidFill>
                            <a:srgbClr val="30302F"/>
                          </a:solidFill>
                          <a:latin typeface="Inter"/>
                        </a:rPr>
                        <a:t/>
                      </a:r>
                    </a:p>
                  </a:txBody>
                  <a:tcPr/>
                </a:tc>
              </a:tr>
            </a:tbl>
          </a:graphicData>
        </a:graphic>
      </p:graphicFrame>
      <p:graphicFrame>
        <p:nvGraphicFramePr>
          <p:cNvPr id="8" name="Table 7"/>
          <p:cNvGraphicFramePr>
            <a:graphicFrameLocks noGrp="1"/>
          </p:cNvGraphicFramePr>
          <p:nvPr/>
        </p:nvGraphicFramePr>
        <p:xfrm>
          <a:off x="731520" y="3200400"/>
          <a:ext cx="10058400" cy="960119"/>
        </p:xfrm>
        <a:graphic>
          <a:graphicData uri="http://schemas.openxmlformats.org/drawingml/2006/table">
            <a:tbl>
              <a:tblPr firstRow="1" bandRow="1">
                <a:tableStyleId>{5C22544A-7EE6-4342-B048-85BDC9FD1C3A}</a:tableStyleId>
              </a:tblPr>
              <a:tblGrid>
                <a:gridCol w="10058400"/>
              </a:tblGrid>
              <a:tr h="320039">
                <a:tc>
                  <a:txBody>
                    <a:bodyPr/>
                    <a:lstStyle/>
                    <a:p>
                      <a:r>
                        <a:rPr sz="1100" b="1">
                          <a:solidFill>
                            <a:srgbClr val="FFFFFF"/>
                          </a:solidFill>
                          <a:latin typeface="Inter"/>
                        </a:rPr>
                        <a:t/>
                      </a:r>
                    </a:p>
                  </a:txBody>
                  <a:tcPr>
                    <a:solidFill>
                      <a:srgbClr val="3B9C7B"/>
                    </a:solidFill>
                  </a:tcPr>
                </a:tc>
              </a:tr>
              <a:tr h="320039">
                <a:tc>
                  <a:txBody>
                    <a:bodyPr/>
                    <a:lstStyle/>
                    <a:p>
                      <a:r>
                        <a:rPr sz="1000">
                          <a:solidFill>
                            <a:srgbClr val="30302F"/>
                          </a:solidFill>
                          <a:latin typeface="Inter"/>
                        </a:rPr>
                        <a:t>SOLUTIONS</a:t>
                      </a:r>
                    </a:p>
                  </a:txBody>
                  <a:tcPr/>
                </a:tc>
              </a:tr>
              <a:tr h="320041">
                <a:tc>
                  <a:txBody>
                    <a:bodyPr/>
                    <a:lstStyle/>
                    <a:p>
                      <a:r>
                        <a:rPr sz="1000">
                          <a:solidFill>
                            <a:srgbClr val="30302F"/>
                          </a:solidFill>
                          <a:latin typeface="Inter"/>
                        </a:rPr>
                        <a:t>What actions do the data support?</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6: Message Box worked example -- Ocean accounts and the GBF</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Here is the GOAP policy brief on the Global Biodiversity Framework, mapped onto a Message Box:</a:t>
            </a:r>
          </a:p>
          <a:p>
            <a:pPr>
              <a:spcBef>
                <a:spcPts val="600"/>
              </a:spcBef>
            </a:pPr>
            <a:r>
              <a:rPr sz="1400" b="0">
                <a:solidFill>
                  <a:srgbClr val="30302F"/>
                </a:solidFill>
                <a:latin typeface="Inter"/>
              </a:rPr>
              <a:t>Notice: no methods, no technical jargon, no "we used the AGRRA protocol." The Message Box strips your work down to what matters for the reader.</a:t>
            </a:r>
          </a:p>
        </p:txBody>
      </p:sp>
      <p:graphicFrame>
        <p:nvGraphicFramePr>
          <p:cNvPr id="6" name="Table 5"/>
          <p:cNvGraphicFramePr>
            <a:graphicFrameLocks noGrp="1"/>
          </p:cNvGraphicFramePr>
          <p:nvPr/>
        </p:nvGraphicFramePr>
        <p:xfrm>
          <a:off x="731520" y="3200400"/>
          <a:ext cx="10058400" cy="1920239"/>
        </p:xfrm>
        <a:graphic>
          <a:graphicData uri="http://schemas.openxmlformats.org/drawingml/2006/table">
            <a:tbl>
              <a:tblPr firstRow="1" bandRow="1">
                <a:tableStyleId>{5C22544A-7EE6-4342-B048-85BDC9FD1C3A}</a:tableStyleId>
              </a:tblPr>
              <a:tblGrid>
                <a:gridCol w="5029200"/>
                <a:gridCol w="5029200"/>
              </a:tblGrid>
              <a:tr h="320039">
                <a:tc>
                  <a:txBody>
                    <a:bodyPr/>
                    <a:lstStyle/>
                    <a:p>
                      <a:r>
                        <a:rPr sz="1100" b="1">
                          <a:solidFill>
                            <a:srgbClr val="FFFFFF"/>
                          </a:solidFill>
                          <a:latin typeface="Inter"/>
                        </a:rPr>
                        <a:t>Section</a:t>
                      </a:r>
                    </a:p>
                  </a:txBody>
                  <a:tcPr>
                    <a:solidFill>
                      <a:srgbClr val="3B9C7B"/>
                    </a:solidFill>
                  </a:tcPr>
                </a:tc>
                <a:tc>
                  <a:txBody>
                    <a:bodyPr/>
                    <a:lstStyle/>
                    <a:p>
                      <a:r>
                        <a:rPr sz="1100" b="1">
                          <a:solidFill>
                            <a:srgbClr val="FFFFFF"/>
                          </a:solidFill>
                          <a:latin typeface="Inter"/>
                        </a:rPr>
                        <a:t>Content</a:t>
                      </a:r>
                    </a:p>
                  </a:txBody>
                  <a:tcPr>
                    <a:solidFill>
                      <a:srgbClr val="3B9C7B"/>
                    </a:solidFill>
                  </a:tcPr>
                </a:tc>
              </a:tr>
              <a:tr h="320039">
                <a:tc>
                  <a:txBody>
                    <a:bodyPr/>
                    <a:lstStyle/>
                    <a:p>
                      <a:r>
                        <a:rPr sz="1000">
                          <a:solidFill>
                            <a:srgbClr val="30302F"/>
                          </a:solidFill>
                          <a:latin typeface="Inter"/>
                        </a:rPr>
                        <a:t>Issue</a:t>
                      </a:r>
                    </a:p>
                  </a:txBody>
                  <a:tcPr/>
                </a:tc>
                <a:tc>
                  <a:txBody>
                    <a:bodyPr/>
                    <a:lstStyle/>
                    <a:p>
                      <a:r>
                        <a:rPr sz="1000">
                          <a:solidFill>
                            <a:srgbClr val="30302F"/>
                          </a:solidFill>
                          <a:latin typeface="Inter"/>
                        </a:rPr>
                        <a:t>Using ocean accounts to track progress on the Global Biodiversity Framework</a:t>
                      </a:r>
                    </a:p>
                  </a:txBody>
                  <a:tcPr/>
                </a:tc>
              </a:tr>
              <a:tr h="320039">
                <a:tc>
                  <a:txBody>
                    <a:bodyPr/>
                    <a:lstStyle/>
                    <a:p>
                      <a:r>
                        <a:rPr sz="1000">
                          <a:solidFill>
                            <a:srgbClr val="30302F"/>
                          </a:solidFill>
                          <a:latin typeface="Inter"/>
                        </a:rPr>
                        <a:t>Problems</a:t>
                      </a:r>
                    </a:p>
                  </a:txBody>
                  <a:tcPr/>
                </a:tc>
                <a:tc>
                  <a:txBody>
                    <a:bodyPr/>
                    <a:lstStyle/>
                    <a:p>
                      <a:r>
                        <a:rPr sz="1000">
                          <a:solidFill>
                            <a:srgbClr val="30302F"/>
                          </a:solidFill>
                          <a:latin typeface="Inter"/>
                        </a:rPr>
                        <a:t>Countries lack standardized data to report on GBF targets. Biodiversity data is fragmented across agencies. Monitoring systems do not connect environmental trends to economic or social outcomes.</a:t>
                      </a:r>
                    </a:p>
                  </a:txBody>
                  <a:tcPr/>
                </a:tc>
              </a:tr>
              <a:tr h="320039">
                <a:tc>
                  <a:txBody>
                    <a:bodyPr/>
                    <a:lstStyle/>
                    <a:p>
                      <a:r>
                        <a:rPr sz="1000">
                          <a:solidFill>
                            <a:srgbClr val="30302F"/>
                          </a:solidFill>
                          <a:latin typeface="Inter"/>
                        </a:rPr>
                        <a:t>So What</a:t>
                      </a:r>
                    </a:p>
                  </a:txBody>
                  <a:tcPr/>
                </a:tc>
                <a:tc>
                  <a:txBody>
                    <a:bodyPr/>
                    <a:lstStyle/>
                    <a:p>
                      <a:r>
                        <a:rPr sz="1000">
                          <a:solidFill>
                            <a:srgbClr val="30302F"/>
                          </a:solidFill>
                          <a:latin typeface="Inter"/>
                        </a:rPr>
                        <a:t>Without consistent measurement, countries cannot track whether the 30x30 target is being met, whether conservation spending is effective, or whether marine ecosystems are improving. The GBF requires reporting that current systems cannot deliver.</a:t>
                      </a:r>
                    </a:p>
                  </a:txBody>
                  <a:tcPr/>
                </a:tc>
              </a:tr>
              <a:tr h="320039">
                <a:tc>
                  <a:txBody>
                    <a:bodyPr/>
                    <a:lstStyle/>
                    <a:p>
                      <a:r>
                        <a:rPr sz="1000">
                          <a:solidFill>
                            <a:srgbClr val="30302F"/>
                          </a:solidFill>
                          <a:latin typeface="Inter"/>
                        </a:rPr>
                        <a:t>Solutions</a:t>
                      </a:r>
                    </a:p>
                  </a:txBody>
                  <a:tcPr/>
                </a:tc>
                <a:tc>
                  <a:txBody>
                    <a:bodyPr/>
                    <a:lstStyle/>
                    <a:p>
                      <a:r>
                        <a:rPr sz="1000">
                          <a:solidFill>
                            <a:srgbClr val="30302F"/>
                          </a:solidFill>
                          <a:latin typeface="Inter"/>
                        </a:rPr>
                        <a:t>Ocean accounts integrate environmental, economic, and social data under the SEEA framework. Extent and condition accounts track habitat and ecosystem health. Services accounts measure benefits. All are aligned with GBF targets 1 through 14.</a:t>
                      </a:r>
                    </a:p>
                  </a:txBody>
                  <a:tcPr/>
                </a:tc>
              </a:tr>
              <a:tr h="320044">
                <a:tc>
                  <a:txBody>
                    <a:bodyPr/>
                    <a:lstStyle/>
                    <a:p>
                      <a:r>
                        <a:rPr sz="1000">
                          <a:solidFill>
                            <a:srgbClr val="30302F"/>
                          </a:solidFill>
                          <a:latin typeface="Inter"/>
                        </a:rPr>
                        <a:t>Benefits</a:t>
                      </a:r>
                    </a:p>
                  </a:txBody>
                  <a:tcPr/>
                </a:tc>
                <a:tc>
                  <a:txBody>
                    <a:bodyPr/>
                    <a:lstStyle/>
                    <a:p>
                      <a:r>
                        <a:rPr sz="1000">
                          <a:solidFill>
                            <a:srgbClr val="30302F"/>
                          </a:solidFill>
                          <a:latin typeface="Inter"/>
                        </a:rPr>
                        <a:t>Countries can monitor NBSAPs with standardized data. Spatial planning becomes evidence-based. Restoration priorities are identified. Conservation effectiveness can be measured over time. Reporting to the CBD becomes consistent and comparable.</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7: Your turn -- Complete your Message Box</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Time: 20 minutes individual work, then 10 minutes pair share</a:t>
            </a:r>
          </a:p>
          <a:p>
            <a:pPr>
              <a:spcBef>
                <a:spcPts val="600"/>
              </a:spcBef>
            </a:pPr>
            <a:r>
              <a:rPr sz="1400" b="0">
                <a:solidFill>
                  <a:srgbClr val="30302F"/>
                </a:solidFill>
                <a:latin typeface="Inter"/>
              </a:rPr>
              <a:t>1. Write the name of your target audience (a specific person, office, or body) at the top of your Message Box template</a:t>
            </a:r>
          </a:p>
          <a:p>
            <a:pPr>
              <a:spcBef>
                <a:spcPts val="600"/>
              </a:spcBef>
            </a:pPr>
            <a:r>
              <a:rPr sz="1400" b="0">
                <a:solidFill>
                  <a:srgbClr val="30302F"/>
                </a:solidFill>
                <a:latin typeface="Inter"/>
              </a:rPr>
              <a:t>2. Fill in the Issue -- your overarching ocean topic, in one short phrase</a:t>
            </a:r>
          </a:p>
          <a:p>
            <a:pPr>
              <a:spcBef>
                <a:spcPts val="600"/>
              </a:spcBef>
            </a:pPr>
            <a:r>
              <a:rPr sz="1400" b="0">
                <a:solidFill>
                  <a:srgbClr val="30302F"/>
                </a:solidFill>
                <a:latin typeface="Inter"/>
              </a:rPr>
              <a:t>3. Fill in the So What -- this is the hardest part. Ask yourself: "If a minister read only one sentence from my box, which would it be?"</a:t>
            </a:r>
          </a:p>
          <a:p>
            <a:pPr>
              <a:spcBef>
                <a:spcPts val="600"/>
              </a:spcBef>
            </a:pPr>
            <a:r>
              <a:rPr sz="1400" b="0">
                <a:solidFill>
                  <a:srgbClr val="30302F"/>
                </a:solidFill>
                <a:latin typeface="Inter"/>
              </a:rPr>
              <a:t>4. Fill in Problems, Solutions, and Benefits</a:t>
            </a:r>
          </a:p>
          <a:p>
            <a:pPr>
              <a:spcBef>
                <a:spcPts val="600"/>
              </a:spcBef>
            </a:pPr>
            <a:r>
              <a:rPr sz="1400" b="0">
                <a:solidFill>
                  <a:srgbClr val="30302F"/>
                </a:solidFill>
                <a:latin typeface="Inter"/>
              </a:rPr>
              <a:t>5. When you finish, swap with your neighbor. Can they understand your So What without knowing your technical background?</a:t>
            </a:r>
          </a:p>
          <a:p>
            <a:pPr>
              <a:spcBef>
                <a:spcPts val="600"/>
              </a:spcBef>
            </a:pPr>
            <a:r>
              <a:rPr sz="1400" b="0">
                <a:solidFill>
                  <a:srgbClr val="30302F"/>
                </a:solidFill>
                <a:latin typeface="Inter"/>
              </a:rPr>
              <a:t>Use the Message Box template handout. If you get stuck, look at the prompting questions on your exercise worksheet.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8: Tool 2 -- The policy brief</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A policy brief is a short document (2 to 4 pages) that summarizes research for a non-technical audience and identifies policy responses.</a:t>
            </a:r>
          </a:p>
          <a:p>
            <a:pPr>
              <a:spcBef>
                <a:spcPts val="600"/>
              </a:spcBef>
            </a:pPr>
            <a:r>
              <a:rPr sz="1400" b="0">
                <a:solidFill>
                  <a:srgbClr val="30302F"/>
                </a:solidFill>
                <a:latin typeface="Inter"/>
              </a:rPr>
              <a:t>What a policy brief is:</a:t>
            </a:r>
          </a:p>
          <a:p>
            <a:pPr>
              <a:spcBef>
                <a:spcPts val="400"/>
              </a:spcBef>
            </a:pPr>
            <a:r>
              <a:rPr sz="1400" b="0">
                <a:solidFill>
                  <a:srgbClr val="30302F"/>
                </a:solidFill>
                <a:latin typeface="Inter"/>
              </a:rPr>
              <a:t>  Short: readable in 5 to 10 minutes</a:t>
            </a:r>
          </a:p>
          <a:p>
            <a:pPr>
              <a:spcBef>
                <a:spcPts val="400"/>
              </a:spcBef>
            </a:pPr>
            <a:r>
              <a:rPr sz="1400" b="0">
                <a:solidFill>
                  <a:srgbClr val="30302F"/>
                </a:solidFill>
                <a:latin typeface="Inter"/>
              </a:rPr>
              <a:t>  Jargon-free: written for someone outside your field</a:t>
            </a:r>
          </a:p>
          <a:p>
            <a:pPr>
              <a:spcBef>
                <a:spcPts val="400"/>
              </a:spcBef>
            </a:pPr>
            <a:r>
              <a:rPr sz="1400" b="0">
                <a:solidFill>
                  <a:srgbClr val="30302F"/>
                </a:solidFill>
                <a:latin typeface="Inter"/>
              </a:rPr>
              <a:t>  Actionable: includes specific recommendations</a:t>
            </a:r>
          </a:p>
          <a:p>
            <a:pPr>
              <a:spcBef>
                <a:spcPts val="400"/>
              </a:spcBef>
            </a:pPr>
            <a:r>
              <a:rPr sz="1400" b="0">
                <a:solidFill>
                  <a:srgbClr val="30302F"/>
                </a:solidFill>
                <a:latin typeface="Inter"/>
              </a:rPr>
              <a:t>  Evidence-based: grounded in your data, not opinion</a:t>
            </a:r>
          </a:p>
          <a:p>
            <a:pPr>
              <a:spcBef>
                <a:spcPts val="600"/>
              </a:spcBef>
            </a:pPr>
            <a:r>
              <a:rPr sz="1400" b="0">
                <a:solidFill>
                  <a:srgbClr val="30302F"/>
                </a:solidFill>
                <a:latin typeface="Inter"/>
              </a:rPr>
              <a:t>What a policy brief is not:</a:t>
            </a:r>
          </a:p>
          <a:p>
            <a:pPr>
              <a:spcBef>
                <a:spcPts val="400"/>
              </a:spcBef>
            </a:pPr>
            <a:r>
              <a:rPr sz="1400" b="0">
                <a:solidFill>
                  <a:srgbClr val="30302F"/>
                </a:solidFill>
                <a:latin typeface="Inter"/>
              </a:rPr>
              <a:t>  A journal article summary</a:t>
            </a:r>
          </a:p>
          <a:p>
            <a:pPr>
              <a:spcBef>
                <a:spcPts val="400"/>
              </a:spcBef>
            </a:pPr>
            <a:r>
              <a:rPr sz="1400" b="0">
                <a:solidFill>
                  <a:srgbClr val="30302F"/>
                </a:solidFill>
                <a:latin typeface="Inter"/>
              </a:rPr>
              <a:t>  A methods description</a:t>
            </a:r>
          </a:p>
          <a:p>
            <a:pPr>
              <a:spcBef>
                <a:spcPts val="400"/>
              </a:spcBef>
            </a:pPr>
            <a:r>
              <a:rPr sz="1400" b="0">
                <a:solidFill>
                  <a:srgbClr val="30302F"/>
                </a:solidFill>
                <a:latin typeface="Inter"/>
              </a:rPr>
              <a:t>  A literature review</a:t>
            </a:r>
          </a:p>
          <a:p>
            <a:pPr>
              <a:spcBef>
                <a:spcPts val="400"/>
              </a:spcBef>
            </a:pPr>
            <a:r>
              <a:rPr sz="1400" b="0">
                <a:solidFill>
                  <a:srgbClr val="30302F"/>
                </a:solidFill>
                <a:latin typeface="Inter"/>
              </a:rPr>
              <a:t>  An advocacy piece for a single position</a:t>
            </a:r>
          </a:p>
          <a:p>
            <a:pPr>
              <a:spcBef>
                <a:spcPts val="600"/>
              </a:spcBef>
            </a:pPr>
            <a:r>
              <a:rPr sz="1400" b="0">
                <a:solidFill>
                  <a:srgbClr val="30302F"/>
                </a:solidFill>
                <a:latin typeface="Inter"/>
              </a:rPr>
              <a:t>From Evans and Cvitanovic (2018): a policy brief should "succinctly describe a particular issue, argue why it represents a policy problem, and identify possible policy responses."</a:t>
            </a:r>
          </a:p>
          <a:p>
            <a:pPr>
              <a:spcBef>
                <a:spcPts val="600"/>
              </a:spcBef>
            </a:pPr>
            <a:r>
              <a:rPr sz="1400" b="0">
                <a:solidFill>
                  <a:srgbClr val="30302F"/>
                </a:solidFill>
                <a:latin typeface="Inter"/>
              </a:rPr>
              <a:t>Policy briefs work best when a relationship already exists with the target reader. An unsolicited brief sent to someone who has never heard of you is unlikely to be read. Build the relationship first; the brief becomes a tool in that conversation.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9: Anatomy of a GOAP policy brief</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The existing GOAP policy briefs follow a consistent structure. Here is what each section does:</a:t>
            </a:r>
          </a:p>
          <a:p>
            <a:pPr>
              <a:spcBef>
                <a:spcPts val="600"/>
              </a:spcBef>
            </a:pPr>
            <a:r>
              <a:rPr sz="1400" b="0">
                <a:solidFill>
                  <a:srgbClr val="30302F"/>
                </a:solidFill>
                <a:latin typeface="Inter"/>
              </a:rPr>
              <a:t>Tips for each section:</a:t>
            </a:r>
          </a:p>
          <a:p>
            <a:pPr>
              <a:spcBef>
                <a:spcPts val="400"/>
              </a:spcBef>
            </a:pPr>
            <a:r>
              <a:rPr sz="1400" b="0">
                <a:solidFill>
                  <a:srgbClr val="30302F"/>
                </a:solidFill>
                <a:latin typeface="Inter"/>
              </a:rPr>
              <a:t>  Title: Can your reader tell the country and topic from the title alone? "Ocean Accounts for Fiji's Coastal Resilience" works. "Policy Brief" alone does not.</a:t>
            </a:r>
          </a:p>
          <a:p>
            <a:pPr>
              <a:spcBef>
                <a:spcPts val="400"/>
              </a:spcBef>
            </a:pPr>
            <a:r>
              <a:rPr sz="1400" b="0">
                <a:solidFill>
                  <a:srgbClr val="30302F"/>
                </a:solidFill>
                <a:latin typeface="Inter"/>
              </a:rPr>
              <a:t>  Key messages: Write these last, after you know what the brief says. Each bullet should stand on its own.</a:t>
            </a:r>
          </a:p>
          <a:p>
            <a:pPr>
              <a:spcBef>
                <a:spcPts val="400"/>
              </a:spcBef>
            </a:pPr>
            <a:r>
              <a:rPr sz="1400" b="0">
                <a:solidFill>
                  <a:srgbClr val="30302F"/>
                </a:solidFill>
                <a:latin typeface="Inter"/>
              </a:rPr>
              <a:t>  Context: Lead with the reader's world, not yours. Start with their policy challenge, not your methodology.</a:t>
            </a:r>
          </a:p>
          <a:p>
            <a:pPr>
              <a:spcBef>
                <a:spcPts val="400"/>
              </a:spcBef>
            </a:pPr>
            <a:r>
              <a:rPr sz="1400" b="0">
                <a:solidFill>
                  <a:srgbClr val="30302F"/>
                </a:solidFill>
                <a:latin typeface="Inter"/>
              </a:rPr>
              <a:t>  Recommendations: Be specific. "Integrate extent account data into the next NBSAP revision" is actionable. "More research is needed" is not.</a:t>
            </a:r>
          </a:p>
        </p:txBody>
      </p:sp>
      <p:graphicFrame>
        <p:nvGraphicFramePr>
          <p:cNvPr id="6" name="Table 5"/>
          <p:cNvGraphicFramePr>
            <a:graphicFrameLocks noGrp="1"/>
          </p:cNvGraphicFramePr>
          <p:nvPr/>
        </p:nvGraphicFramePr>
        <p:xfrm>
          <a:off x="731520" y="3200400"/>
          <a:ext cx="10058400" cy="2240279"/>
        </p:xfrm>
        <a:graphic>
          <a:graphicData uri="http://schemas.openxmlformats.org/drawingml/2006/table">
            <a:tbl>
              <a:tblPr firstRow="1" bandRow="1">
                <a:tableStyleId>{5C22544A-7EE6-4342-B048-85BDC9FD1C3A}</a:tableStyleId>
              </a:tblPr>
              <a:tblGrid>
                <a:gridCol w="3352800"/>
                <a:gridCol w="3352800"/>
                <a:gridCol w="3352800"/>
              </a:tblGrid>
              <a:tr h="320039">
                <a:tc>
                  <a:txBody>
                    <a:bodyPr/>
                    <a:lstStyle/>
                    <a:p>
                      <a:r>
                        <a:rPr sz="1100" b="1">
                          <a:solidFill>
                            <a:srgbClr val="FFFFFF"/>
                          </a:solidFill>
                          <a:latin typeface="Inter"/>
                        </a:rPr>
                        <a:t>Section</a:t>
                      </a:r>
                    </a:p>
                  </a:txBody>
                  <a:tcPr>
                    <a:solidFill>
                      <a:srgbClr val="3B9C7B"/>
                    </a:solidFill>
                  </a:tcPr>
                </a:tc>
                <a:tc>
                  <a:txBody>
                    <a:bodyPr/>
                    <a:lstStyle/>
                    <a:p>
                      <a:r>
                        <a:rPr sz="1100" b="1">
                          <a:solidFill>
                            <a:srgbClr val="FFFFFF"/>
                          </a:solidFill>
                          <a:latin typeface="Inter"/>
                        </a:rPr>
                        <a:t>Purpose</a:t>
                      </a:r>
                    </a:p>
                  </a:txBody>
                  <a:tcPr>
                    <a:solidFill>
                      <a:srgbClr val="3B9C7B"/>
                    </a:solidFill>
                  </a:tcPr>
                </a:tc>
                <a:tc>
                  <a:txBody>
                    <a:bodyPr/>
                    <a:lstStyle/>
                    <a:p>
                      <a:r>
                        <a:rPr sz="1100" b="1">
                          <a:solidFill>
                            <a:srgbClr val="FFFFFF"/>
                          </a:solidFill>
                          <a:latin typeface="Inter"/>
                        </a:rPr>
                        <a:t>Length</a:t>
                      </a:r>
                    </a:p>
                  </a:txBody>
                  <a:tcPr>
                    <a:solidFill>
                      <a:srgbClr val="3B9C7B"/>
                    </a:solidFill>
                  </a:tcPr>
                </a:tc>
              </a:tr>
              <a:tr h="320039">
                <a:tc>
                  <a:txBody>
                    <a:bodyPr/>
                    <a:lstStyle/>
                    <a:p>
                      <a:r>
                        <a:rPr sz="1000">
                          <a:solidFill>
                            <a:srgbClr val="30302F"/>
                          </a:solidFill>
                          <a:latin typeface="Inter"/>
                        </a:rPr>
                        <a:t>Title</a:t>
                      </a:r>
                    </a:p>
                  </a:txBody>
                  <a:tcPr/>
                </a:tc>
                <a:tc>
                  <a:txBody>
                    <a:bodyPr/>
                    <a:lstStyle/>
                    <a:p>
                      <a:r>
                        <a:rPr sz="1000">
                          <a:solidFill>
                            <a:srgbClr val="30302F"/>
                          </a:solidFill>
                          <a:latin typeface="Inter"/>
                        </a:rPr>
                        <a:t>Action-oriented, names the topic and the connection to ocean accounts</a:t>
                      </a:r>
                    </a:p>
                  </a:txBody>
                  <a:tcPr/>
                </a:tc>
                <a:tc>
                  <a:txBody>
                    <a:bodyPr/>
                    <a:lstStyle/>
                    <a:p>
                      <a:r>
                        <a:rPr sz="1000">
                          <a:solidFill>
                            <a:srgbClr val="30302F"/>
                          </a:solidFill>
                          <a:latin typeface="Inter"/>
                        </a:rPr>
                        <a:t>1 sentence</a:t>
                      </a:r>
                    </a:p>
                  </a:txBody>
                  <a:tcPr/>
                </a:tc>
              </a:tr>
              <a:tr h="320039">
                <a:tc>
                  <a:txBody>
                    <a:bodyPr/>
                    <a:lstStyle/>
                    <a:p>
                      <a:r>
                        <a:rPr sz="1000">
                          <a:solidFill>
                            <a:srgbClr val="30302F"/>
                          </a:solidFill>
                          <a:latin typeface="Inter"/>
                        </a:rPr>
                        <a:t>Key messages</a:t>
                      </a:r>
                    </a:p>
                  </a:txBody>
                  <a:tcPr/>
                </a:tc>
                <a:tc>
                  <a:txBody>
                    <a:bodyPr/>
                    <a:lstStyle/>
                    <a:p>
                      <a:r>
                        <a:rPr sz="1000">
                          <a:solidFill>
                            <a:srgbClr val="30302F"/>
                          </a:solidFill>
                          <a:latin typeface="Inter"/>
                        </a:rPr>
                        <a:t>4 to 6 bullet points a busy reader can scan in 30 seconds</a:t>
                      </a:r>
                    </a:p>
                  </a:txBody>
                  <a:tcPr/>
                </a:tc>
                <a:tc>
                  <a:txBody>
                    <a:bodyPr/>
                    <a:lstStyle/>
                    <a:p>
                      <a:r>
                        <a:rPr sz="1000">
                          <a:solidFill>
                            <a:srgbClr val="30302F"/>
                          </a:solidFill>
                          <a:latin typeface="Inter"/>
                        </a:rPr>
                        <a:t>Half page</a:t>
                      </a:r>
                    </a:p>
                  </a:txBody>
                  <a:tcPr/>
                </a:tc>
              </a:tr>
              <a:tr h="320039">
                <a:tc>
                  <a:txBody>
                    <a:bodyPr/>
                    <a:lstStyle/>
                    <a:p>
                      <a:r>
                        <a:rPr sz="1000">
                          <a:solidFill>
                            <a:srgbClr val="30302F"/>
                          </a:solidFill>
                          <a:latin typeface="Inter"/>
                        </a:rPr>
                        <a:t>Context / Introduction</a:t>
                      </a:r>
                    </a:p>
                  </a:txBody>
                  <a:tcPr/>
                </a:tc>
                <a:tc>
                  <a:txBody>
                    <a:bodyPr/>
                    <a:lstStyle/>
                    <a:p>
                      <a:r>
                        <a:rPr sz="1000">
                          <a:solidFill>
                            <a:srgbClr val="30302F"/>
                          </a:solidFill>
                          <a:latin typeface="Inter"/>
                        </a:rPr>
                        <a:t>Why this topic matters, framed for the target audience</a:t>
                      </a:r>
                    </a:p>
                  </a:txBody>
                  <a:tcPr/>
                </a:tc>
                <a:tc>
                  <a:txBody>
                    <a:bodyPr/>
                    <a:lstStyle/>
                    <a:p>
                      <a:r>
                        <a:rPr sz="1000">
                          <a:solidFill>
                            <a:srgbClr val="30302F"/>
                          </a:solidFill>
                          <a:latin typeface="Inter"/>
                        </a:rPr>
                        <a:t>1 to 2 paragraphs</a:t>
                      </a:r>
                    </a:p>
                  </a:txBody>
                  <a:tcPr/>
                </a:tc>
              </a:tr>
              <a:tr h="320039">
                <a:tc>
                  <a:txBody>
                    <a:bodyPr/>
                    <a:lstStyle/>
                    <a:p>
                      <a:r>
                        <a:rPr sz="1000">
                          <a:solidFill>
                            <a:srgbClr val="30302F"/>
                          </a:solidFill>
                          <a:latin typeface="Inter"/>
                        </a:rPr>
                        <a:t>Ocean accounts contribution</a:t>
                      </a:r>
                    </a:p>
                  </a:txBody>
                  <a:tcPr/>
                </a:tc>
                <a:tc>
                  <a:txBody>
                    <a:bodyPr/>
                    <a:lstStyle/>
                    <a:p>
                      <a:r>
                        <a:rPr sz="1000">
                          <a:solidFill>
                            <a:srgbClr val="30302F"/>
                          </a:solidFill>
                          <a:latin typeface="Inter"/>
                        </a:rPr>
                        <a:t>How ocean accounts address the problem -- the "so what"</a:t>
                      </a:r>
                    </a:p>
                  </a:txBody>
                  <a:tcPr/>
                </a:tc>
                <a:tc>
                  <a:txBody>
                    <a:bodyPr/>
                    <a:lstStyle/>
                    <a:p>
                      <a:r>
                        <a:rPr sz="1000">
                          <a:solidFill>
                            <a:srgbClr val="30302F"/>
                          </a:solidFill>
                          <a:latin typeface="Inter"/>
                        </a:rPr>
                        <a:t>1 to 2 pages</a:t>
                      </a:r>
                    </a:p>
                  </a:txBody>
                  <a:tcPr/>
                </a:tc>
              </a:tr>
              <a:tr h="320039">
                <a:tc>
                  <a:txBody>
                    <a:bodyPr/>
                    <a:lstStyle/>
                    <a:p>
                      <a:r>
                        <a:rPr sz="1000">
                          <a:solidFill>
                            <a:srgbClr val="30302F"/>
                          </a:solidFill>
                          <a:latin typeface="Inter"/>
                        </a:rPr>
                        <a:t>Policy questions or recommendations</a:t>
                      </a:r>
                    </a:p>
                  </a:txBody>
                  <a:tcPr/>
                </a:tc>
                <a:tc>
                  <a:txBody>
                    <a:bodyPr/>
                    <a:lstStyle/>
                    <a:p>
                      <a:r>
                        <a:rPr sz="1000">
                          <a:solidFill>
                            <a:srgbClr val="30302F"/>
                          </a:solidFill>
                          <a:latin typeface="Inter"/>
                        </a:rPr>
                        <a:t>Specific, actionable steps the reader can take</a:t>
                      </a:r>
                    </a:p>
                  </a:txBody>
                  <a:tcPr/>
                </a:tc>
                <a:tc>
                  <a:txBody>
                    <a:bodyPr/>
                    <a:lstStyle/>
                    <a:p>
                      <a:r>
                        <a:rPr sz="1000">
                          <a:solidFill>
                            <a:srgbClr val="30302F"/>
                          </a:solidFill>
                          <a:latin typeface="Inter"/>
                        </a:rPr>
                        <a:t>3 to 5 items</a:t>
                      </a:r>
                    </a:p>
                  </a:txBody>
                  <a:tcPr/>
                </a:tc>
              </a:tr>
              <a:tr h="320045">
                <a:tc>
                  <a:txBody>
                    <a:bodyPr/>
                    <a:lstStyle/>
                    <a:p>
                      <a:r>
                        <a:rPr sz="1000">
                          <a:solidFill>
                            <a:srgbClr val="30302F"/>
                          </a:solidFill>
                          <a:latin typeface="Inter"/>
                        </a:rPr>
                        <a:t>References</a:t>
                      </a:r>
                    </a:p>
                  </a:txBody>
                  <a:tcPr/>
                </a:tc>
                <a:tc>
                  <a:txBody>
                    <a:bodyPr/>
                    <a:lstStyle/>
                    <a:p>
                      <a:r>
                        <a:rPr sz="1000">
                          <a:solidFill>
                            <a:srgbClr val="30302F"/>
                          </a:solidFill>
                          <a:latin typeface="Inter"/>
                        </a:rPr>
                        <a:t>Key sources only (not a full bibliography)</a:t>
                      </a:r>
                    </a:p>
                  </a:txBody>
                  <a:tcPr/>
                </a:tc>
                <a:tc>
                  <a:txBody>
                    <a:bodyPr/>
                    <a:lstStyle/>
                    <a:p>
                      <a:r>
                        <a:rPr sz="1000">
                          <a:solidFill>
                            <a:srgbClr val="30302F"/>
                          </a:solidFill>
                          <a:latin typeface="Inter"/>
                        </a:rPr>
                        <a:t>3 to 5 citations</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10: Writing tips</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Jargon translation table for ocean accounts:</a:t>
            </a:r>
          </a:p>
          <a:p>
            <a:pPr>
              <a:spcBef>
                <a:spcPts val="600"/>
              </a:spcBef>
            </a:pPr>
            <a:r>
              <a:rPr sz="1400" b="0">
                <a:solidFill>
                  <a:srgbClr val="30302F"/>
                </a:solidFill>
                <a:latin typeface="Inter"/>
              </a:rPr>
              <a:t>General writing principles (from Evans and Cvitanovic, 2018; Baron, 2010):</a:t>
            </a:r>
          </a:p>
          <a:p>
            <a:pPr>
              <a:spcBef>
                <a:spcPts val="400"/>
              </a:spcBef>
            </a:pPr>
            <a:r>
              <a:rPr sz="1400" b="0">
                <a:solidFill>
                  <a:srgbClr val="30302F"/>
                </a:solidFill>
                <a:latin typeface="Inter"/>
              </a:rPr>
              <a:t>  Lead with what you know, not what you do not know</a:t>
            </a:r>
          </a:p>
          <a:p>
            <a:pPr>
              <a:spcBef>
                <a:spcPts val="400"/>
              </a:spcBef>
            </a:pPr>
            <a:r>
              <a:rPr sz="1400" b="0">
                <a:solidFill>
                  <a:srgbClr val="30302F"/>
                </a:solidFill>
                <a:latin typeface="Inter"/>
              </a:rPr>
              <a:t>  Use data where possible, but keep it simple -- one or two key numbers, not a full results table</a:t>
            </a:r>
          </a:p>
          <a:p>
            <a:pPr>
              <a:spcBef>
                <a:spcPts val="400"/>
              </a:spcBef>
            </a:pPr>
            <a:r>
              <a:rPr sz="1400" b="0">
                <a:solidFill>
                  <a:srgbClr val="30302F"/>
                </a:solidFill>
                <a:latin typeface="Inter"/>
              </a:rPr>
              <a:t>  Do not include methods or statistical details</a:t>
            </a:r>
          </a:p>
          <a:p>
            <a:pPr>
              <a:spcBef>
                <a:spcPts val="400"/>
              </a:spcBef>
            </a:pPr>
            <a:r>
              <a:rPr sz="1400" b="0">
                <a:solidFill>
                  <a:srgbClr val="30302F"/>
                </a:solidFill>
                <a:latin typeface="Inter"/>
              </a:rPr>
              <a:t>  Use specific examples: "mangrove loss of 200 ha" is stronger than "significant habitat loss"</a:t>
            </a:r>
          </a:p>
          <a:p>
            <a:pPr>
              <a:spcBef>
                <a:spcPts val="400"/>
              </a:spcBef>
            </a:pPr>
            <a:r>
              <a:rPr sz="1400" b="0">
                <a:solidFill>
                  <a:srgbClr val="30302F"/>
                </a:solidFill>
                <a:latin typeface="Inter"/>
              </a:rPr>
              <a:t>  Acknowledge your expertise -- you earned it</a:t>
            </a:r>
          </a:p>
          <a:p>
            <a:pPr>
              <a:spcBef>
                <a:spcPts val="400"/>
              </a:spcBef>
            </a:pPr>
            <a:r>
              <a:rPr sz="1400" b="0">
                <a:solidFill>
                  <a:srgbClr val="30302F"/>
                </a:solidFill>
                <a:latin typeface="Inter"/>
              </a:rPr>
              <a:t>  Different audiences need different framing of the same data</a:t>
            </a:r>
          </a:p>
        </p:txBody>
      </p:sp>
      <p:graphicFrame>
        <p:nvGraphicFramePr>
          <p:cNvPr id="6" name="Table 5"/>
          <p:cNvGraphicFramePr>
            <a:graphicFrameLocks noGrp="1"/>
          </p:cNvGraphicFramePr>
          <p:nvPr/>
        </p:nvGraphicFramePr>
        <p:xfrm>
          <a:off x="731520" y="3200400"/>
          <a:ext cx="10058400" cy="2880360"/>
        </p:xfrm>
        <a:graphic>
          <a:graphicData uri="http://schemas.openxmlformats.org/drawingml/2006/table">
            <a:tbl>
              <a:tblPr firstRow="1" bandRow="1">
                <a:tableStyleId>{5C22544A-7EE6-4342-B048-85BDC9FD1C3A}</a:tableStyleId>
              </a:tblPr>
              <a:tblGrid>
                <a:gridCol w="5029200"/>
                <a:gridCol w="5029200"/>
              </a:tblGrid>
              <a:tr h="320040">
                <a:tc>
                  <a:txBody>
                    <a:bodyPr/>
                    <a:lstStyle/>
                    <a:p>
                      <a:r>
                        <a:rPr sz="1100" b="1">
                          <a:solidFill>
                            <a:srgbClr val="FFFFFF"/>
                          </a:solidFill>
                          <a:latin typeface="Inter"/>
                        </a:rPr>
                        <a:t>Technical term</a:t>
                      </a:r>
                    </a:p>
                  </a:txBody>
                  <a:tcPr>
                    <a:solidFill>
                      <a:srgbClr val="3B9C7B"/>
                    </a:solidFill>
                  </a:tcPr>
                </a:tc>
                <a:tc>
                  <a:txBody>
                    <a:bodyPr/>
                    <a:lstStyle/>
                    <a:p>
                      <a:r>
                        <a:rPr sz="1100" b="1">
                          <a:solidFill>
                            <a:srgbClr val="FFFFFF"/>
                          </a:solidFill>
                          <a:latin typeface="Inter"/>
                        </a:rPr>
                        <a:t>Plain language alternative</a:t>
                      </a:r>
                    </a:p>
                  </a:txBody>
                  <a:tcPr>
                    <a:solidFill>
                      <a:srgbClr val="3B9C7B"/>
                    </a:solidFill>
                  </a:tcPr>
                </a:tc>
              </a:tr>
              <a:tr h="320040">
                <a:tc>
                  <a:txBody>
                    <a:bodyPr/>
                    <a:lstStyle/>
                    <a:p>
                      <a:r>
                        <a:rPr sz="1000">
                          <a:solidFill>
                            <a:srgbClr val="30302F"/>
                          </a:solidFill>
                          <a:latin typeface="Inter"/>
                        </a:rPr>
                        <a:t>Ecosystem extent account</a:t>
                      </a:r>
                    </a:p>
                  </a:txBody>
                  <a:tcPr/>
                </a:tc>
                <a:tc>
                  <a:txBody>
                    <a:bodyPr/>
                    <a:lstStyle/>
                    <a:p>
                      <a:r>
                        <a:rPr sz="1000">
                          <a:solidFill>
                            <a:srgbClr val="30302F"/>
                          </a:solidFill>
                          <a:latin typeface="Inter"/>
                        </a:rPr>
                        <a:t>Tracking the area of habitats like reefs, mangroves, and seagrass</a:t>
                      </a:r>
                    </a:p>
                  </a:txBody>
                  <a:tcPr/>
                </a:tc>
              </a:tr>
              <a:tr h="320040">
                <a:tc>
                  <a:txBody>
                    <a:bodyPr/>
                    <a:lstStyle/>
                    <a:p>
                      <a:r>
                        <a:rPr sz="1000">
                          <a:solidFill>
                            <a:srgbClr val="30302F"/>
                          </a:solidFill>
                          <a:latin typeface="Inter"/>
                        </a:rPr>
                        <a:t>Condition index (CI)</a:t>
                      </a:r>
                    </a:p>
                  </a:txBody>
                  <a:tcPr/>
                </a:tc>
                <a:tc>
                  <a:txBody>
                    <a:bodyPr/>
                    <a:lstStyle/>
                    <a:p>
                      <a:r>
                        <a:rPr sz="1000">
                          <a:solidFill>
                            <a:srgbClr val="30302F"/>
                          </a:solidFill>
                          <a:latin typeface="Inter"/>
                        </a:rPr>
                        <a:t>A health score from 0 (degraded) to 1 (healthy)</a:t>
                      </a:r>
                    </a:p>
                  </a:txBody>
                  <a:tcPr/>
                </a:tc>
              </a:tr>
              <a:tr h="320040">
                <a:tc>
                  <a:txBody>
                    <a:bodyPr/>
                    <a:lstStyle/>
                    <a:p>
                      <a:r>
                        <a:rPr sz="1000">
                          <a:solidFill>
                            <a:srgbClr val="30302F"/>
                          </a:solidFill>
                          <a:latin typeface="Inter"/>
                        </a:rPr>
                        <a:t>SEEA EA framework</a:t>
                      </a:r>
                    </a:p>
                  </a:txBody>
                  <a:tcPr/>
                </a:tc>
                <a:tc>
                  <a:txBody>
                    <a:bodyPr/>
                    <a:lstStyle/>
                    <a:p>
                      <a:r>
                        <a:rPr sz="1000">
                          <a:solidFill>
                            <a:srgbClr val="30302F"/>
                          </a:solidFill>
                          <a:latin typeface="Inter"/>
                        </a:rPr>
                        <a:t>The UN's international standard for measuring ecosystems alongside economic data</a:t>
                      </a:r>
                    </a:p>
                  </a:txBody>
                  <a:tcPr/>
                </a:tc>
              </a:tr>
              <a:tr h="320040">
                <a:tc>
                  <a:txBody>
                    <a:bodyPr/>
                    <a:lstStyle/>
                    <a:p>
                      <a:r>
                        <a:rPr sz="1000">
                          <a:solidFill>
                            <a:srgbClr val="30302F"/>
                          </a:solidFill>
                          <a:latin typeface="Inter"/>
                        </a:rPr>
                        <a:t>Ecosystem services flow</a:t>
                      </a:r>
                    </a:p>
                  </a:txBody>
                  <a:tcPr/>
                </a:tc>
                <a:tc>
                  <a:txBody>
                    <a:bodyPr/>
                    <a:lstStyle/>
                    <a:p>
                      <a:r>
                        <a:rPr sz="1000">
                          <a:solidFill>
                            <a:srgbClr val="30302F"/>
                          </a:solidFill>
                          <a:latin typeface="Inter"/>
                        </a:rPr>
                        <a:t>The benefits nature provides, such as fish, coastal protection, and tourism</a:t>
                      </a:r>
                    </a:p>
                  </a:txBody>
                  <a:tcPr/>
                </a:tc>
              </a:tr>
              <a:tr h="320040">
                <a:tc>
                  <a:txBody>
                    <a:bodyPr/>
                    <a:lstStyle/>
                    <a:p>
                      <a:r>
                        <a:rPr sz="1000">
                          <a:solidFill>
                            <a:srgbClr val="30302F"/>
                          </a:solidFill>
                          <a:latin typeface="Inter"/>
                        </a:rPr>
                        <a:t>Reference level</a:t>
                      </a:r>
                    </a:p>
                  </a:txBody>
                  <a:tcPr/>
                </a:tc>
                <a:tc>
                  <a:txBody>
                    <a:bodyPr/>
                    <a:lstStyle/>
                    <a:p>
                      <a:r>
                        <a:rPr sz="1000">
                          <a:solidFill>
                            <a:srgbClr val="30302F"/>
                          </a:solidFill>
                          <a:latin typeface="Inter"/>
                        </a:rPr>
                        <a:t>The benchmark for a healthy ecosystem</a:t>
                      </a:r>
                    </a:p>
                  </a:txBody>
                  <a:tcPr/>
                </a:tc>
              </a:tr>
              <a:tr h="320040">
                <a:tc>
                  <a:txBody>
                    <a:bodyPr/>
                    <a:lstStyle/>
                    <a:p>
                      <a:r>
                        <a:rPr sz="1000">
                          <a:solidFill>
                            <a:srgbClr val="30302F"/>
                          </a:solidFill>
                          <a:latin typeface="Inter"/>
                        </a:rPr>
                        <a:t>Opening/closing stock</a:t>
                      </a:r>
                    </a:p>
                  </a:txBody>
                  <a:tcPr/>
                </a:tc>
                <a:tc>
                  <a:txBody>
                    <a:bodyPr/>
                    <a:lstStyle/>
                    <a:p>
                      <a:r>
                        <a:rPr sz="1000">
                          <a:solidFill>
                            <a:srgbClr val="30302F"/>
                          </a:solidFill>
                          <a:latin typeface="Inter"/>
                        </a:rPr>
                        <a:t>The state of the ecosystem at the start and end of the measurement period</a:t>
                      </a:r>
                    </a:p>
                  </a:txBody>
                  <a:tcPr/>
                </a:tc>
              </a:tr>
              <a:tr h="320040">
                <a:tc>
                  <a:txBody>
                    <a:bodyPr/>
                    <a:lstStyle/>
                    <a:p>
                      <a:r>
                        <a:rPr sz="1000">
                          <a:solidFill>
                            <a:srgbClr val="30302F"/>
                          </a:solidFill>
                          <a:latin typeface="Inter"/>
                        </a:rPr>
                        <a:t>Normalization</a:t>
                      </a:r>
                    </a:p>
                  </a:txBody>
                  <a:tcPr/>
                </a:tc>
                <a:tc>
                  <a:txBody>
                    <a:bodyPr/>
                    <a:lstStyle/>
                    <a:p>
                      <a:r>
                        <a:rPr sz="1000">
                          <a:solidFill>
                            <a:srgbClr val="30302F"/>
                          </a:solidFill>
                          <a:latin typeface="Inter"/>
                        </a:rPr>
                        <a:t>Converting different measurements to a common 0 to 1 scale</a:t>
                      </a:r>
                    </a:p>
                  </a:txBody>
                  <a:tcPr/>
                </a:tc>
              </a:tr>
              <a:tr h="320040">
                <a:tc>
                  <a:txBody>
                    <a:bodyPr/>
                    <a:lstStyle/>
                    <a:p>
                      <a:r>
                        <a:rPr sz="1000">
                          <a:solidFill>
                            <a:srgbClr val="30302F"/>
                          </a:solidFill>
                          <a:latin typeface="Inter"/>
                        </a:rPr>
                        <a:t>OESA</a:t>
                      </a:r>
                    </a:p>
                  </a:txBody>
                  <a:tcPr/>
                </a:tc>
                <a:tc>
                  <a:txBody>
                    <a:bodyPr/>
                    <a:lstStyle/>
                    <a:p>
                      <a:r>
                        <a:rPr sz="1000">
                          <a:solidFill>
                            <a:srgbClr val="30302F"/>
                          </a:solidFill>
                          <a:latin typeface="Inter"/>
                        </a:rPr>
                        <a:t>A measure of how much ocean industries contribute to the national economy</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11: Real GOAP policy briefs -- one framework, many angles</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These briefs all draw on ocean accounts but speak to different audiences and policy processes:</a:t>
            </a:r>
          </a:p>
          <a:p>
            <a:pPr>
              <a:spcBef>
                <a:spcPts val="600"/>
              </a:spcBef>
            </a:pPr>
            <a:r>
              <a:rPr sz="1400" b="0">
                <a:solidFill>
                  <a:srgbClr val="30302F"/>
                </a:solidFill>
                <a:latin typeface="Inter"/>
              </a:rPr>
              <a:t>Your brief does not need to cover all of ocean accounting. Pick one policy angle that matters to your reader and build around it.</a:t>
            </a:r>
          </a:p>
          <a:p>
            <a:pPr>
              <a:spcBef>
                <a:spcPts val="600"/>
              </a:spcBef>
            </a:pPr>
            <a:r>
              <a:rPr sz="1400" b="0">
                <a:solidFill>
                  <a:srgbClr val="30302F"/>
                </a:solidFill>
                <a:latin typeface="Inter"/>
              </a:rPr>
              <a:t>Printed copies of three of these briefs are available to look at during the drafting exercise.</a:t>
            </a:r>
          </a:p>
        </p:txBody>
      </p:sp>
      <p:graphicFrame>
        <p:nvGraphicFramePr>
          <p:cNvPr id="6" name="Table 5"/>
          <p:cNvGraphicFramePr>
            <a:graphicFrameLocks noGrp="1"/>
          </p:cNvGraphicFramePr>
          <p:nvPr/>
        </p:nvGraphicFramePr>
        <p:xfrm>
          <a:off x="731520" y="3200400"/>
          <a:ext cx="10058400" cy="2880360"/>
        </p:xfrm>
        <a:graphic>
          <a:graphicData uri="http://schemas.openxmlformats.org/drawingml/2006/table">
            <a:tbl>
              <a:tblPr firstRow="1" bandRow="1">
                <a:tableStyleId>{5C22544A-7EE6-4342-B048-85BDC9FD1C3A}</a:tableStyleId>
              </a:tblPr>
              <a:tblGrid>
                <a:gridCol w="3352800"/>
                <a:gridCol w="3352800"/>
                <a:gridCol w="3352800"/>
              </a:tblGrid>
              <a:tr h="320040">
                <a:tc>
                  <a:txBody>
                    <a:bodyPr/>
                    <a:lstStyle/>
                    <a:p>
                      <a:r>
                        <a:rPr sz="1100" b="1">
                          <a:solidFill>
                            <a:srgbClr val="FFFFFF"/>
                          </a:solidFill>
                          <a:latin typeface="Inter"/>
                        </a:rPr>
                        <a:t>Brief</a:t>
                      </a:r>
                    </a:p>
                  </a:txBody>
                  <a:tcPr>
                    <a:solidFill>
                      <a:srgbClr val="3B9C7B"/>
                    </a:solidFill>
                  </a:tcPr>
                </a:tc>
                <a:tc>
                  <a:txBody>
                    <a:bodyPr/>
                    <a:lstStyle/>
                    <a:p>
                      <a:r>
                        <a:rPr sz="1100" b="1">
                          <a:solidFill>
                            <a:srgbClr val="FFFFFF"/>
                          </a:solidFill>
                          <a:latin typeface="Inter"/>
                        </a:rPr>
                        <a:t>Policy topic</a:t>
                      </a:r>
                    </a:p>
                  </a:txBody>
                  <a:tcPr>
                    <a:solidFill>
                      <a:srgbClr val="3B9C7B"/>
                    </a:solidFill>
                  </a:tcPr>
                </a:tc>
                <a:tc>
                  <a:txBody>
                    <a:bodyPr/>
                    <a:lstStyle/>
                    <a:p>
                      <a:r>
                        <a:rPr sz="1100" b="1">
                          <a:solidFill>
                            <a:srgbClr val="FFFFFF"/>
                          </a:solidFill>
                          <a:latin typeface="Inter"/>
                        </a:rPr>
                        <a:t>Target audience</a:t>
                      </a:r>
                    </a:p>
                  </a:txBody>
                  <a:tcPr>
                    <a:solidFill>
                      <a:srgbClr val="3B9C7B"/>
                    </a:solidFill>
                  </a:tcPr>
                </a:tc>
              </a:tr>
              <a:tr h="320040">
                <a:tc>
                  <a:txBody>
                    <a:bodyPr/>
                    <a:lstStyle/>
                    <a:p>
                      <a:r>
                        <a:rPr sz="1000">
                          <a:solidFill>
                            <a:srgbClr val="30302F"/>
                          </a:solidFill>
                          <a:latin typeface="Inter"/>
                        </a:rPr>
                        <a:t>Ocean Accounts and the GBF</a:t>
                      </a:r>
                    </a:p>
                  </a:txBody>
                  <a:tcPr/>
                </a:tc>
                <a:tc>
                  <a:txBody>
                    <a:bodyPr/>
                    <a:lstStyle/>
                    <a:p>
                      <a:r>
                        <a:rPr sz="1000">
                          <a:solidFill>
                            <a:srgbClr val="30302F"/>
                          </a:solidFill>
                          <a:latin typeface="Inter"/>
                        </a:rPr>
                        <a:t>Biodiversity targets, 30x30, NBSAPs</a:t>
                      </a:r>
                    </a:p>
                  </a:txBody>
                  <a:tcPr/>
                </a:tc>
                <a:tc>
                  <a:txBody>
                    <a:bodyPr/>
                    <a:lstStyle/>
                    <a:p>
                      <a:r>
                        <a:rPr sz="1000">
                          <a:solidFill>
                            <a:srgbClr val="30302F"/>
                          </a:solidFill>
                          <a:latin typeface="Inter"/>
                        </a:rPr>
                        <a:t>CBD focal points, environment ministries</a:t>
                      </a:r>
                    </a:p>
                  </a:txBody>
                  <a:tcPr/>
                </a:tc>
              </a:tr>
              <a:tr h="320040">
                <a:tc>
                  <a:txBody>
                    <a:bodyPr/>
                    <a:lstStyle/>
                    <a:p>
                      <a:r>
                        <a:rPr sz="1000">
                          <a:solidFill>
                            <a:srgbClr val="30302F"/>
                          </a:solidFill>
                          <a:latin typeface="Inter"/>
                        </a:rPr>
                        <a:t>Building Coastal Resilience</a:t>
                      </a:r>
                    </a:p>
                  </a:txBody>
                  <a:tcPr/>
                </a:tc>
                <a:tc>
                  <a:txBody>
                    <a:bodyPr/>
                    <a:lstStyle/>
                    <a:p>
                      <a:r>
                        <a:rPr sz="1000">
                          <a:solidFill>
                            <a:srgbClr val="30302F"/>
                          </a:solidFill>
                          <a:latin typeface="Inter"/>
                        </a:rPr>
                        <a:t>Disaster risk reduction, nature-based solutions</a:t>
                      </a:r>
                    </a:p>
                  </a:txBody>
                  <a:tcPr/>
                </a:tc>
                <a:tc>
                  <a:txBody>
                    <a:bodyPr/>
                    <a:lstStyle/>
                    <a:p>
                      <a:r>
                        <a:rPr sz="1000">
                          <a:solidFill>
                            <a:srgbClr val="30302F"/>
                          </a:solidFill>
                          <a:latin typeface="Inter"/>
                        </a:rPr>
                        <a:t>DRR agencies, climate adaptation planners</a:t>
                      </a:r>
                    </a:p>
                  </a:txBody>
                  <a:tcPr/>
                </a:tc>
              </a:tr>
              <a:tr h="320040">
                <a:tc>
                  <a:txBody>
                    <a:bodyPr/>
                    <a:lstStyle/>
                    <a:p>
                      <a:r>
                        <a:rPr sz="1000">
                          <a:solidFill>
                            <a:srgbClr val="30302F"/>
                          </a:solidFill>
                          <a:latin typeface="Inter"/>
                        </a:rPr>
                        <a:t>Mobilising Private Sector Investment</a:t>
                      </a:r>
                    </a:p>
                  </a:txBody>
                  <a:tcPr/>
                </a:tc>
                <a:tc>
                  <a:txBody>
                    <a:bodyPr/>
                    <a:lstStyle/>
                    <a:p>
                      <a:r>
                        <a:rPr sz="1000">
                          <a:solidFill>
                            <a:srgbClr val="30302F"/>
                          </a:solidFill>
                          <a:latin typeface="Inter"/>
                        </a:rPr>
                        <a:t>Blue bonds, bankability, risk reduction</a:t>
                      </a:r>
                    </a:p>
                  </a:txBody>
                  <a:tcPr/>
                </a:tc>
                <a:tc>
                  <a:txBody>
                    <a:bodyPr/>
                    <a:lstStyle/>
                    <a:p>
                      <a:r>
                        <a:rPr sz="1000">
                          <a:solidFill>
                            <a:srgbClr val="30302F"/>
                          </a:solidFill>
                          <a:latin typeface="Inter"/>
                        </a:rPr>
                        <a:t>Finance ministries, development banks, investors</a:t>
                      </a:r>
                    </a:p>
                  </a:txBody>
                  <a:tcPr/>
                </a:tc>
              </a:tr>
              <a:tr h="320040">
                <a:tc>
                  <a:txBody>
                    <a:bodyPr/>
                    <a:lstStyle/>
                    <a:p>
                      <a:r>
                        <a:rPr sz="1000">
                          <a:solidFill>
                            <a:srgbClr val="30302F"/>
                          </a:solidFill>
                          <a:latin typeface="Inter"/>
                        </a:rPr>
                        <a:t>Parametric Insurance</a:t>
                      </a:r>
                    </a:p>
                  </a:txBody>
                  <a:tcPr/>
                </a:tc>
                <a:tc>
                  <a:txBody>
                    <a:bodyPr/>
                    <a:lstStyle/>
                    <a:p>
                      <a:r>
                        <a:rPr sz="1000">
                          <a:solidFill>
                            <a:srgbClr val="30302F"/>
                          </a:solidFill>
                          <a:latin typeface="Inter"/>
                        </a:rPr>
                        <a:t>Insurance products tied to ecosystem health</a:t>
                      </a:r>
                    </a:p>
                  </a:txBody>
                  <a:tcPr/>
                </a:tc>
                <a:tc>
                  <a:txBody>
                    <a:bodyPr/>
                    <a:lstStyle/>
                    <a:p>
                      <a:r>
                        <a:rPr sz="1000">
                          <a:solidFill>
                            <a:srgbClr val="30302F"/>
                          </a:solidFill>
                          <a:latin typeface="Inter"/>
                        </a:rPr>
                        <a:t>Insurance sector, finance ministries</a:t>
                      </a:r>
                    </a:p>
                  </a:txBody>
                  <a:tcPr/>
                </a:tc>
              </a:tr>
              <a:tr h="320040">
                <a:tc>
                  <a:txBody>
                    <a:bodyPr/>
                    <a:lstStyle/>
                    <a:p>
                      <a:r>
                        <a:rPr sz="1000">
                          <a:solidFill>
                            <a:srgbClr val="30302F"/>
                          </a:solidFill>
                          <a:latin typeface="Inter"/>
                        </a:rPr>
                        <a:t>Plastics Data and MEAs</a:t>
                      </a:r>
                    </a:p>
                  </a:txBody>
                  <a:tcPr/>
                </a:tc>
                <a:tc>
                  <a:txBody>
                    <a:bodyPr/>
                    <a:lstStyle/>
                    <a:p>
                      <a:r>
                        <a:rPr sz="1000">
                          <a:solidFill>
                            <a:srgbClr val="30302F"/>
                          </a:solidFill>
                          <a:latin typeface="Inter"/>
                        </a:rPr>
                        <a:t>Plastic pollution monitoring, treaty reporting</a:t>
                      </a:r>
                    </a:p>
                  </a:txBody>
                  <a:tcPr/>
                </a:tc>
                <a:tc>
                  <a:txBody>
                    <a:bodyPr/>
                    <a:lstStyle/>
                    <a:p>
                      <a:r>
                        <a:rPr sz="1000">
                          <a:solidFill>
                            <a:srgbClr val="30302F"/>
                          </a:solidFill>
                          <a:latin typeface="Inter"/>
                        </a:rPr>
                        <a:t>Environment ministries, multilateral negotiations</a:t>
                      </a:r>
                    </a:p>
                  </a:txBody>
                  <a:tcPr/>
                </a:tc>
              </a:tr>
              <a:tr h="320040">
                <a:tc>
                  <a:txBody>
                    <a:bodyPr/>
                    <a:lstStyle/>
                    <a:p>
                      <a:r>
                        <a:rPr sz="1000">
                          <a:solidFill>
                            <a:srgbClr val="30302F"/>
                          </a:solidFill>
                          <a:latin typeface="Inter"/>
                        </a:rPr>
                        <a:t>Sustainable Marine Tourism</a:t>
                      </a:r>
                    </a:p>
                  </a:txBody>
                  <a:tcPr/>
                </a:tc>
                <a:tc>
                  <a:txBody>
                    <a:bodyPr/>
                    <a:lstStyle/>
                    <a:p>
                      <a:r>
                        <a:rPr sz="1000">
                          <a:solidFill>
                            <a:srgbClr val="30302F"/>
                          </a:solidFill>
                          <a:latin typeface="Inter"/>
                        </a:rPr>
                        <a:t>Tourism sustainability, ecosystem dependencies</a:t>
                      </a:r>
                    </a:p>
                  </a:txBody>
                  <a:tcPr/>
                </a:tc>
                <a:tc>
                  <a:txBody>
                    <a:bodyPr/>
                    <a:lstStyle/>
                    <a:p>
                      <a:r>
                        <a:rPr sz="1000">
                          <a:solidFill>
                            <a:srgbClr val="30302F"/>
                          </a:solidFill>
                          <a:latin typeface="Inter"/>
                        </a:rPr>
                        <a:t>Tourism boards, economic planning agencies</a:t>
                      </a:r>
                    </a:p>
                  </a:txBody>
                  <a:tcPr/>
                </a:tc>
              </a:tr>
              <a:tr h="320040">
                <a:tc>
                  <a:txBody>
                    <a:bodyPr/>
                    <a:lstStyle/>
                    <a:p>
                      <a:r>
                        <a:rPr sz="1000">
                          <a:solidFill>
                            <a:srgbClr val="30302F"/>
                          </a:solidFill>
                          <a:latin typeface="Inter"/>
                        </a:rPr>
                        <a:t>Public Finance Investment</a:t>
                      </a:r>
                    </a:p>
                  </a:txBody>
                  <a:tcPr/>
                </a:tc>
                <a:tc>
                  <a:txBody>
                    <a:bodyPr/>
                    <a:lstStyle/>
                    <a:p>
                      <a:r>
                        <a:rPr sz="1000">
                          <a:solidFill>
                            <a:srgbClr val="30302F"/>
                          </a:solidFill>
                          <a:latin typeface="Inter"/>
                        </a:rPr>
                        <a:t>Tracking impact of government ocean spending</a:t>
                      </a:r>
                    </a:p>
                  </a:txBody>
                  <a:tcPr/>
                </a:tc>
                <a:tc>
                  <a:txBody>
                    <a:bodyPr/>
                    <a:lstStyle/>
                    <a:p>
                      <a:r>
                        <a:rPr sz="1000">
                          <a:solidFill>
                            <a:srgbClr val="30302F"/>
                          </a:solidFill>
                          <a:latin typeface="Inter"/>
                        </a:rPr>
                        <a:t>Finance ministries, audit offices</a:t>
                      </a:r>
                    </a:p>
                  </a:txBody>
                  <a:tcPr/>
                </a:tc>
              </a:tr>
              <a:tr h="320040">
                <a:tc>
                  <a:txBody>
                    <a:bodyPr/>
                    <a:lstStyle/>
                    <a:p>
                      <a:r>
                        <a:rPr sz="1000">
                          <a:solidFill>
                            <a:srgbClr val="30302F"/>
                          </a:solidFill>
                          <a:latin typeface="Inter"/>
                        </a:rPr>
                        <a:t>IORA Cooperation</a:t>
                      </a:r>
                    </a:p>
                  </a:txBody>
                  <a:tcPr/>
                </a:tc>
                <a:tc>
                  <a:txBody>
                    <a:bodyPr/>
                    <a:lstStyle/>
                    <a:p>
                      <a:r>
                        <a:rPr sz="1000">
                          <a:solidFill>
                            <a:srgbClr val="30302F"/>
                          </a:solidFill>
                          <a:latin typeface="Inter"/>
                        </a:rPr>
                        <a:t>Regional blue economy collaboration</a:t>
                      </a:r>
                    </a:p>
                  </a:txBody>
                  <a:tcPr/>
                </a:tc>
                <a:tc>
                  <a:txBody>
                    <a:bodyPr/>
                    <a:lstStyle/>
                    <a:p>
                      <a:r>
                        <a:rPr sz="1000">
                          <a:solidFill>
                            <a:srgbClr val="30302F"/>
                          </a:solidFill>
                          <a:latin typeface="Inter"/>
                        </a:rPr>
                        <a:t>Indian Ocean Rim Association members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Slide 12: Your turn -- Draft your policy brief</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Time: 40 minutes drafting, then 15 minutes peer review</a:t>
            </a:r>
          </a:p>
          <a:p>
            <a:pPr>
              <a:spcBef>
                <a:spcPts val="600"/>
              </a:spcBef>
            </a:pPr>
            <a:r>
              <a:rPr sz="1400" b="0">
                <a:solidFill>
                  <a:srgbClr val="30302F"/>
                </a:solidFill>
                <a:latin typeface="Inter"/>
              </a:rPr>
              <a:t>Use the policy brief template handout. Work through it section by section:</a:t>
            </a:r>
          </a:p>
          <a:p>
            <a:pPr>
              <a:spcBef>
                <a:spcPts val="600"/>
              </a:spcBef>
            </a:pPr>
            <a:r>
              <a:rPr sz="1400" b="0">
                <a:solidFill>
                  <a:srgbClr val="30302F"/>
                </a:solidFill>
                <a:latin typeface="Inter"/>
              </a:rPr>
              <a:t>1. Title and context (10 min) -- name your country, your topic, and why it matters to your reader</a:t>
            </a:r>
          </a:p>
          <a:p>
            <a:pPr>
              <a:spcBef>
                <a:spcPts val="600"/>
              </a:spcBef>
            </a:pPr>
            <a:r>
              <a:rPr sz="1400" b="0">
                <a:solidFill>
                  <a:srgbClr val="30302F"/>
                </a:solidFill>
                <a:latin typeface="Inter"/>
              </a:rPr>
              <a:t>2. What the accounts show (15 min) -- your key finding, with one number or table</a:t>
            </a:r>
          </a:p>
          <a:p>
            <a:pPr>
              <a:spcBef>
                <a:spcPts val="600"/>
              </a:spcBef>
            </a:pPr>
            <a:r>
              <a:rPr sz="1400" b="0">
                <a:solidFill>
                  <a:srgbClr val="30302F"/>
                </a:solidFill>
                <a:latin typeface="Inter"/>
              </a:rPr>
              <a:t>3. Recommendations (10 min) -- 2 to 3 specific actions your reader can take</a:t>
            </a:r>
          </a:p>
          <a:p>
            <a:pPr>
              <a:spcBef>
                <a:spcPts val="600"/>
              </a:spcBef>
            </a:pPr>
            <a:r>
              <a:rPr sz="1400" b="0">
                <a:solidFill>
                  <a:srgbClr val="30302F"/>
                </a:solidFill>
                <a:latin typeface="Inter"/>
              </a:rPr>
              <a:t>4. Key messages (5 min) -- write these last, after you know what your brief says</a:t>
            </a:r>
          </a:p>
          <a:p>
            <a:pPr>
              <a:spcBef>
                <a:spcPts val="600"/>
              </a:spcBef>
            </a:pPr>
            <a:r>
              <a:rPr sz="1400" b="0">
                <a:solidFill>
                  <a:srgbClr val="30302F"/>
                </a:solidFill>
                <a:latin typeface="Inter"/>
              </a:rPr>
              <a:t>5. Peer review (15 min) -- swap with a neighbor, use the 8-item checklist</a:t>
            </a:r>
          </a:p>
          <a:p>
            <a:pPr>
              <a:spcBef>
                <a:spcPts val="600"/>
              </a:spcBef>
            </a:pPr>
            <a:r>
              <a:rPr sz="1400" b="0">
                <a:solidFill>
                  <a:srgbClr val="30302F"/>
                </a:solidFill>
                <a:latin typeface="Inter"/>
              </a:rPr>
              <a:t>If you did not complete an account on Day 2, choose one of the printed GOAP briefs and reverse-engineer a Message Box from it. This is an excellent learning exercise.</a:t>
            </a:r>
          </a:p>
          <a:p>
            <a:pPr>
              <a:spcBef>
                <a:spcPts val="600"/>
              </a:spcBef>
            </a:pPr>
            <a:r>
              <a:rPr sz="1400" b="0">
                <a:solidFill>
                  <a:srgbClr val="30302F"/>
                </a:solidFill>
                <a:latin typeface="Inter"/>
              </a:rPr>
              <a:t>Remember: this is a first draft. The goal is to get your ideas on paper, not to produce a finished document. You can refine it after the event with support from the GOAP Secretariat.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l"/>
            <a:r>
              <a:rPr sz="2800" b="1">
                <a:solidFill>
                  <a:srgbClr val="FFFFFF"/>
                </a:solidFill>
                <a:latin typeface="Inter"/>
              </a:rPr>
              <a:t>References</a:t>
            </a:r>
          </a:p>
        </p:txBody>
      </p:sp>
      <p:sp>
        <p:nvSpPr>
          <p:cNvPr id="5" name="TextBox 4"/>
          <p:cNvSpPr txBox="1"/>
          <p:nvPr/>
        </p:nvSpPr>
        <p:spPr>
          <a:xfrm>
            <a:off x="731520" y="1188720"/>
            <a:ext cx="10728960" cy="5029200"/>
          </a:xfrm>
          <a:prstGeom prst="rect">
            <a:avLst/>
          </a:prstGeom>
          <a:noFill/>
        </p:spPr>
        <p:txBody>
          <a:bodyPr wrap="square">
            <a:spAutoFit/>
          </a:bodyPr>
          <a:lstStyle/>
          <a:p>
            <a:pPr algn="l"/>
            <a:r>
              <a:rPr sz="1400" b="0">
                <a:solidFill>
                  <a:srgbClr val="30302F"/>
                </a:solidFill>
                <a:latin typeface="Inter"/>
              </a:rPr>
              <a:t>Baron, N. (2010). Escape from the Ivory Tower: A Guide to Making Your Science Matter. Island Press.</a:t>
            </a:r>
          </a:p>
          <a:p>
            <a:pPr>
              <a:spcBef>
                <a:spcPts val="600"/>
              </a:spcBef>
            </a:pPr>
            <a:r>
              <a:rPr sz="1400" b="0">
                <a:solidFill>
                  <a:srgbClr val="30302F"/>
                </a:solidFill>
                <a:latin typeface="Inter"/>
              </a:rPr>
              <a:t>Cairney, P. and Heikkila, T. (2014). A comparison of theories of the policy process. In Sabatier, P.A. and Weible, C.M. (eds), Theories of the Policy Process. 3rd ed. Westview Press, pp. 363-389.</a:t>
            </a:r>
          </a:p>
          <a:p>
            <a:pPr>
              <a:spcBef>
                <a:spcPts val="600"/>
              </a:spcBef>
            </a:pPr>
            <a:r>
              <a:rPr sz="1400" b="0">
                <a:solidFill>
                  <a:srgbClr val="30302F"/>
                </a:solidFill>
                <a:latin typeface="Inter"/>
              </a:rPr>
              <a:t>Evans, M.C. and Cvitanovic, C. (2018). An introduction to achieving policy impact for early career researchers. Palgrave Communications 4(88). DOI: 10.1057/s41599-018-0144-2.</a:t>
            </a:r>
          </a:p>
          <a:p>
            <a:pPr>
              <a:spcBef>
                <a:spcPts val="600"/>
              </a:spcBef>
            </a:pPr>
            <a:r>
              <a:rPr sz="1400" b="0">
                <a:solidFill>
                  <a:srgbClr val="30302F"/>
                </a:solidFill>
                <a:latin typeface="Inter"/>
              </a:rPr>
              <a:t>COMPASS. The Message Box Workbook. Communication Partnership for Science and the Sea.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1" sz="quarter"/>
          </p:nvPr>
        </p:nvSpPr>
        <p:spPr/>
        <p:txBody>
          <a:bodyPr/>
          <a:lstStyle/>
          <a:p/>
        </p:txBody>
      </p:sp>
      <p:sp>
        <p:nvSpPr>
          <p:cNvPr id="4" name="Rectangle 3"/>
          <p:cNvSpPr/>
          <p:nvPr/>
        </p:nvSpPr>
        <p:spPr>
          <a:xfrm>
            <a:off x="0" y="0"/>
            <a:ext cx="12192000" cy="1005840"/>
          </a:xfrm>
          <a:prstGeom prst="rect">
            <a:avLst/>
          </a:prstGeom>
          <a:solidFill>
            <a:srgbClr val="3B9C7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37160"/>
          <a:lstStyle/>
          <a:p>
            <a:pPr algn="ctr"/>
            <a:r>
              <a:rPr sz="2800" b="1">
                <a:solidFill>
                  <a:srgbClr val="FFFFFF"/>
                </a:solidFill>
                <a:latin typeface="Inter"/>
              </a:rPr>
              <a:t>References</a:t>
            </a:r>
          </a:p>
        </p:txBody>
      </p:sp>
      <p:sp>
        <p:nvSpPr>
          <p:cNvPr id="5" name="TextBox 4"/>
          <p:cNvSpPr txBox="1"/>
          <p:nvPr/>
        </p:nvSpPr>
        <p:spPr>
          <a:xfrm>
            <a:off x="731520" y="1371600"/>
            <a:ext cx="10728960" cy="3657600"/>
          </a:xfrm>
          <a:prstGeom prst="rect">
            <a:avLst/>
          </a:prstGeom>
          <a:noFill/>
        </p:spPr>
        <p:txBody>
          <a:bodyPr wrap="square">
            <a:spAutoFit/>
          </a:bodyPr>
          <a:lstStyle/>
          <a:p>
            <a:pPr algn="l"/>
            <a:r>
              <a:rPr sz="1200" b="0">
                <a:solidFill>
                  <a:srgbClr val="30302F"/>
                </a:solidFill>
                <a:latin typeface="Inter"/>
              </a:rPr>
              <a:t>Baron, N. (2010). Escape from the Ivory Tower: A Guide to Making Your Science Matter. Island Press.</a:t>
            </a:r>
          </a:p>
          <a:p>
            <a:pPr>
              <a:spcBef>
                <a:spcPts val="800"/>
              </a:spcBef>
            </a:pPr>
            <a:r>
              <a:rPr sz="1200" b="0">
                <a:solidFill>
                  <a:srgbClr val="30302F"/>
                </a:solidFill>
                <a:latin typeface="Inter"/>
              </a:rPr>
              <a:t>Cairney, P. and Heikkila, T. (2014). A comparison of theories of the policy process. In Theories of the Policy Process. 3rd ed. Westview Press.</a:t>
            </a:r>
          </a:p>
          <a:p>
            <a:pPr>
              <a:spcBef>
                <a:spcPts val="800"/>
              </a:spcBef>
            </a:pPr>
            <a:r>
              <a:rPr sz="1200" b="0">
                <a:solidFill>
                  <a:srgbClr val="30302F"/>
                </a:solidFill>
                <a:latin typeface="Inter"/>
              </a:rPr>
              <a:t>Evans, M.C. and Cvitanovic, C. (2018). An introduction to achieving policy impact for early career researchers. Palgrave Communications 4(88).</a:t>
            </a:r>
          </a:p>
          <a:p>
            <a:pPr>
              <a:spcBef>
                <a:spcPts val="800"/>
              </a:spcBef>
            </a:pPr>
            <a:r>
              <a:rPr sz="1200" b="0">
                <a:solidFill>
                  <a:srgbClr val="30302F"/>
                </a:solidFill>
                <a:latin typeface="Inter"/>
              </a:rPr>
              <a:t>COMPASS. The Message Box Workbook. Communication Partnership for Science and the Sea.</a:t>
            </a:r>
          </a:p>
        </p:txBody>
      </p:sp>
    </p:spTree>
  </p:cSld>
  <p:clrMapOvr>
    <a:masterClrMapping/>
  </p:clrMapOvr>
</p:sld>
</file>

<file path=ppt/theme/theme1.xml><?xml version="1.0" encoding="utf-8"?>
<a:theme xmlns:a="http://schemas.openxmlformats.org/drawingml/2006/main" name="GOAP-PPT">
  <a:themeElements>
    <a:clrScheme name="GOAP">
      <a:dk1>
        <a:srgbClr val="0A5455"/>
      </a:dk1>
      <a:lt1>
        <a:srgbClr val="FFFFFF"/>
      </a:lt1>
      <a:dk2>
        <a:srgbClr val="19383B"/>
      </a:dk2>
      <a:lt2>
        <a:srgbClr val="3B9C7B"/>
      </a:lt2>
      <a:accent1>
        <a:srgbClr val="B5D0D6"/>
      </a:accent1>
      <a:accent2>
        <a:srgbClr val="66A3B5"/>
      </a:accent2>
      <a:accent3>
        <a:srgbClr val="F9F5F0"/>
      </a:accent3>
      <a:accent4>
        <a:srgbClr val="B59F81"/>
      </a:accent4>
      <a:accent5>
        <a:srgbClr val="545353"/>
      </a:accent5>
      <a:accent6>
        <a:srgbClr val="30302F"/>
      </a:accent6>
      <a:hlink>
        <a:srgbClr val="5EB593"/>
      </a:hlink>
      <a:folHlink>
        <a:srgbClr val="5B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 id="{E61BCC44-FE5F-AF4F-A11D-B312803176B1}" vid="{C9703902-8954-CD44-BE9F-3A66ECD01C4B}"/>
    </a:ext>
  </a:extLst>
</a:theme>
</file>

<file path=ppt/theme/theme2.xml><?xml version="1.0" encoding="utf-8"?>
<a:theme xmlns:a="http://schemas.openxmlformats.org/drawingml/2006/main" name="1_Kantoorthema">
  <a:themeElements>
    <a:clrScheme name="GOAP">
      <a:dk1>
        <a:srgbClr val="0A5455"/>
      </a:dk1>
      <a:lt1>
        <a:srgbClr val="FFFFFF"/>
      </a:lt1>
      <a:dk2>
        <a:srgbClr val="19383B"/>
      </a:dk2>
      <a:lt2>
        <a:srgbClr val="3B9C7B"/>
      </a:lt2>
      <a:accent1>
        <a:srgbClr val="B5D0D6"/>
      </a:accent1>
      <a:accent2>
        <a:srgbClr val="66A3B5"/>
      </a:accent2>
      <a:accent3>
        <a:srgbClr val="F9F5F0"/>
      </a:accent3>
      <a:accent4>
        <a:srgbClr val="B59F81"/>
      </a:accent4>
      <a:accent5>
        <a:srgbClr val="545353"/>
      </a:accent5>
      <a:accent6>
        <a:srgbClr val="30302F"/>
      </a:accent6>
      <a:hlink>
        <a:srgbClr val="5EB593"/>
      </a:hlink>
      <a:folHlink>
        <a:srgbClr val="5B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 id="{E61BCC44-FE5F-AF4F-A11D-B312803176B1}" vid="{D7B7B75D-E8D0-8B4C-9CB7-4B6446032F42}"/>
    </a:ext>
  </a:extLst>
</a:theme>
</file>

<file path=ppt/theme/theme3.xml><?xml version="1.0" encoding="utf-8"?>
<a:theme xmlns:a="http://schemas.openxmlformats.org/drawingml/2006/main" name="2_Kantoorthema">
  <a:themeElements>
    <a:clrScheme name="GOAP">
      <a:dk1>
        <a:srgbClr val="0A5455"/>
      </a:dk1>
      <a:lt1>
        <a:srgbClr val="FFFFFF"/>
      </a:lt1>
      <a:dk2>
        <a:srgbClr val="19383B"/>
      </a:dk2>
      <a:lt2>
        <a:srgbClr val="3B9C7B"/>
      </a:lt2>
      <a:accent1>
        <a:srgbClr val="B5D0D6"/>
      </a:accent1>
      <a:accent2>
        <a:srgbClr val="66A3B5"/>
      </a:accent2>
      <a:accent3>
        <a:srgbClr val="F9F5F0"/>
      </a:accent3>
      <a:accent4>
        <a:srgbClr val="B59F81"/>
      </a:accent4>
      <a:accent5>
        <a:srgbClr val="545353"/>
      </a:accent5>
      <a:accent6>
        <a:srgbClr val="30302F"/>
      </a:accent6>
      <a:hlink>
        <a:srgbClr val="5EB593"/>
      </a:hlink>
      <a:folHlink>
        <a:srgbClr val="5B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 id="{E61BCC44-FE5F-AF4F-A11D-B312803176B1}" vid="{88CB6703-7CFA-944D-A2B9-D8588DAC9D5C}"/>
    </a:ext>
  </a:extLst>
</a:theme>
</file>

<file path=ppt/theme/theme4.xml><?xml version="1.0" encoding="utf-8"?>
<a:theme xmlns:a="http://schemas.openxmlformats.org/drawingml/2006/main" name="SDR Hub Light Theme">
  <a:themeElements>
    <a:clrScheme name="SDR Hub final">
      <a:dk1>
        <a:srgbClr val="535353"/>
      </a:dk1>
      <a:lt1>
        <a:srgbClr val="000000"/>
      </a:lt1>
      <a:dk2>
        <a:srgbClr val="FFFFFF"/>
      </a:dk2>
      <a:lt2>
        <a:srgbClr val="E6E6E6"/>
      </a:lt2>
      <a:accent1>
        <a:srgbClr val="4E5763"/>
      </a:accent1>
      <a:accent2>
        <a:srgbClr val="718C9B"/>
      </a:accent2>
      <a:accent3>
        <a:srgbClr val="2F5F5D"/>
      </a:accent3>
      <a:accent4>
        <a:srgbClr val="B26F49"/>
      </a:accent4>
      <a:accent5>
        <a:srgbClr val="A5A198"/>
      </a:accent5>
      <a:accent6>
        <a:srgbClr val="D3D1CC"/>
      </a:accent6>
      <a:hlink>
        <a:srgbClr val="718C9B"/>
      </a:hlink>
      <a:folHlink>
        <a:srgbClr val="954F72"/>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DR-hub-FINAL" id="{8DB56154-1F05-A046-A7FF-1E3C3ADCFC5C}" vid="{EB5D24DB-1307-8B4E-987C-40F8B31B4C33}"/>
    </a:ext>
  </a:extLst>
</a:theme>
</file>

<file path=ppt/theme/theme5.xml><?xml version="1.0" encoding="utf-8"?>
<a:theme xmlns:a="http://schemas.openxmlformats.org/drawingml/2006/main" name="SDR Hub Light Theme">
  <a:themeElements>
    <a:clrScheme name="SDR Hub final">
      <a:dk1>
        <a:srgbClr val="535353"/>
      </a:dk1>
      <a:lt1>
        <a:srgbClr val="000000"/>
      </a:lt1>
      <a:dk2>
        <a:srgbClr val="FFFFFF"/>
      </a:dk2>
      <a:lt2>
        <a:srgbClr val="E6E6E6"/>
      </a:lt2>
      <a:accent1>
        <a:srgbClr val="4E5763"/>
      </a:accent1>
      <a:accent2>
        <a:srgbClr val="718C9B"/>
      </a:accent2>
      <a:accent3>
        <a:srgbClr val="2F5F5D"/>
      </a:accent3>
      <a:accent4>
        <a:srgbClr val="B26F49"/>
      </a:accent4>
      <a:accent5>
        <a:srgbClr val="A5A198"/>
      </a:accent5>
      <a:accent6>
        <a:srgbClr val="D3D1CC"/>
      </a:accent6>
      <a:hlink>
        <a:srgbClr val="718C9B"/>
      </a:hlink>
      <a:folHlink>
        <a:srgbClr val="954F72"/>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DR-hub-FINAL" id="{8DB56154-1F05-A046-A7FF-1E3C3ADCFC5C}" vid="{EB5D24DB-1307-8B4E-987C-40F8B31B4C33}"/>
    </a:ext>
  </a:extLst>
</a:theme>
</file>

<file path=ppt/theme/theme6.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7289dc8-d0c9-47c1-9240-66a74fc3f87d">
      <Terms xmlns="http://schemas.microsoft.com/office/infopath/2007/PartnerControls"/>
    </lcf76f155ced4ddcb4097134ff3c332f>
    <Audience xmlns="37289dc8-d0c9-47c1-9240-66a74fc3f87d" xsi:nil="true"/>
    <Comments xmlns="37289dc8-d0c9-47c1-9240-66a74fc3f87d" xsi:nil="true"/>
    <Project xmlns="37289dc8-d0c9-47c1-9240-66a74fc3f87d">Communications</Project>
    <Partner xmlns="37289dc8-d0c9-47c1-9240-66a74fc3f87d">
      <Value>SDR Hub Internal</Value>
    </Partner>
    <DocumentType xmlns="37289dc8-d0c9-47c1-9240-66a74fc3f87d">Presentation</DocumentType>
    <TaxCatchAll xmlns="953775bb-7f87-4052-b16f-b02ba07db91b" xsi:nil="true"/>
    <SharedWithUsers xmlns="953775bb-7f87-4052-b16f-b02ba07db91b">
      <UserInfo>
        <DisplayName>Phil James</DisplayName>
        <AccountId>32</AccountId>
        <AccountType/>
      </UserInfo>
      <UserInfo>
        <DisplayName>Eliza Northrop</DisplayName>
        <AccountId>18</AccountId>
        <AccountType/>
      </UserInfo>
      <UserInfo>
        <DisplayName>Ben Milligan</DisplayName>
        <AccountId>10</AccountId>
        <AccountType/>
      </UserInfo>
      <UserInfo>
        <DisplayName>Hannah Sheridan</DisplayName>
        <AccountId>19</AccountId>
        <AccountType/>
      </UserInfo>
      <UserInfo>
        <DisplayName>Michael Burnside</DisplayName>
        <AccountId>12</AccountId>
        <AccountType/>
      </UserInfo>
      <UserInfo>
        <DisplayName>Juliet Grimm</DisplayName>
        <AccountId>678</AccountId>
        <AccountType/>
      </UserInfo>
      <UserInfo>
        <DisplayName>Kenneth Findlay</DisplayName>
        <AccountId>561</AccountId>
        <AccountType/>
      </UserInfo>
    </SharedWithUsers>
    <MediaLengthInSeconds xmlns="37289dc8-d0c9-47c1-9240-66a74fc3f87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1133914A86DDA4ABCCCFF07E8C0D63B" ma:contentTypeVersion="26" ma:contentTypeDescription="Create a new document." ma:contentTypeScope="" ma:versionID="b24588667bb6f97140d9082c4ae3aba1">
  <xsd:schema xmlns:xsd="http://www.w3.org/2001/XMLSchema" xmlns:xs="http://www.w3.org/2001/XMLSchema" xmlns:p="http://schemas.microsoft.com/office/2006/metadata/properties" xmlns:ns2="37289dc8-d0c9-47c1-9240-66a74fc3f87d" xmlns:ns3="953775bb-7f87-4052-b16f-b02ba07db91b" targetNamespace="http://schemas.microsoft.com/office/2006/metadata/properties" ma:root="true" ma:fieldsID="bb77af12d516873be83f809b8ded92ec" ns2:_="" ns3:_="">
    <xsd:import namespace="37289dc8-d0c9-47c1-9240-66a74fc3f87d"/>
    <xsd:import namespace="953775bb-7f87-4052-b16f-b02ba07db91b"/>
    <xsd:element name="properties">
      <xsd:complexType>
        <xsd:sequence>
          <xsd:element name="documentManagement">
            <xsd:complexType>
              <xsd:all>
                <xsd:element ref="ns2:Partner" minOccurs="0"/>
                <xsd:element ref="ns2:DocumentType" minOccurs="0"/>
                <xsd:element ref="ns3:SharedWithUsers" minOccurs="0"/>
                <xsd:element ref="ns3:SharedWithDetails" minOccurs="0"/>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Audience" minOccurs="0"/>
                <xsd:element ref="ns2:MediaServiceObjectDetectorVersions" minOccurs="0"/>
                <xsd:element ref="ns2:Comments" minOccurs="0"/>
                <xsd:element ref="ns2:Project"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289dc8-d0c9-47c1-9240-66a74fc3f87d" elementFormDefault="qualified">
    <xsd:import namespace="http://schemas.microsoft.com/office/2006/documentManagement/types"/>
    <xsd:import namespace="http://schemas.microsoft.com/office/infopath/2007/PartnerControls"/>
    <xsd:element name="Partner" ma:index="2" nillable="true" ma:displayName="Partner" ma:default="SDR Hub Internal" ma:format="Dropdown" ma:internalName="Partner">
      <xsd:complexType>
        <xsd:complexContent>
          <xsd:extension base="dms:MultiChoiceFillIn">
            <xsd:sequence>
              <xsd:element name="Value" maxOccurs="unbounded" minOccurs="0" nillable="true">
                <xsd:simpleType>
                  <xsd:union memberTypes="dms:Text">
                    <xsd:simpleType>
                      <xsd:restriction base="dms:Choice">
                        <xsd:enumeration value="UNESCO"/>
                        <xsd:enumeration value="SDR Hub Internal"/>
                        <xsd:enumeration value="Ocean Panel"/>
                        <xsd:enumeration value="PBSP"/>
                        <xsd:enumeration value="GOAP"/>
                      </xsd:restriction>
                    </xsd:simpleType>
                  </xsd:union>
                </xsd:simpleType>
              </xsd:element>
            </xsd:sequence>
          </xsd:extension>
        </xsd:complexContent>
      </xsd:complexType>
    </xsd:element>
    <xsd:element name="DocumentType" ma:index="3" nillable="true" ma:displayName="Document Type" ma:format="Dropdown" ma:internalName="DocumentType">
      <xsd:simpleType>
        <xsd:restriction base="dms:Choice">
          <xsd:enumeration value="Concept Note"/>
          <xsd:enumeration value="Meeting Report"/>
          <xsd:enumeration value="Technical Note"/>
          <xsd:enumeration value="Technical Report"/>
          <xsd:enumeration value="Journal Article"/>
          <xsd:enumeration value="Briefing Paper"/>
          <xsd:enumeration value="Information sheet"/>
          <xsd:enumeration value="Event agenda"/>
          <xsd:enumeration value="Presentation"/>
          <xsd:enumeration value="Correspondence"/>
          <xsd:enumeration value="Internal Note"/>
          <xsd:enumeration value="Internal Proposal"/>
          <xsd:enumeration value="Blog post"/>
          <xsd:enumeration value="Visual Asset"/>
          <xsd:enumeration value="Codebase"/>
          <xsd:enumeration value="ML Training Data"/>
          <xsd:enumeration value="Knowledge"/>
          <xsd:enumeration value="Contract documentation"/>
          <xsd:enumeration value="External proposal"/>
          <xsd:enumeration value="Newsletter draft"/>
          <xsd:enumeration value="Comms Brief"/>
          <xsd:enumeration value="Invitation"/>
          <xsd:enumeration value="Invoice"/>
          <xsd:enumeration value="Budget"/>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b026aac-6b52-4d7e-a64d-f3ee90946f5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hidden="true" ma:internalName="MediaServiceOCR"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hidden="true"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Audience" ma:index="21" nillable="true" ma:displayName="Audience" ma:format="Dropdown" ma:hidden="true" ma:internalName="Audience">
      <xsd:complexType>
        <xsd:complexContent>
          <xsd:extension base="dms:MultiChoiceFillIn">
            <xsd:sequence>
              <xsd:element name="Value" maxOccurs="unbounded" minOccurs="0" nillable="true">
                <xsd:simpleType>
                  <xsd:union memberTypes="dms:Text">
                    <xsd:simpleType>
                      <xsd:restriction base="dms:Choice">
                        <xsd:enumeration value="PBSP"/>
                        <xsd:enumeration value="GOAP"/>
                        <xsd:enumeration value="UNSW"/>
                      </xsd:restriction>
                    </xsd:simpleType>
                  </xsd:union>
                </xsd:simpleType>
              </xsd:element>
            </xsd:sequence>
          </xsd:extension>
        </xsd:complexContent>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Comments" ma:index="25" nillable="true" ma:displayName="Comments" ma:format="Dropdown" ma:internalName="Comments">
      <xsd:simpleType>
        <xsd:restriction base="dms:Text">
          <xsd:maxLength value="255"/>
        </xsd:restriction>
      </xsd:simpleType>
    </xsd:element>
    <xsd:element name="Project" ma:index="26" nillable="true" ma:displayName="Project" ma:description="Use this column to specify a specific project, event or content theme" ma:format="Dropdown" ma:internalName="Project">
      <xsd:simpleType>
        <xsd:union memberTypes="dms:Text">
          <xsd:simpleType>
            <xsd:restriction base="dms:Choice">
              <xsd:enumeration value="Membership"/>
              <xsd:enumeration value="4th GD"/>
              <xsd:enumeration value="5th GD"/>
              <xsd:enumeration value="Communications"/>
              <xsd:enumeration value="SEEA Ocean WG"/>
              <xsd:enumeration value="Our Ocean 23"/>
              <xsd:enumeration value="Internal operations"/>
              <xsd:enumeration value="BPF"/>
              <xsd:enumeration value="BCAF"/>
              <xsd:enumeration value="Maldives"/>
            </xsd:restriction>
          </xsd:simpleType>
        </xsd:union>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53775bb-7f87-4052-b16f-b02ba07db91b" elementFormDefault="qualified">
    <xsd:import namespace="http://schemas.microsoft.com/office/2006/documentManagement/types"/>
    <xsd:import namespace="http://schemas.microsoft.com/office/infopath/2007/PartnerControls"/>
    <xsd:element name="SharedWithUsers" ma:index="8"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hidden="true" ma:internalName="SharedWithDetails" ma:readOnly="true">
      <xsd:simpleType>
        <xsd:restriction base="dms:Note"/>
      </xsd:simpleType>
    </xsd:element>
    <xsd:element name="TaxCatchAll" ma:index="14" nillable="true" ma:displayName="Taxonomy Catch All Column" ma:hidden="true" ma:list="{04a3f4cd-7e24-43e3-bee0-c075c828180e}" ma:internalName="TaxCatchAll" ma:readOnly="false" ma:showField="CatchAllData" ma:web="953775bb-7f87-4052-b16f-b02ba07db91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1D3690-7EC5-4FF4-B631-E40DABFDCE11}">
  <ds:schemaRefs>
    <ds:schemaRef ds:uri="http://schemas.microsoft.com/sharepoint/v3/contenttype/forms"/>
  </ds:schemaRefs>
</ds:datastoreItem>
</file>

<file path=customXml/itemProps2.xml><?xml version="1.0" encoding="utf-8"?>
<ds:datastoreItem xmlns:ds="http://schemas.openxmlformats.org/officeDocument/2006/customXml" ds:itemID="{7D3ABBDA-CF29-4384-BB1E-BA6B9C5EE1D7}">
  <ds:schemaRefs>
    <ds:schemaRef ds:uri="http://schemas.microsoft.com/office/2006/metadata/properties"/>
    <ds:schemaRef ds:uri="http://schemas.openxmlformats.org/package/2006/metadata/core-properties"/>
    <ds:schemaRef ds:uri="http://purl.org/dc/dcmitype/"/>
    <ds:schemaRef ds:uri="37289dc8-d0c9-47c1-9240-66a74fc3f87d"/>
    <ds:schemaRef ds:uri="953775bb-7f87-4052-b16f-b02ba07db91b"/>
    <ds:schemaRef ds:uri="http://purl.org/dc/elements/1.1/"/>
    <ds:schemaRef ds:uri="http://schemas.microsoft.com/office/2006/documentManagement/types"/>
    <ds:schemaRef ds:uri="http://www.w3.org/XML/1998/namespace"/>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834B7947-C9AE-434B-9567-58BCC139365B}"/>
</file>

<file path=docProps/app.xml><?xml version="1.0" encoding="utf-8"?>
<Properties xmlns="http://schemas.openxmlformats.org/officeDocument/2006/extended-properties" xmlns:vt="http://schemas.openxmlformats.org/officeDocument/2006/docPropsVTypes">
  <Template>1_Kantoorthema</Template>
  <TotalTime>2</TotalTime>
  <Words>439</Words>
  <Application>Microsoft Macintosh PowerPoint</Application>
  <PresentationFormat>Widescreen</PresentationFormat>
  <Paragraphs>254</Paragraphs>
  <Slides>24</Slides>
  <Notes>2</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24</vt:i4>
      </vt:variant>
    </vt:vector>
  </HeadingPairs>
  <TitlesOfParts>
    <vt:vector size="38" baseType="lpstr">
      <vt:lpstr>Aptos</vt:lpstr>
      <vt:lpstr>Arial</vt:lpstr>
      <vt:lpstr>Arimo</vt:lpstr>
      <vt:lpstr>Calibri</vt:lpstr>
      <vt:lpstr>Georgia</vt:lpstr>
      <vt:lpstr>Inter 18pt 18pt</vt:lpstr>
      <vt:lpstr>Montserrat</vt:lpstr>
      <vt:lpstr>Montserrat Black</vt:lpstr>
      <vt:lpstr>Wingdings</vt:lpstr>
      <vt:lpstr>GOAP-PPT</vt:lpstr>
      <vt:lpstr>1_Kantoorthema</vt:lpstr>
      <vt:lpstr>2_Kantoorthema</vt:lpstr>
      <vt:lpstr>SDR Hub Light Theme</vt:lpstr>
      <vt:lpstr>SDR Hub Light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ocean accounts matter</vt:lpstr>
      <vt:lpstr>PowerPoint Presentation</vt:lpstr>
      <vt:lpstr>PowerPoint Presentation</vt:lpstr>
      <vt:lpstr>PowerPoint Presentation</vt:lpstr>
      <vt:lpstr>PowerPoint Presentation</vt:lpstr>
      <vt:lpstr>Europe &amp; Africa</vt:lpstr>
      <vt:lpstr>Asia-Pacific and Oceania</vt:lpstr>
      <vt:lpstr>USA, North America &amp; South America</vt:lpstr>
      <vt:lpstr>Oceania</vt:lpstr>
      <vt:lpstr>South America  (please note this is currently missing some islands incl. Galapagos)  We also still need a map for Central America</vt:lpstr>
      <vt:lpstr>Africa</vt:lpstr>
      <vt:lpstr>North America</vt:lpstr>
      <vt:lpstr>Asia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Microsoft Office User</dc:creator>
  <cp:lastModifiedBy>Bella Charlesworth</cp:lastModifiedBy>
  <cp:revision>1</cp:revision>
  <dcterms:created xsi:type="dcterms:W3CDTF">2022-03-17T06:45:57Z</dcterms:created>
  <dcterms:modified xsi:type="dcterms:W3CDTF">2025-11-18T12:43:51Z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0x01010071133914A86DDA4ABCCCFF07E8C0D63B</vt:lpwstr>
  </property>
  <property fmtid="{D5CDD505-2E9C-101B-9397-08002B2CF9AE}" pid="3" name="MediaServiceImageTags">
    <vt:lpwstr/>
  </property>
  <property fmtid="{D5CDD505-2E9C-101B-9397-08002B2CF9AE}" pid="4" name="Order">
    <vt:r8>2281100</vt:r8>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xd_Signature">
    <vt:bool>false</vt:bool>
  </property>
</Properties>
</file>