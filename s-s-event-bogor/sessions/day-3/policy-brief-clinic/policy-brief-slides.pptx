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media/image11.svg" ContentType="image/svg+xml"/>
  <Override PartName="/ppt/media/image13.svg" ContentType="image/svg+xml"/>
  <Override PartName="/ppt/media/image14.svg" ContentType="image/svg+xml"/>
  <Override PartName="/ppt/media/image16.svg" ContentType="image/svg+xml"/>
  <Override PartName="/ppt/media/image17.svg" ContentType="image/svg+xml"/>
  <Override PartName="/ppt/media/image18.svg" ContentType="image/svg+xml"/>
  <Override PartName="/ppt/media/image2.svg" ContentType="image/svg+xml"/>
  <Override PartName="/ppt/media/image4.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3" r:id="rId4"/>
    <p:sldMasterId id="2147483655" r:id="rId5"/>
    <p:sldMasterId id="2147483701" r:id="rId6"/>
    <p:sldMasterId id="2147483744" r:id="rId7"/>
    <p:sldMasterId id="2147483711" r:id="rId8"/>
  </p:sldMasterIdLst>
  <p:notesMasterIdLst>
    <p:notesMasterId r:id="rId33"/>
  </p:notesMasterIdLst>
  <p:sldIdLst>
    <p:sldId id="256" r:id="rId17"/>
    <p:sldId id="257" r:id="rId18"/>
    <p:sldId id="258" r:id="rId19"/>
    <p:sldId id="259" r:id="rId20"/>
    <p:sldId id="260" r:id="rId21"/>
    <p:sldId id="261" r:id="rId22"/>
    <p:sldId id="262" r:id="rId23"/>
    <p:sldId id="263" r:id="rId24"/>
    <p:sldId id="264" r:id="rId25"/>
    <p:sldId id="265" r:id="rId26"/>
    <p:sldId id="266" r:id="rId27"/>
    <p:sldId id="267" r:id="rId28"/>
    <p:sldId id="268" r:id="rId29"/>
    <p:sldId id="269" r:id="rId30"/>
    <p:sldId id="270" r:id="rId31"/>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slides" id="{C82B514F-492D-BB4F-A270-BC351B4B9897}">
          <p14:sldIdLst>
            <p14:sldId id="256"/>
            <p14:sldId id="280"/>
            <p14:sldId id="274"/>
            <p14:sldId id="259"/>
            <p14:sldId id="270"/>
            <p14:sldId id="273"/>
          </p14:sldIdLst>
        </p14:section>
        <p14:section name="Dark slides" id="{27763B1D-D3CB-FB4C-88F2-82071928E21C}">
          <p14:sldIdLst>
            <p14:sldId id="264"/>
            <p14:sldId id="260"/>
            <p14:sldId id="279"/>
            <p14:sldId id="269"/>
            <p14:sldId id="278"/>
            <p14:sldId id="263"/>
            <p14:sldId id="277"/>
            <p14:sldId id="276"/>
          </p14:sldIdLst>
        </p14:section>
        <p14:section name="Design elements" id="{2CDF8548-A386-1146-9B69-A52437345734}">
          <p14:sldIdLst>
            <p14:sldId id="271"/>
          </p14:sldIdLst>
        </p14:section>
        <p14:section name="Maps" id="{BF5A40D3-8BF7-6541-AEA0-E26723830FD7}">
          <p14:sldIdLst>
            <p14:sldId id="315"/>
            <p14:sldId id="305"/>
            <p14:sldId id="311"/>
            <p14:sldId id="314"/>
            <p14:sldId id="309"/>
            <p14:sldId id="312"/>
            <p14:sldId id="313"/>
            <p14:sldId id="310"/>
            <p14:sldId id="30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82AFB07-142C-2385-7D6A-8D59CAAE37A8}" name="Michael Burnside" initials="MB" userId="S::z3129167@ad.unsw.edu.au::91074dd7-df98-4446-8070-64c9f171a6c4" providerId="AD"/>
  <p188:author id="{0C490AD4-7BC1-1CD2-B032-A5F97D783530}" name="Bella Charlesworth" initials="BC" userId="S::z5300447@ad.unsw.edu.au::56dd3e49-8e1a-4cbe-ab4b-306d16bb9756" providerId="AD"/>
  <p188:author id="{333DF7F7-F9E2-3252-CE4A-8F8CCF56581F}" name="Maria Alarcon" initials="" userId="S::z3541455@ad.unsw.edu.au::4e874ad4-feb6-4551-a04a-5b7544a719dd"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3B9C7B"/>
    <a:srgbClr val="C4E1D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5AD20AD-1CF5-424B-A07D-BFDD02E337B2}" v="1" dt="2025-11-18T12:43:40.456"/>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2"/>
  </p:normalViewPr>
  <p:slideViewPr>
    <p:cSldViewPr snapToGrid="0">
      <p:cViewPr varScale="1">
        <p:scale>
          <a:sx n="112" d="100"/>
          <a:sy n="112" d="100"/>
        </p:scale>
        <p:origin x="76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microsoft.com/office/2016/11/relationships/changesInfo" Target="changesInfos/changesInfo1.xml"/><Relationship Id="rId39" Type="http://schemas.microsoft.com/office/2015/10/relationships/revisionInfo" Target="revisionInfo.xml"/><Relationship Id="rId4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lla Charlesworth" userId="56dd3e49-8e1a-4cbe-ab4b-306d16bb9756" providerId="ADAL" clId="{AA4E5E0E-517A-5F60-844F-76A495FD1C07}"/>
    <pc:docChg chg="undo custSel modSld">
      <pc:chgData name="Bella Charlesworth" userId="56dd3e49-8e1a-4cbe-ab4b-306d16bb9756" providerId="ADAL" clId="{AA4E5E0E-517A-5F60-844F-76A495FD1C07}" dt="2025-11-18T12:43:43.639" v="23"/>
      <pc:docMkLst>
        <pc:docMk/>
      </pc:docMkLst>
      <pc:sldChg chg="addSp delSp modSp mod">
        <pc:chgData name="Bella Charlesworth" userId="56dd3e49-8e1a-4cbe-ab4b-306d16bb9756" providerId="ADAL" clId="{AA4E5E0E-517A-5F60-844F-76A495FD1C07}" dt="2025-11-18T12:43:43.639" v="23"/>
        <pc:sldMkLst>
          <pc:docMk/>
          <pc:sldMk cId="3640713972" sldId="315"/>
        </pc:sldMkLst>
        <pc:spChg chg="mod">
          <ac:chgData name="Bella Charlesworth" userId="56dd3e49-8e1a-4cbe-ab4b-306d16bb9756" providerId="ADAL" clId="{AA4E5E0E-517A-5F60-844F-76A495FD1C07}" dt="2025-11-18T12:42:41.539" v="20" actId="14100"/>
          <ac:spMkLst>
            <pc:docMk/>
            <pc:sldMk cId="3640713972" sldId="315"/>
            <ac:spMk id="5" creationId="{500B426B-590D-284C-C3FF-4FA1176C57D8}"/>
          </ac:spMkLst>
        </pc:spChg>
        <pc:spChg chg="mod">
          <ac:chgData name="Bella Charlesworth" userId="56dd3e49-8e1a-4cbe-ab4b-306d16bb9756" providerId="ADAL" clId="{AA4E5E0E-517A-5F60-844F-76A495FD1C07}" dt="2025-11-18T12:42:41.539" v="20" actId="14100"/>
          <ac:spMkLst>
            <pc:docMk/>
            <pc:sldMk cId="3640713972" sldId="315"/>
            <ac:spMk id="20" creationId="{521AF60E-1842-1B39-5A2E-9199CEE43F53}"/>
          </ac:spMkLst>
        </pc:spChg>
        <pc:spChg chg="add del mod">
          <ac:chgData name="Bella Charlesworth" userId="56dd3e49-8e1a-4cbe-ab4b-306d16bb9756" providerId="ADAL" clId="{AA4E5E0E-517A-5F60-844F-76A495FD1C07}" dt="2025-11-18T12:43:43.639" v="23"/>
          <ac:spMkLst>
            <pc:docMk/>
            <pc:sldMk cId="3640713972" sldId="315"/>
            <ac:spMk id="23" creationId="{51C0A8D9-6281-B057-9333-FF32AAE0D632}"/>
          </ac:spMkLst>
        </pc:spChg>
        <pc:spChg chg="mod">
          <ac:chgData name="Bella Charlesworth" userId="56dd3e49-8e1a-4cbe-ab4b-306d16bb9756" providerId="ADAL" clId="{AA4E5E0E-517A-5F60-844F-76A495FD1C07}" dt="2025-11-18T12:42:41.539" v="20" actId="14100"/>
          <ac:spMkLst>
            <pc:docMk/>
            <pc:sldMk cId="3640713972" sldId="315"/>
            <ac:spMk id="31" creationId="{46A20BE7-50E8-7C57-9C60-26212B4C5A8F}"/>
          </ac:spMkLst>
        </pc:spChg>
        <pc:spChg chg="mod">
          <ac:chgData name="Bella Charlesworth" userId="56dd3e49-8e1a-4cbe-ab4b-306d16bb9756" providerId="ADAL" clId="{AA4E5E0E-517A-5F60-844F-76A495FD1C07}" dt="2025-11-18T12:42:41.539" v="20" actId="14100"/>
          <ac:spMkLst>
            <pc:docMk/>
            <pc:sldMk cId="3640713972" sldId="315"/>
            <ac:spMk id="41" creationId="{70989678-F657-E89B-4AC7-0B5873BB69A7}"/>
          </ac:spMkLst>
        </pc:spChg>
        <pc:spChg chg="mod">
          <ac:chgData name="Bella Charlesworth" userId="56dd3e49-8e1a-4cbe-ab4b-306d16bb9756" providerId="ADAL" clId="{AA4E5E0E-517A-5F60-844F-76A495FD1C07}" dt="2025-11-18T12:42:41.539" v="20" actId="14100"/>
          <ac:spMkLst>
            <pc:docMk/>
            <pc:sldMk cId="3640713972" sldId="315"/>
            <ac:spMk id="46" creationId="{939C4349-6B31-DCDA-52BD-B25283C2A982}"/>
          </ac:spMkLst>
        </pc:spChg>
        <pc:spChg chg="mod">
          <ac:chgData name="Bella Charlesworth" userId="56dd3e49-8e1a-4cbe-ab4b-306d16bb9756" providerId="ADAL" clId="{AA4E5E0E-517A-5F60-844F-76A495FD1C07}" dt="2025-11-18T12:42:41.539" v="20" actId="14100"/>
          <ac:spMkLst>
            <pc:docMk/>
            <pc:sldMk cId="3640713972" sldId="315"/>
            <ac:spMk id="62" creationId="{1EA401A4-7EBC-55EB-DB3D-017BF1E41EF1}"/>
          </ac:spMkLst>
        </pc:spChg>
        <pc:spChg chg="mod">
          <ac:chgData name="Bella Charlesworth" userId="56dd3e49-8e1a-4cbe-ab4b-306d16bb9756" providerId="ADAL" clId="{AA4E5E0E-517A-5F60-844F-76A495FD1C07}" dt="2025-11-18T12:42:41.539" v="20" actId="14100"/>
          <ac:spMkLst>
            <pc:docMk/>
            <pc:sldMk cId="3640713972" sldId="315"/>
            <ac:spMk id="74" creationId="{D083C8C9-357E-70F4-0831-970747C39FD3}"/>
          </ac:spMkLst>
        </pc:spChg>
        <pc:spChg chg="mod">
          <ac:chgData name="Bella Charlesworth" userId="56dd3e49-8e1a-4cbe-ab4b-306d16bb9756" providerId="ADAL" clId="{AA4E5E0E-517A-5F60-844F-76A495FD1C07}" dt="2025-11-18T12:42:41.539" v="20" actId="14100"/>
          <ac:spMkLst>
            <pc:docMk/>
            <pc:sldMk cId="3640713972" sldId="315"/>
            <ac:spMk id="106" creationId="{EFC258AE-08CF-E29C-38B9-31DE7E8F539A}"/>
          </ac:spMkLst>
        </pc:spChg>
        <pc:spChg chg="mod">
          <ac:chgData name="Bella Charlesworth" userId="56dd3e49-8e1a-4cbe-ab4b-306d16bb9756" providerId="ADAL" clId="{AA4E5E0E-517A-5F60-844F-76A495FD1C07}" dt="2025-11-18T12:42:41.539" v="20" actId="14100"/>
          <ac:spMkLst>
            <pc:docMk/>
            <pc:sldMk cId="3640713972" sldId="315"/>
            <ac:spMk id="112" creationId="{3FA66DA7-B8A6-769F-915A-4D0D09BD19F9}"/>
          </ac:spMkLst>
        </pc:spChg>
        <pc:spChg chg="mod">
          <ac:chgData name="Bella Charlesworth" userId="56dd3e49-8e1a-4cbe-ab4b-306d16bb9756" providerId="ADAL" clId="{AA4E5E0E-517A-5F60-844F-76A495FD1C07}" dt="2025-11-18T12:42:37.365" v="18" actId="1076"/>
          <ac:spMkLst>
            <pc:docMk/>
            <pc:sldMk cId="3640713972" sldId="315"/>
            <ac:spMk id="124" creationId="{1309D835-2A13-65BF-4944-BB60DBAD9790}"/>
          </ac:spMkLst>
        </pc:spChg>
        <pc:spChg chg="mod">
          <ac:chgData name="Bella Charlesworth" userId="56dd3e49-8e1a-4cbe-ab4b-306d16bb9756" providerId="ADAL" clId="{AA4E5E0E-517A-5F60-844F-76A495FD1C07}" dt="2025-11-18T12:42:41.539" v="20" actId="14100"/>
          <ac:spMkLst>
            <pc:docMk/>
            <pc:sldMk cId="3640713972" sldId="315"/>
            <ac:spMk id="133" creationId="{CDFA2561-1643-8856-3F9C-F1B6452C3C2C}"/>
          </ac:spMkLst>
        </pc:spChg>
        <pc:spChg chg="mod">
          <ac:chgData name="Bella Charlesworth" userId="56dd3e49-8e1a-4cbe-ab4b-306d16bb9756" providerId="ADAL" clId="{AA4E5E0E-517A-5F60-844F-76A495FD1C07}" dt="2025-11-18T12:41:43.113" v="8" actId="14100"/>
          <ac:spMkLst>
            <pc:docMk/>
            <pc:sldMk cId="3640713972" sldId="315"/>
            <ac:spMk id="166" creationId="{69415924-4628-DA41-16AB-06A4210F3CFE}"/>
          </ac:spMkLst>
        </pc:spChg>
        <pc:spChg chg="mod">
          <ac:chgData name="Bella Charlesworth" userId="56dd3e49-8e1a-4cbe-ab4b-306d16bb9756" providerId="ADAL" clId="{AA4E5E0E-517A-5F60-844F-76A495FD1C07}" dt="2025-11-18T12:42:10.581" v="14" actId="1035"/>
          <ac:spMkLst>
            <pc:docMk/>
            <pc:sldMk cId="3640713972" sldId="315"/>
            <ac:spMk id="167" creationId="{91D669D4-8522-45EF-5350-0F6379FB0ADD}"/>
          </ac:spMkLst>
        </pc:spChg>
        <pc:spChg chg="mod">
          <ac:chgData name="Bella Charlesworth" userId="56dd3e49-8e1a-4cbe-ab4b-306d16bb9756" providerId="ADAL" clId="{AA4E5E0E-517A-5F60-844F-76A495FD1C07}" dt="2025-11-18T12:41:46.450" v="9" actId="14100"/>
          <ac:spMkLst>
            <pc:docMk/>
            <pc:sldMk cId="3640713972" sldId="315"/>
            <ac:spMk id="168" creationId="{E8578A79-62BD-EFBD-3612-4D596BA80E2C}"/>
          </ac:spMkLst>
        </pc:spChg>
        <pc:spChg chg="mod">
          <ac:chgData name="Bella Charlesworth" userId="56dd3e49-8e1a-4cbe-ab4b-306d16bb9756" providerId="ADAL" clId="{AA4E5E0E-517A-5F60-844F-76A495FD1C07}" dt="2025-11-18T12:41:49.295" v="10" actId="1076"/>
          <ac:spMkLst>
            <pc:docMk/>
            <pc:sldMk cId="3640713972" sldId="315"/>
            <ac:spMk id="169" creationId="{70B0585C-17F6-F6B0-A918-421F3BD3A55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3376E14-30F4-BF42-BCA4-1C2F435585FE}" type="datetimeFigureOut">
              <a:rPr lang="en-GB" smtClean="0"/>
              <a:t>18/11/2025</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C32532-C1F2-434D-BA45-33BAE22F7F3F}" type="slidenum">
              <a:rPr lang="en-GB" smtClean="0"/>
              <a:t>‹#›</a:t>
            </a:fld>
            <a:endParaRPr lang="en-GB"/>
          </a:p>
        </p:txBody>
      </p:sp>
    </p:spTree>
    <p:extLst>
      <p:ext uri="{BB962C8B-B14F-4D97-AF65-F5344CB8AC3E}">
        <p14:creationId xmlns:p14="http://schemas.microsoft.com/office/powerpoint/2010/main" val="3399158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3.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4.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3.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8.sv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8.sv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6.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4.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4.sv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18.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18.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17.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62CD47-CA7C-4A4C-BDAA-EBBB142F84E3}"/>
              </a:ext>
            </a:extLst>
          </p:cNvPr>
          <p:cNvSpPr>
            <a:spLocks noGrp="1"/>
          </p:cNvSpPr>
          <p:nvPr>
            <p:ph type="ctrTitle" hasCustomPrompt="1"/>
          </p:nvPr>
        </p:nvSpPr>
        <p:spPr>
          <a:xfrm>
            <a:off x="865632" y="3127248"/>
            <a:ext cx="9144000" cy="1726883"/>
          </a:xfrm>
        </p:spPr>
        <p:txBody>
          <a:bodyPr anchor="b">
            <a:normAutofit/>
          </a:bodyPr>
          <a:lstStyle>
            <a:lvl1pPr algn="l">
              <a:defRPr sz="4400">
                <a:solidFill>
                  <a:schemeClr val="bg2"/>
                </a:solidFill>
              </a:defRPr>
            </a:lvl1pPr>
          </a:lstStyle>
          <a:p>
            <a:r>
              <a:rPr lang="en-GB" noProof="0"/>
              <a:t>Double tab to add title</a:t>
            </a:r>
          </a:p>
        </p:txBody>
      </p:sp>
      <p:sp>
        <p:nvSpPr>
          <p:cNvPr id="3" name="Ondertitel 2">
            <a:extLst>
              <a:ext uri="{FF2B5EF4-FFF2-40B4-BE49-F238E27FC236}">
                <a16:creationId xmlns:a16="http://schemas.microsoft.com/office/drawing/2014/main" id="{26066B79-DF24-4141-A77A-766FF5372967}"/>
              </a:ext>
            </a:extLst>
          </p:cNvPr>
          <p:cNvSpPr>
            <a:spLocks noGrp="1"/>
          </p:cNvSpPr>
          <p:nvPr>
            <p:ph type="subTitle" idx="1" hasCustomPrompt="1"/>
          </p:nvPr>
        </p:nvSpPr>
        <p:spPr>
          <a:xfrm>
            <a:off x="865632" y="4946207"/>
            <a:ext cx="9144000" cy="1655762"/>
          </a:xfrm>
        </p:spPr>
        <p:txBody>
          <a:bodyPr>
            <a:normAutofit/>
          </a:bodyPr>
          <a:lstStyle>
            <a:lvl1pPr marL="0" indent="0" algn="l">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a:t>Double tab to add subtitle. To add / change the background image, right click on the background and choose ‘format background’. Insert an image from the image library folder ‘PowerPoint images’ from Teams.</a:t>
            </a:r>
          </a:p>
        </p:txBody>
      </p:sp>
      <p:pic>
        <p:nvPicPr>
          <p:cNvPr id="12" name="Afbeelding 11">
            <a:extLst>
              <a:ext uri="{FF2B5EF4-FFF2-40B4-BE49-F238E27FC236}">
                <a16:creationId xmlns:a16="http://schemas.microsoft.com/office/drawing/2014/main" id="{D4655ADD-411E-0C41-876F-092D58051975}"/>
              </a:ext>
            </a:extLst>
          </p:cNvPr>
          <p:cNvPicPr>
            <a:picLocks noChangeAspect="1"/>
          </p:cNvPicPr>
          <p:nvPr/>
        </p:nvPicPr>
        <p:blipFill>
          <a:blip r:embed="rId2"/>
          <a:stretch>
            <a:fillRect/>
          </a:stretch>
        </p:blipFill>
        <p:spPr>
          <a:xfrm>
            <a:off x="354774" y="352968"/>
            <a:ext cx="2060720" cy="691761"/>
          </a:xfrm>
          <a:prstGeom prst="rect">
            <a:avLst/>
          </a:prstGeom>
        </p:spPr>
      </p:pic>
      <p:pic>
        <p:nvPicPr>
          <p:cNvPr id="7" name="Graphic 6">
            <a:extLst>
              <a:ext uri="{FF2B5EF4-FFF2-40B4-BE49-F238E27FC236}">
                <a16:creationId xmlns:a16="http://schemas.microsoft.com/office/drawing/2014/main" id="{1B97825F-AFB3-B144-9CF6-3B087C07C48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795760" y="5282767"/>
            <a:ext cx="377952" cy="1547801"/>
          </a:xfrm>
          <a:prstGeom prst="rect">
            <a:avLst/>
          </a:prstGeom>
        </p:spPr>
      </p:pic>
      <p:pic>
        <p:nvPicPr>
          <p:cNvPr id="6" name="Afbeelding 5">
            <a:extLst>
              <a:ext uri="{FF2B5EF4-FFF2-40B4-BE49-F238E27FC236}">
                <a16:creationId xmlns:a16="http://schemas.microsoft.com/office/drawing/2014/main" id="{2053F9CD-8FA4-ED4F-A74F-AD29C873FBA5}"/>
              </a:ext>
            </a:extLst>
          </p:cNvPr>
          <p:cNvPicPr>
            <a:picLocks noChangeAspect="1"/>
          </p:cNvPicPr>
          <p:nvPr userDrawn="1"/>
        </p:nvPicPr>
        <p:blipFill>
          <a:blip r:embed="rId2"/>
          <a:stretch>
            <a:fillRect/>
          </a:stretch>
        </p:blipFill>
        <p:spPr>
          <a:xfrm>
            <a:off x="354774" y="352968"/>
            <a:ext cx="2060720" cy="691761"/>
          </a:xfrm>
          <a:prstGeom prst="rect">
            <a:avLst/>
          </a:prstGeom>
        </p:spPr>
      </p:pic>
      <p:pic>
        <p:nvPicPr>
          <p:cNvPr id="8" name="Graphic 7">
            <a:extLst>
              <a:ext uri="{FF2B5EF4-FFF2-40B4-BE49-F238E27FC236}">
                <a16:creationId xmlns:a16="http://schemas.microsoft.com/office/drawing/2014/main" id="{E0C12441-4F4C-F943-929A-811B368DC6B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1795760" y="5282767"/>
            <a:ext cx="377952" cy="1547801"/>
          </a:xfrm>
          <a:prstGeom prst="rect">
            <a:avLst/>
          </a:prstGeom>
        </p:spPr>
      </p:pic>
      <p:sp>
        <p:nvSpPr>
          <p:cNvPr id="13" name="Tijdelijke aanduiding voor tekst 4">
            <a:extLst>
              <a:ext uri="{FF2B5EF4-FFF2-40B4-BE49-F238E27FC236}">
                <a16:creationId xmlns:a16="http://schemas.microsoft.com/office/drawing/2014/main" id="{BB347217-FCCC-8845-8101-0A165A85FCC9}"/>
              </a:ext>
            </a:extLst>
          </p:cNvPr>
          <p:cNvSpPr>
            <a:spLocks noGrp="1"/>
          </p:cNvSpPr>
          <p:nvPr>
            <p:ph type="body" sz="quarter" idx="10" hasCustomPrompt="1"/>
          </p:nvPr>
        </p:nvSpPr>
        <p:spPr>
          <a:xfrm>
            <a:off x="7134226" y="290513"/>
            <a:ext cx="4806950" cy="315912"/>
          </a:xfrm>
        </p:spPr>
        <p:txBody>
          <a:bodyPr>
            <a:noAutofit/>
          </a:bodyPr>
          <a:lstStyle>
            <a:lvl1pPr marL="0" indent="0" algn="r">
              <a:buNone/>
              <a:defRPr sz="1400">
                <a:solidFill>
                  <a:schemeClr val="bg1"/>
                </a:solidFill>
              </a:defRPr>
            </a:lvl1pPr>
            <a:lvl2pPr>
              <a:defRPr sz="1400"/>
            </a:lvl2pPr>
            <a:lvl3pPr>
              <a:defRPr sz="1400"/>
            </a:lvl3pPr>
            <a:lvl4pPr>
              <a:defRPr sz="1400"/>
            </a:lvl4pPr>
            <a:lvl5pPr>
              <a:defRPr sz="1400"/>
            </a:lvl5pPr>
          </a:lstStyle>
          <a:p>
            <a:pPr lvl="0"/>
            <a:r>
              <a:rPr lang="nl-NL"/>
              <a:t>Name </a:t>
            </a:r>
            <a:r>
              <a:rPr lang="nl-NL" err="1"/>
              <a:t>Surname</a:t>
            </a:r>
            <a:r>
              <a:rPr lang="nl-NL"/>
              <a:t>  |  18 September 2022</a:t>
            </a:r>
            <a:endParaRPr lang="en-GB"/>
          </a:p>
        </p:txBody>
      </p:sp>
    </p:spTree>
    <p:extLst>
      <p:ext uri="{BB962C8B-B14F-4D97-AF65-F5344CB8AC3E}">
        <p14:creationId xmlns:p14="http://schemas.microsoft.com/office/powerpoint/2010/main" val="13694694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9EE7B8-06F6-B44C-A7FB-AACD9316913F}"/>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70791ABD-1920-7440-80EF-C0D79BB19B32}"/>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6" name="Tijdelijke aanduiding voor tekst 5">
            <a:extLst>
              <a:ext uri="{FF2B5EF4-FFF2-40B4-BE49-F238E27FC236}">
                <a16:creationId xmlns:a16="http://schemas.microsoft.com/office/drawing/2014/main" id="{CA5098BB-FBE4-0E4A-A083-BA66D00ACAF3}"/>
              </a:ext>
            </a:extLst>
          </p:cNvPr>
          <p:cNvSpPr>
            <a:spLocks noGrp="1"/>
          </p:cNvSpPr>
          <p:nvPr>
            <p:ph type="body" sz="quarter" idx="11" hasCustomPrompt="1"/>
          </p:nvPr>
        </p:nvSpPr>
        <p:spPr>
          <a:xfrm>
            <a:off x="838200" y="1628555"/>
            <a:ext cx="10515600" cy="4646613"/>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4592220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 2 text boxe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9EE7B8-06F6-B44C-A7FB-AACD9316913F}"/>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70791ABD-1920-7440-80EF-C0D79BB19B32}"/>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6" name="Tijdelijke aanduiding voor tekst 5">
            <a:extLst>
              <a:ext uri="{FF2B5EF4-FFF2-40B4-BE49-F238E27FC236}">
                <a16:creationId xmlns:a16="http://schemas.microsoft.com/office/drawing/2014/main" id="{CA5098BB-FBE4-0E4A-A083-BA66D00ACAF3}"/>
              </a:ext>
            </a:extLst>
          </p:cNvPr>
          <p:cNvSpPr>
            <a:spLocks noGrp="1"/>
          </p:cNvSpPr>
          <p:nvPr>
            <p:ph type="body" sz="quarter" idx="11" hasCustomPrompt="1"/>
          </p:nvPr>
        </p:nvSpPr>
        <p:spPr>
          <a:xfrm>
            <a:off x="838200" y="1628555"/>
            <a:ext cx="5176520" cy="4447189"/>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Tijdelijke aanduiding voor tekst 5">
            <a:extLst>
              <a:ext uri="{FF2B5EF4-FFF2-40B4-BE49-F238E27FC236}">
                <a16:creationId xmlns:a16="http://schemas.microsoft.com/office/drawing/2014/main" id="{19D28746-64B2-9040-97A8-CC8F75C4092E}"/>
              </a:ext>
            </a:extLst>
          </p:cNvPr>
          <p:cNvSpPr>
            <a:spLocks noGrp="1"/>
          </p:cNvSpPr>
          <p:nvPr>
            <p:ph type="body" sz="quarter" idx="12" hasCustomPrompt="1"/>
          </p:nvPr>
        </p:nvSpPr>
        <p:spPr>
          <a:xfrm>
            <a:off x="6182360" y="1628555"/>
            <a:ext cx="5176520" cy="4447189"/>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41852029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 text + image">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38BF49EA-8B92-6249-9ED6-1812C76BFCBA}"/>
              </a:ext>
            </a:extLst>
          </p:cNvPr>
          <p:cNvSpPr>
            <a:spLocks noGrp="1"/>
          </p:cNvSpPr>
          <p:nvPr>
            <p:ph type="title" hasCustomPrompt="1"/>
          </p:nvPr>
        </p:nvSpPr>
        <p:spPr>
          <a:xfrm>
            <a:off x="838201" y="782256"/>
            <a:ext cx="5898266" cy="1034969"/>
          </a:xfrm>
        </p:spPr>
        <p:txBody>
          <a:bodyPr anchor="t"/>
          <a:lstStyle/>
          <a:p>
            <a:r>
              <a:rPr lang="en-US" noProof="0"/>
              <a:t>Double tab to add title</a:t>
            </a:r>
          </a:p>
        </p:txBody>
      </p:sp>
      <p:sp>
        <p:nvSpPr>
          <p:cNvPr id="40" name="Rechthoek 39">
            <a:extLst>
              <a:ext uri="{FF2B5EF4-FFF2-40B4-BE49-F238E27FC236}">
                <a16:creationId xmlns:a16="http://schemas.microsoft.com/office/drawing/2014/main" id="{1B7424BF-5023-5443-AD8B-AE5CB1B901FE}"/>
              </a:ext>
            </a:extLst>
          </p:cNvPr>
          <p:cNvSpPr/>
          <p:nvPr/>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41" name="Tijdelijke aanduiding voor dianummer 5">
            <a:extLst>
              <a:ext uri="{FF2B5EF4-FFF2-40B4-BE49-F238E27FC236}">
                <a16:creationId xmlns:a16="http://schemas.microsoft.com/office/drawing/2014/main" id="{E40C638E-FEB4-A447-92B1-F104027A6758}"/>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
        <p:nvSpPr>
          <p:cNvPr id="44" name="Tijdelijke aanduiding voor tekst 5">
            <a:extLst>
              <a:ext uri="{FF2B5EF4-FFF2-40B4-BE49-F238E27FC236}">
                <a16:creationId xmlns:a16="http://schemas.microsoft.com/office/drawing/2014/main" id="{3A2D7E61-85DE-8D44-8329-5B1008A354B7}"/>
              </a:ext>
            </a:extLst>
          </p:cNvPr>
          <p:cNvSpPr>
            <a:spLocks noGrp="1"/>
          </p:cNvSpPr>
          <p:nvPr>
            <p:ph type="body" sz="quarter" idx="12" hasCustomPrompt="1"/>
          </p:nvPr>
        </p:nvSpPr>
        <p:spPr>
          <a:xfrm>
            <a:off x="838201" y="1944547"/>
            <a:ext cx="5898266" cy="4330622"/>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 name="Tijdelijke aanduiding voor afbeelding 50">
            <a:extLst>
              <a:ext uri="{FF2B5EF4-FFF2-40B4-BE49-F238E27FC236}">
                <a16:creationId xmlns:a16="http://schemas.microsoft.com/office/drawing/2014/main" id="{DE301A6B-F87C-DD49-8619-C62B63A275F3}"/>
              </a:ext>
            </a:extLst>
          </p:cNvPr>
          <p:cNvSpPr>
            <a:spLocks noGrp="1"/>
          </p:cNvSpPr>
          <p:nvPr>
            <p:ph type="pic" sz="quarter" idx="13"/>
          </p:nvPr>
        </p:nvSpPr>
        <p:spPr>
          <a:xfrm>
            <a:off x="7072132" y="0"/>
            <a:ext cx="5119868" cy="6858000"/>
          </a:xfrm>
          <a:custGeom>
            <a:avLst/>
            <a:gdLst>
              <a:gd name="connsiteX0" fmla="*/ 0 w 5119868"/>
              <a:gd name="connsiteY0" fmla="*/ 0 h 6858000"/>
              <a:gd name="connsiteX1" fmla="*/ 5119868 w 5119868"/>
              <a:gd name="connsiteY1" fmla="*/ 0 h 6858000"/>
              <a:gd name="connsiteX2" fmla="*/ 5119868 w 5119868"/>
              <a:gd name="connsiteY2" fmla="*/ 6858000 h 6858000"/>
              <a:gd name="connsiteX3" fmla="*/ 3437680 w 5119868"/>
              <a:gd name="connsiteY3" fmla="*/ 6858000 h 6858000"/>
              <a:gd name="connsiteX4" fmla="*/ 3437680 w 5119868"/>
              <a:gd name="connsiteY4" fmla="*/ 5156522 h 6858000"/>
              <a:gd name="connsiteX5" fmla="*/ 1713052 w 5119868"/>
              <a:gd name="connsiteY5" fmla="*/ 5156522 h 6858000"/>
              <a:gd name="connsiteX6" fmla="*/ 1713052 w 5119868"/>
              <a:gd name="connsiteY6" fmla="*/ 1701478 h 6858000"/>
              <a:gd name="connsiteX7" fmla="*/ 0 w 5119868"/>
              <a:gd name="connsiteY7" fmla="*/ 170147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19868" h="6858000">
                <a:moveTo>
                  <a:pt x="0" y="0"/>
                </a:moveTo>
                <a:lnTo>
                  <a:pt x="5119868" y="0"/>
                </a:lnTo>
                <a:lnTo>
                  <a:pt x="5119868" y="6858000"/>
                </a:lnTo>
                <a:lnTo>
                  <a:pt x="3437680" y="6858000"/>
                </a:lnTo>
                <a:lnTo>
                  <a:pt x="3437680" y="5156522"/>
                </a:lnTo>
                <a:lnTo>
                  <a:pt x="1713052" y="5156522"/>
                </a:lnTo>
                <a:lnTo>
                  <a:pt x="1713052" y="1701478"/>
                </a:lnTo>
                <a:lnTo>
                  <a:pt x="0" y="1701478"/>
                </a:lnTo>
                <a:close/>
              </a:path>
            </a:pathLst>
          </a:custGeom>
        </p:spPr>
        <p:txBody>
          <a:bodyPr wrap="square">
            <a:noAutofit/>
          </a:bodyPr>
          <a:lstStyle/>
          <a:p>
            <a:r>
              <a:rPr lang="nl-NL"/>
              <a:t>Klik op het pictogram als u een afbeelding wilt toevoegen</a:t>
            </a:r>
            <a:endParaRPr lang="en-GB"/>
          </a:p>
        </p:txBody>
      </p:sp>
      <p:sp>
        <p:nvSpPr>
          <p:cNvPr id="7" name="Rechthoek 6">
            <a:extLst>
              <a:ext uri="{FF2B5EF4-FFF2-40B4-BE49-F238E27FC236}">
                <a16:creationId xmlns:a16="http://schemas.microsoft.com/office/drawing/2014/main" id="{AC55321E-B88A-7443-829C-0D517CEB4F22}"/>
              </a:ext>
            </a:extLst>
          </p:cNvPr>
          <p:cNvSpPr/>
          <p:nvPr userDrawn="1"/>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4533194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ext + tiles">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38BF49EA-8B92-6249-9ED6-1812C76BFCBA}"/>
              </a:ext>
            </a:extLst>
          </p:cNvPr>
          <p:cNvSpPr>
            <a:spLocks noGrp="1"/>
          </p:cNvSpPr>
          <p:nvPr>
            <p:ph type="title" hasCustomPrompt="1"/>
          </p:nvPr>
        </p:nvSpPr>
        <p:spPr>
          <a:xfrm>
            <a:off x="838201" y="782256"/>
            <a:ext cx="5898266" cy="1034969"/>
          </a:xfrm>
        </p:spPr>
        <p:txBody>
          <a:bodyPr anchor="t"/>
          <a:lstStyle/>
          <a:p>
            <a:r>
              <a:rPr lang="en-US" noProof="0"/>
              <a:t>Double tab to add title</a:t>
            </a:r>
          </a:p>
        </p:txBody>
      </p:sp>
      <p:sp>
        <p:nvSpPr>
          <p:cNvPr id="40" name="Rechthoek 39">
            <a:extLst>
              <a:ext uri="{FF2B5EF4-FFF2-40B4-BE49-F238E27FC236}">
                <a16:creationId xmlns:a16="http://schemas.microsoft.com/office/drawing/2014/main" id="{1B7424BF-5023-5443-AD8B-AE5CB1B901FE}"/>
              </a:ext>
            </a:extLst>
          </p:cNvPr>
          <p:cNvSpPr/>
          <p:nvPr/>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41" name="Tijdelijke aanduiding voor dianummer 5">
            <a:extLst>
              <a:ext uri="{FF2B5EF4-FFF2-40B4-BE49-F238E27FC236}">
                <a16:creationId xmlns:a16="http://schemas.microsoft.com/office/drawing/2014/main" id="{E40C638E-FEB4-A447-92B1-F104027A6758}"/>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
        <p:nvSpPr>
          <p:cNvPr id="44" name="Tijdelijke aanduiding voor tekst 5">
            <a:extLst>
              <a:ext uri="{FF2B5EF4-FFF2-40B4-BE49-F238E27FC236}">
                <a16:creationId xmlns:a16="http://schemas.microsoft.com/office/drawing/2014/main" id="{3A2D7E61-85DE-8D44-8329-5B1008A354B7}"/>
              </a:ext>
            </a:extLst>
          </p:cNvPr>
          <p:cNvSpPr>
            <a:spLocks noGrp="1"/>
          </p:cNvSpPr>
          <p:nvPr>
            <p:ph type="body" sz="quarter" idx="12" hasCustomPrompt="1"/>
          </p:nvPr>
        </p:nvSpPr>
        <p:spPr>
          <a:xfrm>
            <a:off x="838201" y="1944547"/>
            <a:ext cx="5898266" cy="4330622"/>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Rechthoek 1">
            <a:extLst>
              <a:ext uri="{FF2B5EF4-FFF2-40B4-BE49-F238E27FC236}">
                <a16:creationId xmlns:a16="http://schemas.microsoft.com/office/drawing/2014/main" id="{07CEEF21-A75E-1D4B-8D68-C326D0F1FAAD}"/>
              </a:ext>
            </a:extLst>
          </p:cNvPr>
          <p:cNvSpPr/>
          <p:nvPr/>
        </p:nvSpPr>
        <p:spPr>
          <a:xfrm>
            <a:off x="7053937" y="0"/>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hthoek 22">
            <a:extLst>
              <a:ext uri="{FF2B5EF4-FFF2-40B4-BE49-F238E27FC236}">
                <a16:creationId xmlns:a16="http://schemas.microsoft.com/office/drawing/2014/main" id="{084156CF-A9DA-324B-A529-5FE7FDF68AE3}"/>
              </a:ext>
            </a:extLst>
          </p:cNvPr>
          <p:cNvSpPr/>
          <p:nvPr/>
        </p:nvSpPr>
        <p:spPr>
          <a:xfrm>
            <a:off x="10484141" y="0"/>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hthoek 23">
            <a:extLst>
              <a:ext uri="{FF2B5EF4-FFF2-40B4-BE49-F238E27FC236}">
                <a16:creationId xmlns:a16="http://schemas.microsoft.com/office/drawing/2014/main" id="{F8524F31-4FF5-9A4A-B642-13185C558B5C}"/>
              </a:ext>
            </a:extLst>
          </p:cNvPr>
          <p:cNvSpPr/>
          <p:nvPr/>
        </p:nvSpPr>
        <p:spPr>
          <a:xfrm>
            <a:off x="8769072" y="1715069"/>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hthoek 26">
            <a:extLst>
              <a:ext uri="{FF2B5EF4-FFF2-40B4-BE49-F238E27FC236}">
                <a16:creationId xmlns:a16="http://schemas.microsoft.com/office/drawing/2014/main" id="{638065A9-DF35-4549-B7D5-A2982398250C}"/>
              </a:ext>
            </a:extLst>
          </p:cNvPr>
          <p:cNvSpPr/>
          <p:nvPr/>
        </p:nvSpPr>
        <p:spPr>
          <a:xfrm>
            <a:off x="10484141" y="3430353"/>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jdelijke aanduiding voor afbeelding 6">
            <a:extLst>
              <a:ext uri="{FF2B5EF4-FFF2-40B4-BE49-F238E27FC236}">
                <a16:creationId xmlns:a16="http://schemas.microsoft.com/office/drawing/2014/main" id="{A8E8FDF1-AEB8-944A-914D-0457805601E7}"/>
              </a:ext>
            </a:extLst>
          </p:cNvPr>
          <p:cNvSpPr>
            <a:spLocks noGrp="1"/>
          </p:cNvSpPr>
          <p:nvPr>
            <p:ph type="pic" sz="quarter" idx="14" hasCustomPrompt="1"/>
          </p:nvPr>
        </p:nvSpPr>
        <p:spPr>
          <a:xfrm>
            <a:off x="8768617" y="0"/>
            <a:ext cx="1716087" cy="1714500"/>
          </a:xfrm>
        </p:spPr>
        <p:txBody>
          <a:bodyPr>
            <a:normAutofit/>
          </a:bodyPr>
          <a:lstStyle>
            <a:lvl1pPr marL="0" indent="0">
              <a:lnSpc>
                <a:spcPct val="150000"/>
              </a:lnSpc>
              <a:buNone/>
              <a:defRPr sz="1600"/>
            </a:lvl1pPr>
          </a:lstStyle>
          <a:p>
            <a:r>
              <a:rPr lang="en-GB"/>
              <a:t>Add image - max size: 300kb</a:t>
            </a:r>
          </a:p>
        </p:txBody>
      </p:sp>
      <p:sp>
        <p:nvSpPr>
          <p:cNvPr id="33" name="Tijdelijke aanduiding voor afbeelding 6">
            <a:extLst>
              <a:ext uri="{FF2B5EF4-FFF2-40B4-BE49-F238E27FC236}">
                <a16:creationId xmlns:a16="http://schemas.microsoft.com/office/drawing/2014/main" id="{A501ACD8-E37A-7E43-8487-37737E70228F}"/>
              </a:ext>
            </a:extLst>
          </p:cNvPr>
          <p:cNvSpPr>
            <a:spLocks noGrp="1"/>
          </p:cNvSpPr>
          <p:nvPr>
            <p:ph type="pic" sz="quarter" idx="15" hasCustomPrompt="1"/>
          </p:nvPr>
        </p:nvSpPr>
        <p:spPr>
          <a:xfrm>
            <a:off x="10483686" y="1715069"/>
            <a:ext cx="1716087" cy="1714500"/>
          </a:xfrm>
        </p:spPr>
        <p:txBody>
          <a:bodyPr>
            <a:normAutofit/>
          </a:bodyPr>
          <a:lstStyle>
            <a:lvl1pPr marL="0" indent="0">
              <a:lnSpc>
                <a:spcPct val="150000"/>
              </a:lnSpc>
              <a:buNone/>
              <a:defRPr sz="1600"/>
            </a:lvl1pPr>
          </a:lstStyle>
          <a:p>
            <a:r>
              <a:rPr lang="en-GB"/>
              <a:t>Add image - max size: 300kb</a:t>
            </a:r>
          </a:p>
        </p:txBody>
      </p:sp>
      <p:sp>
        <p:nvSpPr>
          <p:cNvPr id="34" name="Tijdelijke aanduiding voor afbeelding 6">
            <a:extLst>
              <a:ext uri="{FF2B5EF4-FFF2-40B4-BE49-F238E27FC236}">
                <a16:creationId xmlns:a16="http://schemas.microsoft.com/office/drawing/2014/main" id="{889C2EF5-0E57-1940-A3AC-9BF816B62E00}"/>
              </a:ext>
            </a:extLst>
          </p:cNvPr>
          <p:cNvSpPr>
            <a:spLocks noGrp="1"/>
          </p:cNvSpPr>
          <p:nvPr>
            <p:ph type="pic" sz="quarter" idx="16" hasCustomPrompt="1"/>
          </p:nvPr>
        </p:nvSpPr>
        <p:spPr>
          <a:xfrm>
            <a:off x="8768617" y="3427647"/>
            <a:ext cx="1716087" cy="1721540"/>
          </a:xfrm>
        </p:spPr>
        <p:txBody>
          <a:bodyPr>
            <a:normAutofit/>
          </a:bodyPr>
          <a:lstStyle>
            <a:lvl1pPr marL="0" indent="0">
              <a:lnSpc>
                <a:spcPct val="150000"/>
              </a:lnSpc>
              <a:buNone/>
              <a:defRPr sz="1600"/>
            </a:lvl1pPr>
          </a:lstStyle>
          <a:p>
            <a:r>
              <a:rPr lang="en-GB"/>
              <a:t>Add image - max size: 300kb</a:t>
            </a:r>
          </a:p>
        </p:txBody>
      </p:sp>
      <p:sp>
        <p:nvSpPr>
          <p:cNvPr id="36" name="Tijdelijke aanduiding voor afbeelding 6">
            <a:extLst>
              <a:ext uri="{FF2B5EF4-FFF2-40B4-BE49-F238E27FC236}">
                <a16:creationId xmlns:a16="http://schemas.microsoft.com/office/drawing/2014/main" id="{0FA8BAD9-79AE-3C45-943A-60EC1DD8095A}"/>
              </a:ext>
            </a:extLst>
          </p:cNvPr>
          <p:cNvSpPr>
            <a:spLocks noGrp="1"/>
          </p:cNvSpPr>
          <p:nvPr>
            <p:ph type="pic" sz="quarter" idx="17" hasCustomPrompt="1"/>
          </p:nvPr>
        </p:nvSpPr>
        <p:spPr>
          <a:xfrm>
            <a:off x="10483686" y="5145207"/>
            <a:ext cx="1716087" cy="1714500"/>
          </a:xfrm>
        </p:spPr>
        <p:txBody>
          <a:bodyPr>
            <a:normAutofit/>
          </a:bodyPr>
          <a:lstStyle>
            <a:lvl1pPr marL="0" indent="0">
              <a:lnSpc>
                <a:spcPct val="150000"/>
              </a:lnSpc>
              <a:buNone/>
              <a:defRPr sz="1600"/>
            </a:lvl1pPr>
          </a:lstStyle>
          <a:p>
            <a:r>
              <a:rPr lang="en-GB"/>
              <a:t>Add image - max size: 300kb</a:t>
            </a:r>
          </a:p>
        </p:txBody>
      </p:sp>
      <p:sp>
        <p:nvSpPr>
          <p:cNvPr id="14" name="Rechthoek 13">
            <a:extLst>
              <a:ext uri="{FF2B5EF4-FFF2-40B4-BE49-F238E27FC236}">
                <a16:creationId xmlns:a16="http://schemas.microsoft.com/office/drawing/2014/main" id="{B29310B6-7315-3748-B341-68E33FDD90FD}"/>
              </a:ext>
            </a:extLst>
          </p:cNvPr>
          <p:cNvSpPr/>
          <p:nvPr userDrawn="1"/>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B0A0DDCA-5B07-4A4A-B222-B73786529734}"/>
              </a:ext>
            </a:extLst>
          </p:cNvPr>
          <p:cNvSpPr/>
          <p:nvPr userDrawn="1"/>
        </p:nvSpPr>
        <p:spPr>
          <a:xfrm>
            <a:off x="7053937" y="0"/>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hthoek 15">
            <a:extLst>
              <a:ext uri="{FF2B5EF4-FFF2-40B4-BE49-F238E27FC236}">
                <a16:creationId xmlns:a16="http://schemas.microsoft.com/office/drawing/2014/main" id="{DF81EAE9-EF6C-F24C-9EED-0CD33FD8849B}"/>
              </a:ext>
            </a:extLst>
          </p:cNvPr>
          <p:cNvSpPr/>
          <p:nvPr userDrawn="1"/>
        </p:nvSpPr>
        <p:spPr>
          <a:xfrm>
            <a:off x="10484141" y="0"/>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hthoek 16">
            <a:extLst>
              <a:ext uri="{FF2B5EF4-FFF2-40B4-BE49-F238E27FC236}">
                <a16:creationId xmlns:a16="http://schemas.microsoft.com/office/drawing/2014/main" id="{3C23F8BE-F848-3141-A293-97F9E77D946D}"/>
              </a:ext>
            </a:extLst>
          </p:cNvPr>
          <p:cNvSpPr/>
          <p:nvPr userDrawn="1"/>
        </p:nvSpPr>
        <p:spPr>
          <a:xfrm>
            <a:off x="8769072" y="1715069"/>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hthoek 17">
            <a:extLst>
              <a:ext uri="{FF2B5EF4-FFF2-40B4-BE49-F238E27FC236}">
                <a16:creationId xmlns:a16="http://schemas.microsoft.com/office/drawing/2014/main" id="{C0C136F0-710B-8A49-B67B-0CB834E2B80E}"/>
              </a:ext>
            </a:extLst>
          </p:cNvPr>
          <p:cNvSpPr/>
          <p:nvPr userDrawn="1"/>
        </p:nvSpPr>
        <p:spPr>
          <a:xfrm>
            <a:off x="10484141" y="3430353"/>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800287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ackground image + block text">
    <p:spTree>
      <p:nvGrpSpPr>
        <p:cNvPr id="1" name=""/>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9E74C8DC-37BE-0145-B803-8458657275AE}"/>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7" name="Tijdelijke aanduiding voor tekst 6">
            <a:extLst>
              <a:ext uri="{FF2B5EF4-FFF2-40B4-BE49-F238E27FC236}">
                <a16:creationId xmlns:a16="http://schemas.microsoft.com/office/drawing/2014/main" id="{22AFE609-E85F-E443-8E90-3DADD6C2F031}"/>
              </a:ext>
            </a:extLst>
          </p:cNvPr>
          <p:cNvSpPr>
            <a:spLocks noGrp="1"/>
          </p:cNvSpPr>
          <p:nvPr>
            <p:ph type="body" sz="quarter" idx="11" hasCustomPrompt="1"/>
          </p:nvPr>
        </p:nvSpPr>
        <p:spPr>
          <a:xfrm>
            <a:off x="815049" y="2232949"/>
            <a:ext cx="4625052" cy="4625052"/>
          </a:xfrm>
          <a:solidFill>
            <a:schemeClr val="tx1"/>
          </a:solidFill>
        </p:spPr>
        <p:txBody>
          <a:bodyPr lIns="396000" tIns="1655999" rIns="396000" bIns="540000" anchor="t">
            <a:normAutofit/>
          </a:bodyPr>
          <a:lstStyle>
            <a:lvl1pPr marL="0" marR="0" indent="0" algn="l" defTabSz="914400" rtl="0" eaLnBrk="1" fontAlgn="auto" latinLnBrk="0" hangingPunct="1">
              <a:lnSpc>
                <a:spcPct val="100000"/>
              </a:lnSpc>
              <a:spcBef>
                <a:spcPts val="1000"/>
              </a:spcBef>
              <a:spcAft>
                <a:spcPts val="0"/>
              </a:spcAft>
              <a:buClr>
                <a:schemeClr val="bg2"/>
              </a:buClr>
              <a:buSzTx/>
              <a:buFont typeface="Wingdings" pitchFamily="2" charset="2"/>
              <a:buNone/>
              <a:tabLst/>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marR="0" lvl="0" indent="0" algn="l" defTabSz="914400" rtl="0" eaLnBrk="1" fontAlgn="auto" latinLnBrk="0" hangingPunct="1">
              <a:lnSpc>
                <a:spcPct val="100000"/>
              </a:lnSpc>
              <a:spcBef>
                <a:spcPts val="1000"/>
              </a:spcBef>
              <a:spcAft>
                <a:spcPts val="0"/>
              </a:spcAft>
              <a:buClr>
                <a:schemeClr val="bg2"/>
              </a:buClr>
              <a:buSzTx/>
              <a:buFont typeface="Wingdings" pitchFamily="2" charset="2"/>
              <a:buNone/>
              <a:tabLst/>
              <a:defRPr/>
            </a:pPr>
            <a:r>
              <a:rPr lang="en-US" noProof="0"/>
              <a:t>Double tab to add text. </a:t>
            </a:r>
            <a:r>
              <a:rPr lang="en-GB" noProof="0"/>
              <a:t>To add / change the background image, right click on the background and choose ‘format background’. Insert an image from the image library folder ‘PowerPoint images’ from Teams.</a:t>
            </a:r>
          </a:p>
          <a:p>
            <a:pPr lvl="0"/>
            <a:endParaRPr lang="en-US" noProof="0"/>
          </a:p>
        </p:txBody>
      </p:sp>
      <p:sp>
        <p:nvSpPr>
          <p:cNvPr id="2" name="Titel 1">
            <a:extLst>
              <a:ext uri="{FF2B5EF4-FFF2-40B4-BE49-F238E27FC236}">
                <a16:creationId xmlns:a16="http://schemas.microsoft.com/office/drawing/2014/main" id="{604F2AD7-47E6-E24E-8F88-E8B6FAB6DB79}"/>
              </a:ext>
            </a:extLst>
          </p:cNvPr>
          <p:cNvSpPr>
            <a:spLocks noGrp="1"/>
          </p:cNvSpPr>
          <p:nvPr>
            <p:ph type="title" hasCustomPrompt="1"/>
          </p:nvPr>
        </p:nvSpPr>
        <p:spPr>
          <a:xfrm>
            <a:off x="1115992" y="2928396"/>
            <a:ext cx="4023168" cy="802494"/>
          </a:xfrm>
        </p:spPr>
        <p:txBody>
          <a:bodyPr anchor="b">
            <a:normAutofit/>
          </a:bodyPr>
          <a:lstStyle>
            <a:lvl1pPr>
              <a:defRPr sz="2400">
                <a:solidFill>
                  <a:schemeClr val="bg2"/>
                </a:solidFill>
              </a:defRPr>
            </a:lvl1pPr>
          </a:lstStyle>
          <a:p>
            <a:r>
              <a:rPr lang="en-US" noProof="0"/>
              <a:t>Double tab to add title</a:t>
            </a:r>
          </a:p>
        </p:txBody>
      </p:sp>
    </p:spTree>
    <p:extLst>
      <p:ext uri="{BB962C8B-B14F-4D97-AF65-F5344CB8AC3E}">
        <p14:creationId xmlns:p14="http://schemas.microsoft.com/office/powerpoint/2010/main" val="2838538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Empty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9464133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ab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840937-EF63-DE46-9EE0-2CB3E4C8607B}"/>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946DE453-0C63-BA43-9914-FC9F156EF1C1}"/>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4" name="Tijdelijke aanduiding voor tekst 5">
            <a:extLst>
              <a:ext uri="{FF2B5EF4-FFF2-40B4-BE49-F238E27FC236}">
                <a16:creationId xmlns:a16="http://schemas.microsoft.com/office/drawing/2014/main" id="{F9428C38-8549-314C-ADB8-2B8974BF93BC}"/>
              </a:ext>
            </a:extLst>
          </p:cNvPr>
          <p:cNvSpPr>
            <a:spLocks noGrp="1"/>
          </p:cNvSpPr>
          <p:nvPr>
            <p:ph type="body" sz="quarter" idx="11" hasCustomPrompt="1"/>
          </p:nvPr>
        </p:nvSpPr>
        <p:spPr>
          <a:xfrm>
            <a:off x="838200" y="1628556"/>
            <a:ext cx="10515600" cy="703137"/>
          </a:xfrm>
        </p:spPr>
        <p:txBody>
          <a:bodyPr>
            <a:normAutofit/>
          </a:bodyPr>
          <a:lstStyle>
            <a:lvl1pPr marL="0" indent="0">
              <a:buClr>
                <a:srgbClr val="3B9C7B"/>
              </a:buClr>
              <a:buNone/>
              <a:defRPr sz="1800"/>
            </a:lvl1pPr>
            <a:lvl2pPr marL="457200" indent="0">
              <a:buClr>
                <a:srgbClr val="3B9C7B"/>
              </a:buClr>
              <a:buNone/>
              <a:defRPr/>
            </a:lvl2pPr>
            <a:lvl3pPr marL="914400" indent="0">
              <a:buClr>
                <a:srgbClr val="3B9C7B"/>
              </a:buClr>
              <a:buNone/>
              <a:defRPr/>
            </a:lvl3pPr>
            <a:lvl4pPr marL="1371600" indent="0">
              <a:buClr>
                <a:srgbClr val="3B9C7B"/>
              </a:buClr>
              <a:buNone/>
              <a:defRPr/>
            </a:lvl4pPr>
            <a:lvl5pPr marL="1828800" indent="0">
              <a:buClr>
                <a:srgbClr val="3B9C7B"/>
              </a:buClr>
              <a:buNone/>
              <a:defRPr/>
            </a:lvl5pPr>
          </a:lstStyle>
          <a:p>
            <a:pPr lvl="0"/>
            <a:r>
              <a:rPr lang="en-US" noProof="0"/>
              <a:t>Double tab to add text</a:t>
            </a:r>
          </a:p>
        </p:txBody>
      </p:sp>
    </p:spTree>
    <p:extLst>
      <p:ext uri="{BB962C8B-B14F-4D97-AF65-F5344CB8AC3E}">
        <p14:creationId xmlns:p14="http://schemas.microsoft.com/office/powerpoint/2010/main" val="39852944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1_Intro">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62CD47-CA7C-4A4C-BDAA-EBBB142F84E3}"/>
              </a:ext>
            </a:extLst>
          </p:cNvPr>
          <p:cNvSpPr>
            <a:spLocks noGrp="1"/>
          </p:cNvSpPr>
          <p:nvPr>
            <p:ph type="ctrTitle" hasCustomPrompt="1"/>
          </p:nvPr>
        </p:nvSpPr>
        <p:spPr>
          <a:xfrm>
            <a:off x="865632" y="3127248"/>
            <a:ext cx="9144000" cy="1726883"/>
          </a:xfrm>
        </p:spPr>
        <p:txBody>
          <a:bodyPr anchor="b">
            <a:normAutofit/>
          </a:bodyPr>
          <a:lstStyle>
            <a:lvl1pPr algn="l">
              <a:defRPr sz="4400">
                <a:solidFill>
                  <a:schemeClr val="bg2"/>
                </a:solidFill>
              </a:defRPr>
            </a:lvl1pPr>
          </a:lstStyle>
          <a:p>
            <a:r>
              <a:rPr lang="en-GB" noProof="0"/>
              <a:t>Double tab to add title</a:t>
            </a:r>
          </a:p>
        </p:txBody>
      </p:sp>
      <p:sp>
        <p:nvSpPr>
          <p:cNvPr id="3" name="Ondertitel 2">
            <a:extLst>
              <a:ext uri="{FF2B5EF4-FFF2-40B4-BE49-F238E27FC236}">
                <a16:creationId xmlns:a16="http://schemas.microsoft.com/office/drawing/2014/main" id="{26066B79-DF24-4141-A77A-766FF5372967}"/>
              </a:ext>
            </a:extLst>
          </p:cNvPr>
          <p:cNvSpPr>
            <a:spLocks noGrp="1"/>
          </p:cNvSpPr>
          <p:nvPr>
            <p:ph type="subTitle" idx="1" hasCustomPrompt="1"/>
          </p:nvPr>
        </p:nvSpPr>
        <p:spPr>
          <a:xfrm>
            <a:off x="865632" y="4946207"/>
            <a:ext cx="9144000" cy="1655762"/>
          </a:xfrm>
        </p:spPr>
        <p:txBody>
          <a:bodyPr>
            <a:normAutofit/>
          </a:bodyPr>
          <a:lstStyle>
            <a:lvl1pPr marL="0" indent="0" algn="l">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a:t>Double tab to add subtitle. To add / change the background image, right click on the background and choose ‘format background’. Insert an image from the image library folder ‘PowerPoint images’ from Teams.</a:t>
            </a:r>
          </a:p>
        </p:txBody>
      </p:sp>
      <p:pic>
        <p:nvPicPr>
          <p:cNvPr id="12" name="Afbeelding 11">
            <a:extLst>
              <a:ext uri="{FF2B5EF4-FFF2-40B4-BE49-F238E27FC236}">
                <a16:creationId xmlns:a16="http://schemas.microsoft.com/office/drawing/2014/main" id="{D4655ADD-411E-0C41-876F-092D58051975}"/>
              </a:ext>
            </a:extLst>
          </p:cNvPr>
          <p:cNvPicPr>
            <a:picLocks noChangeAspect="1"/>
          </p:cNvPicPr>
          <p:nvPr userDrawn="1"/>
        </p:nvPicPr>
        <p:blipFill>
          <a:blip r:embed="rId2"/>
          <a:stretch>
            <a:fillRect/>
          </a:stretch>
        </p:blipFill>
        <p:spPr>
          <a:xfrm>
            <a:off x="354774" y="352968"/>
            <a:ext cx="2060720" cy="691761"/>
          </a:xfrm>
          <a:prstGeom prst="rect">
            <a:avLst/>
          </a:prstGeom>
        </p:spPr>
      </p:pic>
      <p:pic>
        <p:nvPicPr>
          <p:cNvPr id="7" name="Graphic 6">
            <a:extLst>
              <a:ext uri="{FF2B5EF4-FFF2-40B4-BE49-F238E27FC236}">
                <a16:creationId xmlns:a16="http://schemas.microsoft.com/office/drawing/2014/main" id="{1B97825F-AFB3-B144-9CF6-3B087C07C48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1795760" y="5282767"/>
            <a:ext cx="377952" cy="1547801"/>
          </a:xfrm>
          <a:prstGeom prst="rect">
            <a:avLst/>
          </a:prstGeom>
        </p:spPr>
      </p:pic>
    </p:spTree>
    <p:extLst>
      <p:ext uri="{BB962C8B-B14F-4D97-AF65-F5344CB8AC3E}">
        <p14:creationId xmlns:p14="http://schemas.microsoft.com/office/powerpoint/2010/main" val="28206046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itle +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9EE7B8-06F6-B44C-A7FB-AACD9316913F}"/>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70791ABD-1920-7440-80EF-C0D79BB19B32}"/>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6" name="Tijdelijke aanduiding voor tekst 5">
            <a:extLst>
              <a:ext uri="{FF2B5EF4-FFF2-40B4-BE49-F238E27FC236}">
                <a16:creationId xmlns:a16="http://schemas.microsoft.com/office/drawing/2014/main" id="{CA5098BB-FBE4-0E4A-A083-BA66D00ACAF3}"/>
              </a:ext>
            </a:extLst>
          </p:cNvPr>
          <p:cNvSpPr>
            <a:spLocks noGrp="1"/>
          </p:cNvSpPr>
          <p:nvPr>
            <p:ph type="body" sz="quarter" idx="11" hasCustomPrompt="1"/>
          </p:nvPr>
        </p:nvSpPr>
        <p:spPr>
          <a:xfrm>
            <a:off x="838200" y="1628555"/>
            <a:ext cx="10515600" cy="4646613"/>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0560183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1_Title + text + image">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38BF49EA-8B92-6249-9ED6-1812C76BFCBA}"/>
              </a:ext>
            </a:extLst>
          </p:cNvPr>
          <p:cNvSpPr>
            <a:spLocks noGrp="1"/>
          </p:cNvSpPr>
          <p:nvPr>
            <p:ph type="title" hasCustomPrompt="1"/>
          </p:nvPr>
        </p:nvSpPr>
        <p:spPr>
          <a:xfrm>
            <a:off x="838201" y="782256"/>
            <a:ext cx="5898266" cy="1034969"/>
          </a:xfrm>
        </p:spPr>
        <p:txBody>
          <a:bodyPr anchor="t"/>
          <a:lstStyle/>
          <a:p>
            <a:r>
              <a:rPr lang="en-US" noProof="0"/>
              <a:t>Double tab to add title</a:t>
            </a:r>
          </a:p>
        </p:txBody>
      </p:sp>
      <p:sp>
        <p:nvSpPr>
          <p:cNvPr id="40" name="Rechthoek 39">
            <a:extLst>
              <a:ext uri="{FF2B5EF4-FFF2-40B4-BE49-F238E27FC236}">
                <a16:creationId xmlns:a16="http://schemas.microsoft.com/office/drawing/2014/main" id="{1B7424BF-5023-5443-AD8B-AE5CB1B901FE}"/>
              </a:ext>
            </a:extLst>
          </p:cNvPr>
          <p:cNvSpPr/>
          <p:nvPr userDrawn="1"/>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41" name="Tijdelijke aanduiding voor dianummer 5">
            <a:extLst>
              <a:ext uri="{FF2B5EF4-FFF2-40B4-BE49-F238E27FC236}">
                <a16:creationId xmlns:a16="http://schemas.microsoft.com/office/drawing/2014/main" id="{E40C638E-FEB4-A447-92B1-F104027A6758}"/>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
        <p:nvSpPr>
          <p:cNvPr id="44" name="Tijdelijke aanduiding voor tekst 5">
            <a:extLst>
              <a:ext uri="{FF2B5EF4-FFF2-40B4-BE49-F238E27FC236}">
                <a16:creationId xmlns:a16="http://schemas.microsoft.com/office/drawing/2014/main" id="{3A2D7E61-85DE-8D44-8329-5B1008A354B7}"/>
              </a:ext>
            </a:extLst>
          </p:cNvPr>
          <p:cNvSpPr>
            <a:spLocks noGrp="1"/>
          </p:cNvSpPr>
          <p:nvPr>
            <p:ph type="body" sz="quarter" idx="12" hasCustomPrompt="1"/>
          </p:nvPr>
        </p:nvSpPr>
        <p:spPr>
          <a:xfrm>
            <a:off x="838201" y="1944547"/>
            <a:ext cx="5898266" cy="4330622"/>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 name="Tijdelijke aanduiding voor afbeelding 50">
            <a:extLst>
              <a:ext uri="{FF2B5EF4-FFF2-40B4-BE49-F238E27FC236}">
                <a16:creationId xmlns:a16="http://schemas.microsoft.com/office/drawing/2014/main" id="{DE301A6B-F87C-DD49-8619-C62B63A275F3}"/>
              </a:ext>
            </a:extLst>
          </p:cNvPr>
          <p:cNvSpPr>
            <a:spLocks noGrp="1"/>
          </p:cNvSpPr>
          <p:nvPr>
            <p:ph type="pic" sz="quarter" idx="13"/>
          </p:nvPr>
        </p:nvSpPr>
        <p:spPr>
          <a:xfrm>
            <a:off x="7072132" y="0"/>
            <a:ext cx="5119868" cy="6858000"/>
          </a:xfrm>
          <a:custGeom>
            <a:avLst/>
            <a:gdLst>
              <a:gd name="connsiteX0" fmla="*/ 0 w 5119868"/>
              <a:gd name="connsiteY0" fmla="*/ 0 h 6858000"/>
              <a:gd name="connsiteX1" fmla="*/ 5119868 w 5119868"/>
              <a:gd name="connsiteY1" fmla="*/ 0 h 6858000"/>
              <a:gd name="connsiteX2" fmla="*/ 5119868 w 5119868"/>
              <a:gd name="connsiteY2" fmla="*/ 6858000 h 6858000"/>
              <a:gd name="connsiteX3" fmla="*/ 3437680 w 5119868"/>
              <a:gd name="connsiteY3" fmla="*/ 6858000 h 6858000"/>
              <a:gd name="connsiteX4" fmla="*/ 3437680 w 5119868"/>
              <a:gd name="connsiteY4" fmla="*/ 5156522 h 6858000"/>
              <a:gd name="connsiteX5" fmla="*/ 1713052 w 5119868"/>
              <a:gd name="connsiteY5" fmla="*/ 5156522 h 6858000"/>
              <a:gd name="connsiteX6" fmla="*/ 1713052 w 5119868"/>
              <a:gd name="connsiteY6" fmla="*/ 1701478 h 6858000"/>
              <a:gd name="connsiteX7" fmla="*/ 0 w 5119868"/>
              <a:gd name="connsiteY7" fmla="*/ 170147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19868" h="6858000">
                <a:moveTo>
                  <a:pt x="0" y="0"/>
                </a:moveTo>
                <a:lnTo>
                  <a:pt x="5119868" y="0"/>
                </a:lnTo>
                <a:lnTo>
                  <a:pt x="5119868" y="6858000"/>
                </a:lnTo>
                <a:lnTo>
                  <a:pt x="3437680" y="6858000"/>
                </a:lnTo>
                <a:lnTo>
                  <a:pt x="3437680" y="5156522"/>
                </a:lnTo>
                <a:lnTo>
                  <a:pt x="1713052" y="5156522"/>
                </a:lnTo>
                <a:lnTo>
                  <a:pt x="1713052" y="1701478"/>
                </a:lnTo>
                <a:lnTo>
                  <a:pt x="0" y="1701478"/>
                </a:lnTo>
                <a:close/>
              </a:path>
            </a:pathLst>
          </a:custGeom>
        </p:spPr>
        <p:txBody>
          <a:bodyPr wrap="square">
            <a:noAutofit/>
          </a:bodyPr>
          <a:lstStyle/>
          <a:p>
            <a:endParaRPr lang="en-GB"/>
          </a:p>
        </p:txBody>
      </p:sp>
    </p:spTree>
    <p:extLst>
      <p:ext uri="{BB962C8B-B14F-4D97-AF65-F5344CB8AC3E}">
        <p14:creationId xmlns:p14="http://schemas.microsoft.com/office/powerpoint/2010/main" val="11820445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1_Text + tiles">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38BF49EA-8B92-6249-9ED6-1812C76BFCBA}"/>
              </a:ext>
            </a:extLst>
          </p:cNvPr>
          <p:cNvSpPr>
            <a:spLocks noGrp="1"/>
          </p:cNvSpPr>
          <p:nvPr>
            <p:ph type="title" hasCustomPrompt="1"/>
          </p:nvPr>
        </p:nvSpPr>
        <p:spPr>
          <a:xfrm>
            <a:off x="838201" y="782256"/>
            <a:ext cx="5898266" cy="1034969"/>
          </a:xfrm>
        </p:spPr>
        <p:txBody>
          <a:bodyPr anchor="t"/>
          <a:lstStyle/>
          <a:p>
            <a:r>
              <a:rPr lang="en-US" noProof="0"/>
              <a:t>Double tab to add title</a:t>
            </a:r>
          </a:p>
        </p:txBody>
      </p:sp>
      <p:sp>
        <p:nvSpPr>
          <p:cNvPr id="40" name="Rechthoek 39">
            <a:extLst>
              <a:ext uri="{FF2B5EF4-FFF2-40B4-BE49-F238E27FC236}">
                <a16:creationId xmlns:a16="http://schemas.microsoft.com/office/drawing/2014/main" id="{1B7424BF-5023-5443-AD8B-AE5CB1B901FE}"/>
              </a:ext>
            </a:extLst>
          </p:cNvPr>
          <p:cNvSpPr/>
          <p:nvPr userDrawn="1"/>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41" name="Tijdelijke aanduiding voor dianummer 5">
            <a:extLst>
              <a:ext uri="{FF2B5EF4-FFF2-40B4-BE49-F238E27FC236}">
                <a16:creationId xmlns:a16="http://schemas.microsoft.com/office/drawing/2014/main" id="{E40C638E-FEB4-A447-92B1-F104027A6758}"/>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
        <p:nvSpPr>
          <p:cNvPr id="44" name="Tijdelijke aanduiding voor tekst 5">
            <a:extLst>
              <a:ext uri="{FF2B5EF4-FFF2-40B4-BE49-F238E27FC236}">
                <a16:creationId xmlns:a16="http://schemas.microsoft.com/office/drawing/2014/main" id="{3A2D7E61-85DE-8D44-8329-5B1008A354B7}"/>
              </a:ext>
            </a:extLst>
          </p:cNvPr>
          <p:cNvSpPr>
            <a:spLocks noGrp="1"/>
          </p:cNvSpPr>
          <p:nvPr>
            <p:ph type="body" sz="quarter" idx="12" hasCustomPrompt="1"/>
          </p:nvPr>
        </p:nvSpPr>
        <p:spPr>
          <a:xfrm>
            <a:off x="838201" y="1944547"/>
            <a:ext cx="5898266" cy="4330622"/>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Rechthoek 1">
            <a:extLst>
              <a:ext uri="{FF2B5EF4-FFF2-40B4-BE49-F238E27FC236}">
                <a16:creationId xmlns:a16="http://schemas.microsoft.com/office/drawing/2014/main" id="{07CEEF21-A75E-1D4B-8D68-C326D0F1FAAD}"/>
              </a:ext>
            </a:extLst>
          </p:cNvPr>
          <p:cNvSpPr/>
          <p:nvPr userDrawn="1"/>
        </p:nvSpPr>
        <p:spPr>
          <a:xfrm>
            <a:off x="7053937" y="0"/>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hthoek 22">
            <a:extLst>
              <a:ext uri="{FF2B5EF4-FFF2-40B4-BE49-F238E27FC236}">
                <a16:creationId xmlns:a16="http://schemas.microsoft.com/office/drawing/2014/main" id="{084156CF-A9DA-324B-A529-5FE7FDF68AE3}"/>
              </a:ext>
            </a:extLst>
          </p:cNvPr>
          <p:cNvSpPr/>
          <p:nvPr userDrawn="1"/>
        </p:nvSpPr>
        <p:spPr>
          <a:xfrm>
            <a:off x="10484141" y="0"/>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hthoek 23">
            <a:extLst>
              <a:ext uri="{FF2B5EF4-FFF2-40B4-BE49-F238E27FC236}">
                <a16:creationId xmlns:a16="http://schemas.microsoft.com/office/drawing/2014/main" id="{F8524F31-4FF5-9A4A-B642-13185C558B5C}"/>
              </a:ext>
            </a:extLst>
          </p:cNvPr>
          <p:cNvSpPr/>
          <p:nvPr userDrawn="1"/>
        </p:nvSpPr>
        <p:spPr>
          <a:xfrm>
            <a:off x="8769072" y="1715069"/>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hthoek 26">
            <a:extLst>
              <a:ext uri="{FF2B5EF4-FFF2-40B4-BE49-F238E27FC236}">
                <a16:creationId xmlns:a16="http://schemas.microsoft.com/office/drawing/2014/main" id="{638065A9-DF35-4549-B7D5-A2982398250C}"/>
              </a:ext>
            </a:extLst>
          </p:cNvPr>
          <p:cNvSpPr/>
          <p:nvPr userDrawn="1"/>
        </p:nvSpPr>
        <p:spPr>
          <a:xfrm>
            <a:off x="10484141" y="3430353"/>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jdelijke aanduiding voor afbeelding 6">
            <a:extLst>
              <a:ext uri="{FF2B5EF4-FFF2-40B4-BE49-F238E27FC236}">
                <a16:creationId xmlns:a16="http://schemas.microsoft.com/office/drawing/2014/main" id="{A8E8FDF1-AEB8-944A-914D-0457805601E7}"/>
              </a:ext>
            </a:extLst>
          </p:cNvPr>
          <p:cNvSpPr>
            <a:spLocks noGrp="1"/>
          </p:cNvSpPr>
          <p:nvPr>
            <p:ph type="pic" sz="quarter" idx="14" hasCustomPrompt="1"/>
          </p:nvPr>
        </p:nvSpPr>
        <p:spPr>
          <a:xfrm>
            <a:off x="8768617" y="0"/>
            <a:ext cx="1716087" cy="1714500"/>
          </a:xfrm>
        </p:spPr>
        <p:txBody>
          <a:bodyPr>
            <a:normAutofit/>
          </a:bodyPr>
          <a:lstStyle>
            <a:lvl1pPr marL="0" indent="0">
              <a:lnSpc>
                <a:spcPct val="150000"/>
              </a:lnSpc>
              <a:buNone/>
              <a:defRPr sz="1600"/>
            </a:lvl1pPr>
          </a:lstStyle>
          <a:p>
            <a:r>
              <a:rPr lang="en-GB"/>
              <a:t>Add image - max size: 300kb</a:t>
            </a:r>
          </a:p>
        </p:txBody>
      </p:sp>
      <p:sp>
        <p:nvSpPr>
          <p:cNvPr id="33" name="Tijdelijke aanduiding voor afbeelding 6">
            <a:extLst>
              <a:ext uri="{FF2B5EF4-FFF2-40B4-BE49-F238E27FC236}">
                <a16:creationId xmlns:a16="http://schemas.microsoft.com/office/drawing/2014/main" id="{A501ACD8-E37A-7E43-8487-37737E70228F}"/>
              </a:ext>
            </a:extLst>
          </p:cNvPr>
          <p:cNvSpPr>
            <a:spLocks noGrp="1"/>
          </p:cNvSpPr>
          <p:nvPr>
            <p:ph type="pic" sz="quarter" idx="15" hasCustomPrompt="1"/>
          </p:nvPr>
        </p:nvSpPr>
        <p:spPr>
          <a:xfrm>
            <a:off x="10483686" y="1715069"/>
            <a:ext cx="1716087" cy="1714500"/>
          </a:xfrm>
        </p:spPr>
        <p:txBody>
          <a:bodyPr>
            <a:normAutofit/>
          </a:bodyPr>
          <a:lstStyle>
            <a:lvl1pPr marL="0" indent="0">
              <a:lnSpc>
                <a:spcPct val="150000"/>
              </a:lnSpc>
              <a:buNone/>
              <a:defRPr sz="1600"/>
            </a:lvl1pPr>
          </a:lstStyle>
          <a:p>
            <a:r>
              <a:rPr lang="en-GB"/>
              <a:t>Add image - max size: 300kb</a:t>
            </a:r>
          </a:p>
        </p:txBody>
      </p:sp>
      <p:sp>
        <p:nvSpPr>
          <p:cNvPr id="34" name="Tijdelijke aanduiding voor afbeelding 6">
            <a:extLst>
              <a:ext uri="{FF2B5EF4-FFF2-40B4-BE49-F238E27FC236}">
                <a16:creationId xmlns:a16="http://schemas.microsoft.com/office/drawing/2014/main" id="{889C2EF5-0E57-1940-A3AC-9BF816B62E00}"/>
              </a:ext>
            </a:extLst>
          </p:cNvPr>
          <p:cNvSpPr>
            <a:spLocks noGrp="1"/>
          </p:cNvSpPr>
          <p:nvPr>
            <p:ph type="pic" sz="quarter" idx="16" hasCustomPrompt="1"/>
          </p:nvPr>
        </p:nvSpPr>
        <p:spPr>
          <a:xfrm>
            <a:off x="8768617" y="3427647"/>
            <a:ext cx="1716087" cy="1721540"/>
          </a:xfrm>
        </p:spPr>
        <p:txBody>
          <a:bodyPr>
            <a:normAutofit/>
          </a:bodyPr>
          <a:lstStyle>
            <a:lvl1pPr marL="0" indent="0">
              <a:lnSpc>
                <a:spcPct val="150000"/>
              </a:lnSpc>
              <a:buNone/>
              <a:defRPr sz="1600"/>
            </a:lvl1pPr>
          </a:lstStyle>
          <a:p>
            <a:r>
              <a:rPr lang="en-GB"/>
              <a:t>Add image - max size: 300kb</a:t>
            </a:r>
          </a:p>
        </p:txBody>
      </p:sp>
      <p:sp>
        <p:nvSpPr>
          <p:cNvPr id="36" name="Tijdelijke aanduiding voor afbeelding 6">
            <a:extLst>
              <a:ext uri="{FF2B5EF4-FFF2-40B4-BE49-F238E27FC236}">
                <a16:creationId xmlns:a16="http://schemas.microsoft.com/office/drawing/2014/main" id="{0FA8BAD9-79AE-3C45-943A-60EC1DD8095A}"/>
              </a:ext>
            </a:extLst>
          </p:cNvPr>
          <p:cNvSpPr>
            <a:spLocks noGrp="1"/>
          </p:cNvSpPr>
          <p:nvPr>
            <p:ph type="pic" sz="quarter" idx="17" hasCustomPrompt="1"/>
          </p:nvPr>
        </p:nvSpPr>
        <p:spPr>
          <a:xfrm>
            <a:off x="10483686" y="5145207"/>
            <a:ext cx="1716087" cy="1714500"/>
          </a:xfrm>
        </p:spPr>
        <p:txBody>
          <a:bodyPr>
            <a:normAutofit/>
          </a:bodyPr>
          <a:lstStyle>
            <a:lvl1pPr marL="0" indent="0">
              <a:lnSpc>
                <a:spcPct val="150000"/>
              </a:lnSpc>
              <a:buNone/>
              <a:defRPr sz="1600"/>
            </a:lvl1pPr>
          </a:lstStyle>
          <a:p>
            <a:r>
              <a:rPr lang="en-GB"/>
              <a:t>Add image - max size: 300kb</a:t>
            </a:r>
          </a:p>
        </p:txBody>
      </p:sp>
    </p:spTree>
    <p:extLst>
      <p:ext uri="{BB962C8B-B14F-4D97-AF65-F5344CB8AC3E}">
        <p14:creationId xmlns:p14="http://schemas.microsoft.com/office/powerpoint/2010/main" val="156102690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Background image + block text">
    <p:spTree>
      <p:nvGrpSpPr>
        <p:cNvPr id="1" name=""/>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9E74C8DC-37BE-0145-B803-8458657275AE}"/>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7" name="Tijdelijke aanduiding voor tekst 6">
            <a:extLst>
              <a:ext uri="{FF2B5EF4-FFF2-40B4-BE49-F238E27FC236}">
                <a16:creationId xmlns:a16="http://schemas.microsoft.com/office/drawing/2014/main" id="{22AFE609-E85F-E443-8E90-3DADD6C2F031}"/>
              </a:ext>
            </a:extLst>
          </p:cNvPr>
          <p:cNvSpPr>
            <a:spLocks noGrp="1"/>
          </p:cNvSpPr>
          <p:nvPr>
            <p:ph type="body" sz="quarter" idx="11" hasCustomPrompt="1"/>
          </p:nvPr>
        </p:nvSpPr>
        <p:spPr>
          <a:xfrm>
            <a:off x="815049" y="2232949"/>
            <a:ext cx="4625052" cy="4625052"/>
          </a:xfrm>
          <a:solidFill>
            <a:schemeClr val="tx1"/>
          </a:solidFill>
        </p:spPr>
        <p:txBody>
          <a:bodyPr lIns="396000" tIns="1655999" rIns="396000" bIns="540000" anchor="t">
            <a:normAutofit/>
          </a:bodyPr>
          <a:lstStyle>
            <a:lvl1pPr marL="0" marR="0" indent="0" algn="l" defTabSz="914400" rtl="0" eaLnBrk="1" fontAlgn="auto" latinLnBrk="0" hangingPunct="1">
              <a:lnSpc>
                <a:spcPct val="100000"/>
              </a:lnSpc>
              <a:spcBef>
                <a:spcPts val="1000"/>
              </a:spcBef>
              <a:spcAft>
                <a:spcPts val="0"/>
              </a:spcAft>
              <a:buClr>
                <a:schemeClr val="bg2"/>
              </a:buClr>
              <a:buSzTx/>
              <a:buFont typeface="Wingdings" pitchFamily="2" charset="2"/>
              <a:buNone/>
              <a:tabLst/>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marR="0" lvl="0" indent="0" algn="l" defTabSz="914400" rtl="0" eaLnBrk="1" fontAlgn="auto" latinLnBrk="0" hangingPunct="1">
              <a:lnSpc>
                <a:spcPct val="100000"/>
              </a:lnSpc>
              <a:spcBef>
                <a:spcPts val="1000"/>
              </a:spcBef>
              <a:spcAft>
                <a:spcPts val="0"/>
              </a:spcAft>
              <a:buClr>
                <a:schemeClr val="bg2"/>
              </a:buClr>
              <a:buSzTx/>
              <a:buFont typeface="Wingdings" pitchFamily="2" charset="2"/>
              <a:buNone/>
              <a:tabLst/>
              <a:defRPr/>
            </a:pPr>
            <a:r>
              <a:rPr lang="en-US" noProof="0"/>
              <a:t>Double tab to add text. </a:t>
            </a:r>
            <a:r>
              <a:rPr lang="en-GB" noProof="0"/>
              <a:t>To add / change the background image, right click on the background and choose ‘format background’. Insert an image from the image library folder ‘PowerPoint images’ from Teams.</a:t>
            </a:r>
          </a:p>
          <a:p>
            <a:pPr lvl="0"/>
            <a:endParaRPr lang="en-US" noProof="0"/>
          </a:p>
        </p:txBody>
      </p:sp>
      <p:sp>
        <p:nvSpPr>
          <p:cNvPr id="2" name="Titel 1">
            <a:extLst>
              <a:ext uri="{FF2B5EF4-FFF2-40B4-BE49-F238E27FC236}">
                <a16:creationId xmlns:a16="http://schemas.microsoft.com/office/drawing/2014/main" id="{604F2AD7-47E6-E24E-8F88-E8B6FAB6DB79}"/>
              </a:ext>
            </a:extLst>
          </p:cNvPr>
          <p:cNvSpPr>
            <a:spLocks noGrp="1"/>
          </p:cNvSpPr>
          <p:nvPr>
            <p:ph type="title" hasCustomPrompt="1"/>
          </p:nvPr>
        </p:nvSpPr>
        <p:spPr>
          <a:xfrm>
            <a:off x="1115992" y="2928396"/>
            <a:ext cx="4023168" cy="802494"/>
          </a:xfrm>
        </p:spPr>
        <p:txBody>
          <a:bodyPr anchor="b">
            <a:normAutofit/>
          </a:bodyPr>
          <a:lstStyle>
            <a:lvl1pPr>
              <a:defRPr sz="2400">
                <a:solidFill>
                  <a:schemeClr val="bg2"/>
                </a:solidFill>
              </a:defRPr>
            </a:lvl1pPr>
          </a:lstStyle>
          <a:p>
            <a:r>
              <a:rPr lang="en-US" noProof="0"/>
              <a:t>Double tab to add title</a:t>
            </a:r>
          </a:p>
        </p:txBody>
      </p:sp>
    </p:spTree>
    <p:extLst>
      <p:ext uri="{BB962C8B-B14F-4D97-AF65-F5344CB8AC3E}">
        <p14:creationId xmlns:p14="http://schemas.microsoft.com/office/powerpoint/2010/main" val="24797913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1_Empty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9897523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ab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840937-EF63-DE46-9EE0-2CB3E4C8607B}"/>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946DE453-0C63-BA43-9914-FC9F156EF1C1}"/>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4" name="Tijdelijke aanduiding voor tekst 5">
            <a:extLst>
              <a:ext uri="{FF2B5EF4-FFF2-40B4-BE49-F238E27FC236}">
                <a16:creationId xmlns:a16="http://schemas.microsoft.com/office/drawing/2014/main" id="{F9428C38-8549-314C-ADB8-2B8974BF93BC}"/>
              </a:ext>
            </a:extLst>
          </p:cNvPr>
          <p:cNvSpPr>
            <a:spLocks noGrp="1"/>
          </p:cNvSpPr>
          <p:nvPr>
            <p:ph type="body" sz="quarter" idx="11" hasCustomPrompt="1"/>
          </p:nvPr>
        </p:nvSpPr>
        <p:spPr>
          <a:xfrm>
            <a:off x="838200" y="1628556"/>
            <a:ext cx="10515600" cy="703137"/>
          </a:xfrm>
        </p:spPr>
        <p:txBody>
          <a:bodyPr>
            <a:normAutofit/>
          </a:bodyPr>
          <a:lstStyle>
            <a:lvl1pPr marL="0" indent="0">
              <a:buClr>
                <a:srgbClr val="3B9C7B"/>
              </a:buClr>
              <a:buNone/>
              <a:defRPr sz="1800"/>
            </a:lvl1pPr>
            <a:lvl2pPr marL="457200" indent="0">
              <a:buClr>
                <a:srgbClr val="3B9C7B"/>
              </a:buClr>
              <a:buNone/>
              <a:defRPr/>
            </a:lvl2pPr>
            <a:lvl3pPr marL="914400" indent="0">
              <a:buClr>
                <a:srgbClr val="3B9C7B"/>
              </a:buClr>
              <a:buNone/>
              <a:defRPr/>
            </a:lvl3pPr>
            <a:lvl4pPr marL="1371600" indent="0">
              <a:buClr>
                <a:srgbClr val="3B9C7B"/>
              </a:buClr>
              <a:buNone/>
              <a:defRPr/>
            </a:lvl4pPr>
            <a:lvl5pPr marL="1828800" indent="0">
              <a:buClr>
                <a:srgbClr val="3B9C7B"/>
              </a:buClr>
              <a:buNone/>
              <a:defRPr/>
            </a:lvl5pPr>
          </a:lstStyle>
          <a:p>
            <a:pPr lvl="0"/>
            <a:r>
              <a:rPr lang="en-US" noProof="0"/>
              <a:t>Double tab to add text</a:t>
            </a:r>
          </a:p>
        </p:txBody>
      </p:sp>
    </p:spTree>
    <p:extLst>
      <p:ext uri="{BB962C8B-B14F-4D97-AF65-F5344CB8AC3E}">
        <p14:creationId xmlns:p14="http://schemas.microsoft.com/office/powerpoint/2010/main" val="422557048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 text - dar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9EE7B8-06F6-B44C-A7FB-AACD9316913F}"/>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70791ABD-1920-7440-80EF-C0D79BB19B32}"/>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6" name="Tijdelijke aanduiding voor tekst 5">
            <a:extLst>
              <a:ext uri="{FF2B5EF4-FFF2-40B4-BE49-F238E27FC236}">
                <a16:creationId xmlns:a16="http://schemas.microsoft.com/office/drawing/2014/main" id="{CA5098BB-FBE4-0E4A-A083-BA66D00ACAF3}"/>
              </a:ext>
            </a:extLst>
          </p:cNvPr>
          <p:cNvSpPr>
            <a:spLocks noGrp="1"/>
          </p:cNvSpPr>
          <p:nvPr>
            <p:ph type="body" sz="quarter" idx="11" hasCustomPrompt="1"/>
          </p:nvPr>
        </p:nvSpPr>
        <p:spPr>
          <a:xfrm>
            <a:off x="838200" y="1628555"/>
            <a:ext cx="10515600" cy="4447189"/>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161734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 2 text boxes - dar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9EE7B8-06F6-B44C-A7FB-AACD9316913F}"/>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70791ABD-1920-7440-80EF-C0D79BB19B32}"/>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6" name="Tijdelijke aanduiding voor tekst 5">
            <a:extLst>
              <a:ext uri="{FF2B5EF4-FFF2-40B4-BE49-F238E27FC236}">
                <a16:creationId xmlns:a16="http://schemas.microsoft.com/office/drawing/2014/main" id="{CA5098BB-FBE4-0E4A-A083-BA66D00ACAF3}"/>
              </a:ext>
            </a:extLst>
          </p:cNvPr>
          <p:cNvSpPr>
            <a:spLocks noGrp="1"/>
          </p:cNvSpPr>
          <p:nvPr>
            <p:ph type="body" sz="quarter" idx="11" hasCustomPrompt="1"/>
          </p:nvPr>
        </p:nvSpPr>
        <p:spPr>
          <a:xfrm>
            <a:off x="838200" y="1628555"/>
            <a:ext cx="5176520" cy="4447189"/>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Tijdelijke aanduiding voor tekst 5">
            <a:extLst>
              <a:ext uri="{FF2B5EF4-FFF2-40B4-BE49-F238E27FC236}">
                <a16:creationId xmlns:a16="http://schemas.microsoft.com/office/drawing/2014/main" id="{19D28746-64B2-9040-97A8-CC8F75C4092E}"/>
              </a:ext>
            </a:extLst>
          </p:cNvPr>
          <p:cNvSpPr>
            <a:spLocks noGrp="1"/>
          </p:cNvSpPr>
          <p:nvPr>
            <p:ph type="body" sz="quarter" idx="12" hasCustomPrompt="1"/>
          </p:nvPr>
        </p:nvSpPr>
        <p:spPr>
          <a:xfrm>
            <a:off x="6182360" y="1628555"/>
            <a:ext cx="5176520" cy="4447189"/>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6208551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ection slide / thank you slid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65A5B8-9A22-144F-870C-F2264B1D49AD}"/>
              </a:ext>
            </a:extLst>
          </p:cNvPr>
          <p:cNvSpPr>
            <a:spLocks noGrp="1"/>
          </p:cNvSpPr>
          <p:nvPr>
            <p:ph type="title" hasCustomPrompt="1"/>
          </p:nvPr>
        </p:nvSpPr>
        <p:spPr>
          <a:xfrm>
            <a:off x="838200" y="2422002"/>
            <a:ext cx="10515600" cy="2013995"/>
          </a:xfrm>
        </p:spPr>
        <p:txBody>
          <a:bodyPr anchor="b"/>
          <a:lstStyle>
            <a:lvl1pPr algn="ctr">
              <a:defRPr>
                <a:solidFill>
                  <a:schemeClr val="bg2"/>
                </a:solidFill>
              </a:defRPr>
            </a:lvl1pPr>
          </a:lstStyle>
          <a:p>
            <a:r>
              <a:rPr lang="en-US" noProof="0"/>
              <a:t>Double tab to add title</a:t>
            </a:r>
          </a:p>
        </p:txBody>
      </p:sp>
      <p:sp>
        <p:nvSpPr>
          <p:cNvPr id="3" name="Tijdelijke aanduiding voor dianummer 2">
            <a:extLst>
              <a:ext uri="{FF2B5EF4-FFF2-40B4-BE49-F238E27FC236}">
                <a16:creationId xmlns:a16="http://schemas.microsoft.com/office/drawing/2014/main" id="{DA763225-6284-8F4D-925B-A82F9AA3E9D4}"/>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5" name="Ondertitel 2">
            <a:extLst>
              <a:ext uri="{FF2B5EF4-FFF2-40B4-BE49-F238E27FC236}">
                <a16:creationId xmlns:a16="http://schemas.microsoft.com/office/drawing/2014/main" id="{D4956ECB-36D2-F441-B631-C85929F75287}"/>
              </a:ext>
            </a:extLst>
          </p:cNvPr>
          <p:cNvSpPr>
            <a:spLocks noGrp="1"/>
          </p:cNvSpPr>
          <p:nvPr>
            <p:ph type="subTitle" idx="1" hasCustomPrompt="1"/>
          </p:nvPr>
        </p:nvSpPr>
        <p:spPr>
          <a:xfrm>
            <a:off x="838199" y="4541092"/>
            <a:ext cx="10515599" cy="1655762"/>
          </a:xfrm>
        </p:spPr>
        <p:txBody>
          <a:bodyPr>
            <a:normAutofit/>
          </a:bodyPr>
          <a:lstStyle>
            <a:lvl1pPr marL="0" marR="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a:pPr>
            <a:r>
              <a:rPr lang="en-GB" noProof="0"/>
              <a:t>Double tab to add subtitle. To add / change the background </a:t>
            </a:r>
            <a:r>
              <a:rPr lang="en-GB" noProof="0" err="1"/>
              <a:t>color</a:t>
            </a:r>
            <a:r>
              <a:rPr lang="en-GB" noProof="0"/>
              <a:t> / image, right click on the background and choose ‘format background’. Insert an image from the image library folder ‘PowerPoint images’ from Teams</a:t>
            </a:r>
          </a:p>
          <a:p>
            <a:endParaRPr lang="en-GB" noProof="0"/>
          </a:p>
        </p:txBody>
      </p:sp>
    </p:spTree>
    <p:extLst>
      <p:ext uri="{BB962C8B-B14F-4D97-AF65-F5344CB8AC3E}">
        <p14:creationId xmlns:p14="http://schemas.microsoft.com/office/powerpoint/2010/main" val="14925792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urbs - dar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62CD47-CA7C-4A4C-BDAA-EBBB142F84E3}"/>
              </a:ext>
            </a:extLst>
          </p:cNvPr>
          <p:cNvSpPr>
            <a:spLocks noGrp="1"/>
          </p:cNvSpPr>
          <p:nvPr>
            <p:ph type="ctrTitle" hasCustomPrompt="1"/>
          </p:nvPr>
        </p:nvSpPr>
        <p:spPr>
          <a:xfrm>
            <a:off x="865632" y="1756433"/>
            <a:ext cx="10454409" cy="463309"/>
          </a:xfrm>
        </p:spPr>
        <p:txBody>
          <a:bodyPr anchor="t">
            <a:normAutofit/>
          </a:bodyPr>
          <a:lstStyle>
            <a:lvl1pPr algn="l">
              <a:defRPr sz="3200">
                <a:solidFill>
                  <a:schemeClr val="bg2"/>
                </a:solidFill>
              </a:defRPr>
            </a:lvl1pPr>
          </a:lstStyle>
          <a:p>
            <a:r>
              <a:rPr lang="en-US" noProof="0"/>
              <a:t>Double tab to add title</a:t>
            </a:r>
          </a:p>
        </p:txBody>
      </p:sp>
      <p:sp>
        <p:nvSpPr>
          <p:cNvPr id="6" name="Tijdelijke aanduiding voor dianummer 5">
            <a:extLst>
              <a:ext uri="{FF2B5EF4-FFF2-40B4-BE49-F238E27FC236}">
                <a16:creationId xmlns:a16="http://schemas.microsoft.com/office/drawing/2014/main" id="{FB9A8726-E31D-1045-B47C-1B06895CB87D}"/>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
        <p:nvSpPr>
          <p:cNvPr id="18" name="Tijdelijke aanduiding voor tekst 13">
            <a:extLst>
              <a:ext uri="{FF2B5EF4-FFF2-40B4-BE49-F238E27FC236}">
                <a16:creationId xmlns:a16="http://schemas.microsoft.com/office/drawing/2014/main" id="{C9DB7CEB-C86D-FE4F-891B-40A39161EA2B}"/>
              </a:ext>
            </a:extLst>
          </p:cNvPr>
          <p:cNvSpPr>
            <a:spLocks noGrp="1"/>
          </p:cNvSpPr>
          <p:nvPr>
            <p:ph type="body" sz="quarter" idx="13" hasCustomPrompt="1"/>
          </p:nvPr>
        </p:nvSpPr>
        <p:spPr>
          <a:xfrm>
            <a:off x="868102" y="4232275"/>
            <a:ext cx="3240911" cy="1864307"/>
          </a:xfrm>
        </p:spPr>
        <p:txBody>
          <a:bodyPr>
            <a:normAutofit/>
          </a:bodyPr>
          <a:lstStyle>
            <a:lvl1pPr marL="0" indent="0">
              <a:lnSpc>
                <a:spcPct val="100000"/>
              </a:lnSpc>
              <a:buNone/>
              <a:defRPr sz="1600"/>
            </a:lvl1pPr>
            <a:lvl2pPr marL="457200" indent="0">
              <a:buNone/>
              <a:defRPr/>
            </a:lvl2pPr>
            <a:lvl3pPr marL="914400" indent="0">
              <a:buNone/>
              <a:defRPr/>
            </a:lvl3pPr>
            <a:lvl4pPr marL="1371600" indent="0">
              <a:buNone/>
              <a:defRPr/>
            </a:lvl4pPr>
            <a:lvl5pPr marL="1828800" indent="0">
              <a:buNone/>
              <a:defRPr/>
            </a:lvl5pPr>
          </a:lstStyle>
          <a:p>
            <a:pPr lvl="0"/>
            <a:r>
              <a:rPr lang="en-US" noProof="0"/>
              <a:t>Double tab to add text</a:t>
            </a:r>
          </a:p>
        </p:txBody>
      </p:sp>
      <p:sp>
        <p:nvSpPr>
          <p:cNvPr id="19" name="Tijdelijke aanduiding voor tekst 13">
            <a:extLst>
              <a:ext uri="{FF2B5EF4-FFF2-40B4-BE49-F238E27FC236}">
                <a16:creationId xmlns:a16="http://schemas.microsoft.com/office/drawing/2014/main" id="{3261F146-5A63-0A4A-9465-EA6462D0DEE5}"/>
              </a:ext>
            </a:extLst>
          </p:cNvPr>
          <p:cNvSpPr>
            <a:spLocks noGrp="1"/>
          </p:cNvSpPr>
          <p:nvPr>
            <p:ph type="body" sz="quarter" idx="14" hasCustomPrompt="1"/>
          </p:nvPr>
        </p:nvSpPr>
        <p:spPr>
          <a:xfrm>
            <a:off x="4473616" y="4232275"/>
            <a:ext cx="3240911" cy="1864307"/>
          </a:xfrm>
        </p:spPr>
        <p:txBody>
          <a:bodyPr>
            <a:normAutofit/>
          </a:bodyPr>
          <a:lstStyle>
            <a:lvl1pPr marL="0" indent="0">
              <a:lnSpc>
                <a:spcPct val="100000"/>
              </a:lnSpc>
              <a:buNone/>
              <a:defRPr sz="1600"/>
            </a:lvl1pPr>
            <a:lvl2pPr marL="457200" indent="0">
              <a:buNone/>
              <a:defRPr/>
            </a:lvl2pPr>
            <a:lvl3pPr marL="914400" indent="0">
              <a:buNone/>
              <a:defRPr/>
            </a:lvl3pPr>
            <a:lvl4pPr marL="1371600" indent="0">
              <a:buNone/>
              <a:defRPr/>
            </a:lvl4pPr>
            <a:lvl5pPr marL="1828800" indent="0">
              <a:buNone/>
              <a:defRPr/>
            </a:lvl5pPr>
          </a:lstStyle>
          <a:p>
            <a:pPr lvl="0"/>
            <a:r>
              <a:rPr lang="en-US" noProof="0"/>
              <a:t>Double tab to add text</a:t>
            </a:r>
          </a:p>
        </p:txBody>
      </p:sp>
      <p:sp>
        <p:nvSpPr>
          <p:cNvPr id="20" name="Tijdelijke aanduiding voor tekst 13">
            <a:extLst>
              <a:ext uri="{FF2B5EF4-FFF2-40B4-BE49-F238E27FC236}">
                <a16:creationId xmlns:a16="http://schemas.microsoft.com/office/drawing/2014/main" id="{B9F9BD40-D03F-EB4C-9A3F-88A4B5B265AB}"/>
              </a:ext>
            </a:extLst>
          </p:cNvPr>
          <p:cNvSpPr>
            <a:spLocks noGrp="1"/>
          </p:cNvSpPr>
          <p:nvPr>
            <p:ph type="body" sz="quarter" idx="15" hasCustomPrompt="1"/>
          </p:nvPr>
        </p:nvSpPr>
        <p:spPr>
          <a:xfrm>
            <a:off x="8079130" y="4232275"/>
            <a:ext cx="3240911" cy="1864307"/>
          </a:xfrm>
        </p:spPr>
        <p:txBody>
          <a:bodyPr>
            <a:normAutofit/>
          </a:bodyPr>
          <a:lstStyle>
            <a:lvl1pPr marL="0" indent="0">
              <a:lnSpc>
                <a:spcPct val="100000"/>
              </a:lnSpc>
              <a:buNone/>
              <a:defRPr sz="1600"/>
            </a:lvl1pPr>
            <a:lvl2pPr marL="457200" indent="0">
              <a:buNone/>
              <a:defRPr/>
            </a:lvl2pPr>
            <a:lvl3pPr marL="914400" indent="0">
              <a:buNone/>
              <a:defRPr/>
            </a:lvl3pPr>
            <a:lvl4pPr marL="1371600" indent="0">
              <a:buNone/>
              <a:defRPr/>
            </a:lvl4pPr>
            <a:lvl5pPr marL="1828800" indent="0">
              <a:buNone/>
              <a:defRPr/>
            </a:lvl5pPr>
          </a:lstStyle>
          <a:p>
            <a:pPr lvl="0"/>
            <a:r>
              <a:rPr lang="en-US" noProof="0"/>
              <a:t>Double tab to add text</a:t>
            </a:r>
          </a:p>
        </p:txBody>
      </p:sp>
      <p:sp>
        <p:nvSpPr>
          <p:cNvPr id="24" name="Tijdelijke aanduiding voor tekst 23">
            <a:extLst>
              <a:ext uri="{FF2B5EF4-FFF2-40B4-BE49-F238E27FC236}">
                <a16:creationId xmlns:a16="http://schemas.microsoft.com/office/drawing/2014/main" id="{81DE6A5C-87DC-9E43-BD7A-DF66351FFD81}"/>
              </a:ext>
            </a:extLst>
          </p:cNvPr>
          <p:cNvSpPr>
            <a:spLocks noGrp="1"/>
          </p:cNvSpPr>
          <p:nvPr>
            <p:ph type="body" sz="quarter" idx="16" hasCustomPrompt="1"/>
          </p:nvPr>
        </p:nvSpPr>
        <p:spPr>
          <a:xfrm>
            <a:off x="865632" y="3429000"/>
            <a:ext cx="3255963" cy="676275"/>
          </a:xfrm>
        </p:spPr>
        <p:txBody>
          <a:bodyPr>
            <a:noAutofit/>
          </a:bodyPr>
          <a:lstStyle>
            <a:lvl1pPr marL="0" indent="0">
              <a:buNone/>
              <a:defRPr sz="5000">
                <a:solidFill>
                  <a:schemeClr val="bg2"/>
                </a:solidFill>
              </a:defRPr>
            </a:lvl1pPr>
          </a:lstStyle>
          <a:p>
            <a:pPr lvl="0"/>
            <a:r>
              <a:rPr lang="en-US" noProof="0"/>
              <a:t>1</a:t>
            </a:r>
          </a:p>
        </p:txBody>
      </p:sp>
      <p:sp>
        <p:nvSpPr>
          <p:cNvPr id="25" name="Tijdelijke aanduiding voor tekst 23">
            <a:extLst>
              <a:ext uri="{FF2B5EF4-FFF2-40B4-BE49-F238E27FC236}">
                <a16:creationId xmlns:a16="http://schemas.microsoft.com/office/drawing/2014/main" id="{255AD460-AFA2-EE47-BBFE-3DD05098DFA1}"/>
              </a:ext>
            </a:extLst>
          </p:cNvPr>
          <p:cNvSpPr>
            <a:spLocks noGrp="1"/>
          </p:cNvSpPr>
          <p:nvPr>
            <p:ph type="body" sz="quarter" idx="17" hasCustomPrompt="1"/>
          </p:nvPr>
        </p:nvSpPr>
        <p:spPr>
          <a:xfrm>
            <a:off x="4465358" y="3429000"/>
            <a:ext cx="3255963" cy="676275"/>
          </a:xfrm>
        </p:spPr>
        <p:txBody>
          <a:bodyPr>
            <a:noAutofit/>
          </a:bodyPr>
          <a:lstStyle>
            <a:lvl1pPr marL="0" indent="0">
              <a:buNone/>
              <a:defRPr sz="5000">
                <a:solidFill>
                  <a:schemeClr val="bg2"/>
                </a:solidFill>
              </a:defRPr>
            </a:lvl1pPr>
          </a:lstStyle>
          <a:p>
            <a:pPr lvl="0"/>
            <a:r>
              <a:rPr lang="en-US" noProof="0"/>
              <a:t>2</a:t>
            </a:r>
          </a:p>
        </p:txBody>
      </p:sp>
      <p:sp>
        <p:nvSpPr>
          <p:cNvPr id="26" name="Tijdelijke aanduiding voor tekst 23">
            <a:extLst>
              <a:ext uri="{FF2B5EF4-FFF2-40B4-BE49-F238E27FC236}">
                <a16:creationId xmlns:a16="http://schemas.microsoft.com/office/drawing/2014/main" id="{462BE296-6181-624C-A0BD-B647B4146477}"/>
              </a:ext>
            </a:extLst>
          </p:cNvPr>
          <p:cNvSpPr>
            <a:spLocks noGrp="1"/>
          </p:cNvSpPr>
          <p:nvPr>
            <p:ph type="body" sz="quarter" idx="18" hasCustomPrompt="1"/>
          </p:nvPr>
        </p:nvSpPr>
        <p:spPr>
          <a:xfrm>
            <a:off x="8065084" y="3429000"/>
            <a:ext cx="3255963" cy="676275"/>
          </a:xfrm>
        </p:spPr>
        <p:txBody>
          <a:bodyPr>
            <a:noAutofit/>
          </a:bodyPr>
          <a:lstStyle>
            <a:lvl1pPr marL="0" indent="0">
              <a:buNone/>
              <a:defRPr sz="5000">
                <a:solidFill>
                  <a:schemeClr val="bg2"/>
                </a:solidFill>
              </a:defRPr>
            </a:lvl1pPr>
          </a:lstStyle>
          <a:p>
            <a:pPr lvl="0"/>
            <a:r>
              <a:rPr lang="en-US" noProof="0"/>
              <a:t>3</a:t>
            </a:r>
          </a:p>
        </p:txBody>
      </p:sp>
      <p:sp>
        <p:nvSpPr>
          <p:cNvPr id="29" name="Tijdelijke aanduiding voor tekst 28">
            <a:extLst>
              <a:ext uri="{FF2B5EF4-FFF2-40B4-BE49-F238E27FC236}">
                <a16:creationId xmlns:a16="http://schemas.microsoft.com/office/drawing/2014/main" id="{2A8B92C6-A7B9-A84C-890A-D5478630C238}"/>
              </a:ext>
            </a:extLst>
          </p:cNvPr>
          <p:cNvSpPr>
            <a:spLocks noGrp="1"/>
          </p:cNvSpPr>
          <p:nvPr>
            <p:ph type="body" sz="quarter" idx="19" hasCustomPrompt="1"/>
          </p:nvPr>
        </p:nvSpPr>
        <p:spPr>
          <a:xfrm>
            <a:off x="865188" y="2346742"/>
            <a:ext cx="10455275" cy="860008"/>
          </a:xfrm>
        </p:spPr>
        <p:txBody>
          <a:bodyPr>
            <a:normAutofit/>
          </a:bodyPr>
          <a:lstStyle>
            <a:lvl1pPr marL="0" indent="0">
              <a:lnSpc>
                <a:spcPct val="100000"/>
              </a:lnSpc>
              <a:buNone/>
              <a:defRPr sz="1800"/>
            </a:lvl1pPr>
          </a:lstStyle>
          <a:p>
            <a:pPr lvl="0"/>
            <a:r>
              <a:rPr lang="en-US" noProof="0"/>
              <a:t>Add sub text</a:t>
            </a:r>
          </a:p>
        </p:txBody>
      </p:sp>
    </p:spTree>
    <p:extLst>
      <p:ext uri="{BB962C8B-B14F-4D97-AF65-F5344CB8AC3E}">
        <p14:creationId xmlns:p14="http://schemas.microsoft.com/office/powerpoint/2010/main" val="39773350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ackground image + block text">
    <p:spTree>
      <p:nvGrpSpPr>
        <p:cNvPr id="1" name=""/>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9E74C8DC-37BE-0145-B803-8458657275AE}"/>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7" name="Tijdelijke aanduiding voor tekst 6">
            <a:extLst>
              <a:ext uri="{FF2B5EF4-FFF2-40B4-BE49-F238E27FC236}">
                <a16:creationId xmlns:a16="http://schemas.microsoft.com/office/drawing/2014/main" id="{22AFE609-E85F-E443-8E90-3DADD6C2F031}"/>
              </a:ext>
            </a:extLst>
          </p:cNvPr>
          <p:cNvSpPr>
            <a:spLocks noGrp="1"/>
          </p:cNvSpPr>
          <p:nvPr>
            <p:ph type="body" sz="quarter" idx="11" hasCustomPrompt="1"/>
          </p:nvPr>
        </p:nvSpPr>
        <p:spPr>
          <a:xfrm>
            <a:off x="826624" y="2232949"/>
            <a:ext cx="4625052" cy="4625052"/>
          </a:xfrm>
          <a:solidFill>
            <a:schemeClr val="tx1"/>
          </a:solidFill>
        </p:spPr>
        <p:txBody>
          <a:bodyPr lIns="396000" tIns="2124000" rIns="396000" bIns="540000" anchor="t">
            <a:normAutofit/>
          </a:bodyPr>
          <a:lstStyle>
            <a:lvl1pPr marL="0" indent="0">
              <a:buNone/>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Double tab to add text. Double tab to add subtitle. To add / change the background color / image, right click on the background and choose ‘format background’. Insert an image from the image library folder ‘PowerPoint images’ from Teams</a:t>
            </a:r>
          </a:p>
          <a:p>
            <a:pPr lvl="0"/>
            <a:endParaRPr lang="en-US" noProof="0"/>
          </a:p>
          <a:p>
            <a:pPr lvl="0"/>
            <a:endParaRPr lang="en-US" noProof="0"/>
          </a:p>
          <a:p>
            <a:pPr lvl="0"/>
            <a:endParaRPr lang="en-US" noProof="0"/>
          </a:p>
          <a:p>
            <a:pPr lvl="0"/>
            <a:endParaRPr lang="en-US" noProof="0"/>
          </a:p>
        </p:txBody>
      </p:sp>
      <p:sp>
        <p:nvSpPr>
          <p:cNvPr id="2" name="Titel 1">
            <a:extLst>
              <a:ext uri="{FF2B5EF4-FFF2-40B4-BE49-F238E27FC236}">
                <a16:creationId xmlns:a16="http://schemas.microsoft.com/office/drawing/2014/main" id="{604F2AD7-47E6-E24E-8F88-E8B6FAB6DB79}"/>
              </a:ext>
            </a:extLst>
          </p:cNvPr>
          <p:cNvSpPr>
            <a:spLocks noGrp="1"/>
          </p:cNvSpPr>
          <p:nvPr>
            <p:ph type="title" hasCustomPrompt="1"/>
          </p:nvPr>
        </p:nvSpPr>
        <p:spPr>
          <a:xfrm>
            <a:off x="1104419" y="3525461"/>
            <a:ext cx="4069466" cy="703137"/>
          </a:xfrm>
        </p:spPr>
        <p:txBody>
          <a:bodyPr anchor="b">
            <a:normAutofit/>
          </a:bodyPr>
          <a:lstStyle>
            <a:lvl1pPr>
              <a:defRPr sz="2400">
                <a:solidFill>
                  <a:schemeClr val="bg2"/>
                </a:solidFill>
              </a:defRPr>
            </a:lvl1pPr>
          </a:lstStyle>
          <a:p>
            <a:r>
              <a:rPr lang="en-US" noProof="0"/>
              <a:t>Double tab to add title</a:t>
            </a:r>
          </a:p>
        </p:txBody>
      </p:sp>
    </p:spTree>
    <p:extLst>
      <p:ext uri="{BB962C8B-B14F-4D97-AF65-F5344CB8AC3E}">
        <p14:creationId xmlns:p14="http://schemas.microsoft.com/office/powerpoint/2010/main" val="147687001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background image + block text">
    <p:spTree>
      <p:nvGrpSpPr>
        <p:cNvPr id="1" name=""/>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9E74C8DC-37BE-0145-B803-8458657275AE}"/>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7" name="Tijdelijke aanduiding voor tekst 6">
            <a:extLst>
              <a:ext uri="{FF2B5EF4-FFF2-40B4-BE49-F238E27FC236}">
                <a16:creationId xmlns:a16="http://schemas.microsoft.com/office/drawing/2014/main" id="{22AFE609-E85F-E443-8E90-3DADD6C2F031}"/>
              </a:ext>
            </a:extLst>
          </p:cNvPr>
          <p:cNvSpPr>
            <a:spLocks noGrp="1"/>
          </p:cNvSpPr>
          <p:nvPr>
            <p:ph type="body" sz="quarter" idx="11" hasCustomPrompt="1"/>
          </p:nvPr>
        </p:nvSpPr>
        <p:spPr>
          <a:xfrm>
            <a:off x="826624" y="2232949"/>
            <a:ext cx="4625052" cy="4625052"/>
          </a:xfrm>
          <a:solidFill>
            <a:schemeClr val="accent3"/>
          </a:solidFill>
        </p:spPr>
        <p:txBody>
          <a:bodyPr lIns="396000" tIns="2124000" rIns="396000" bIns="540000" anchor="t">
            <a:normAutofit/>
          </a:bodyPr>
          <a:lstStyle>
            <a:lvl1pPr marL="0" indent="0">
              <a:buNone/>
              <a:defRPr sz="1400">
                <a:solidFill>
                  <a:schemeClr val="accent5"/>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Double tab to add text. Double tab to add subtitle. To add / change the background color / image, right click on the background and choose ‘format background’. Insert an image from the image library folder ‘PowerPoint images’ from Teams</a:t>
            </a:r>
          </a:p>
          <a:p>
            <a:pPr lvl="0"/>
            <a:endParaRPr lang="en-US" noProof="0"/>
          </a:p>
          <a:p>
            <a:pPr lvl="0"/>
            <a:endParaRPr lang="en-US" noProof="0"/>
          </a:p>
          <a:p>
            <a:pPr lvl="0"/>
            <a:endParaRPr lang="en-US" noProof="0"/>
          </a:p>
          <a:p>
            <a:pPr lvl="0"/>
            <a:endParaRPr lang="en-US" noProof="0"/>
          </a:p>
        </p:txBody>
      </p:sp>
      <p:sp>
        <p:nvSpPr>
          <p:cNvPr id="2" name="Titel 1">
            <a:extLst>
              <a:ext uri="{FF2B5EF4-FFF2-40B4-BE49-F238E27FC236}">
                <a16:creationId xmlns:a16="http://schemas.microsoft.com/office/drawing/2014/main" id="{604F2AD7-47E6-E24E-8F88-E8B6FAB6DB79}"/>
              </a:ext>
            </a:extLst>
          </p:cNvPr>
          <p:cNvSpPr>
            <a:spLocks noGrp="1"/>
          </p:cNvSpPr>
          <p:nvPr>
            <p:ph type="title" hasCustomPrompt="1"/>
          </p:nvPr>
        </p:nvSpPr>
        <p:spPr>
          <a:xfrm>
            <a:off x="1104419" y="3525461"/>
            <a:ext cx="4069466" cy="703137"/>
          </a:xfrm>
        </p:spPr>
        <p:txBody>
          <a:bodyPr anchor="b">
            <a:normAutofit/>
          </a:bodyPr>
          <a:lstStyle>
            <a:lvl1pPr>
              <a:defRPr sz="2400">
                <a:solidFill>
                  <a:schemeClr val="accent4"/>
                </a:solidFill>
              </a:defRPr>
            </a:lvl1pPr>
          </a:lstStyle>
          <a:p>
            <a:r>
              <a:rPr lang="en-US" noProof="0"/>
              <a:t>Double tab to add title</a:t>
            </a:r>
          </a:p>
        </p:txBody>
      </p:sp>
    </p:spTree>
    <p:extLst>
      <p:ext uri="{BB962C8B-B14F-4D97-AF65-F5344CB8AC3E}">
        <p14:creationId xmlns:p14="http://schemas.microsoft.com/office/powerpoint/2010/main" val="49524063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Empty slide - dark">
    <p:spTree>
      <p:nvGrpSpPr>
        <p:cNvPr id="1" name=""/>
        <p:cNvGrpSpPr/>
        <p:nvPr/>
      </p:nvGrpSpPr>
      <p:grpSpPr>
        <a:xfrm>
          <a:off x="0" y="0"/>
          <a:ext cx="0" cy="0"/>
          <a:chOff x="0" y="0"/>
          <a:chExt cx="0" cy="0"/>
        </a:xfrm>
      </p:grpSpPr>
    </p:spTree>
    <p:extLst>
      <p:ext uri="{BB962C8B-B14F-4D97-AF65-F5344CB8AC3E}">
        <p14:creationId xmlns:p14="http://schemas.microsoft.com/office/powerpoint/2010/main" val="81976655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hank you - dar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65A5B8-9A22-144F-870C-F2264B1D49AD}"/>
              </a:ext>
            </a:extLst>
          </p:cNvPr>
          <p:cNvSpPr>
            <a:spLocks noGrp="1"/>
          </p:cNvSpPr>
          <p:nvPr>
            <p:ph type="title" hasCustomPrompt="1"/>
          </p:nvPr>
        </p:nvSpPr>
        <p:spPr>
          <a:xfrm>
            <a:off x="838200" y="2422003"/>
            <a:ext cx="10515600" cy="1294694"/>
          </a:xfrm>
        </p:spPr>
        <p:txBody>
          <a:bodyPr anchor="b"/>
          <a:lstStyle>
            <a:lvl1pPr algn="ctr">
              <a:defRPr>
                <a:solidFill>
                  <a:schemeClr val="bg2"/>
                </a:solidFill>
              </a:defRPr>
            </a:lvl1pPr>
          </a:lstStyle>
          <a:p>
            <a:r>
              <a:rPr lang="en-US" noProof="0"/>
              <a:t>Add thank you title</a:t>
            </a:r>
          </a:p>
        </p:txBody>
      </p:sp>
      <p:pic>
        <p:nvPicPr>
          <p:cNvPr id="6" name="Afbeelding 5">
            <a:extLst>
              <a:ext uri="{FF2B5EF4-FFF2-40B4-BE49-F238E27FC236}">
                <a16:creationId xmlns:a16="http://schemas.microsoft.com/office/drawing/2014/main" id="{504C7459-1BDC-6B42-97BC-01DBAF492922}"/>
              </a:ext>
            </a:extLst>
          </p:cNvPr>
          <p:cNvPicPr>
            <a:picLocks noChangeAspect="1"/>
          </p:cNvPicPr>
          <p:nvPr userDrawn="1"/>
        </p:nvPicPr>
        <p:blipFill>
          <a:blip r:embed="rId2"/>
          <a:stretch>
            <a:fillRect/>
          </a:stretch>
        </p:blipFill>
        <p:spPr>
          <a:xfrm>
            <a:off x="354774" y="352968"/>
            <a:ext cx="2060720" cy="691761"/>
          </a:xfrm>
          <a:prstGeom prst="rect">
            <a:avLst/>
          </a:prstGeom>
        </p:spPr>
      </p:pic>
      <p:sp>
        <p:nvSpPr>
          <p:cNvPr id="13" name="Tijdelijke aanduiding voor tekst 12">
            <a:extLst>
              <a:ext uri="{FF2B5EF4-FFF2-40B4-BE49-F238E27FC236}">
                <a16:creationId xmlns:a16="http://schemas.microsoft.com/office/drawing/2014/main" id="{02DDF741-072C-934D-9B9B-322EBF943764}"/>
              </a:ext>
            </a:extLst>
          </p:cNvPr>
          <p:cNvSpPr>
            <a:spLocks noGrp="1"/>
          </p:cNvSpPr>
          <p:nvPr>
            <p:ph type="body" sz="quarter" idx="11" hasCustomPrompt="1"/>
          </p:nvPr>
        </p:nvSpPr>
        <p:spPr>
          <a:xfrm>
            <a:off x="838201" y="4483817"/>
            <a:ext cx="10515600" cy="304800"/>
          </a:xfrm>
        </p:spPr>
        <p:txBody>
          <a:bodyPr>
            <a:noAutofit/>
          </a:bodyPr>
          <a:lstStyle>
            <a:lvl1pPr marL="0" indent="0" algn="ctr">
              <a:buNone/>
              <a:defRPr sz="1600">
                <a:solidFill>
                  <a:schemeClr val="bg2"/>
                </a:solidFill>
              </a:defRPr>
            </a:lvl1pPr>
          </a:lstStyle>
          <a:p>
            <a:pPr lvl="0"/>
            <a:r>
              <a:rPr lang="en-US" noProof="0"/>
              <a:t>Job title</a:t>
            </a:r>
          </a:p>
        </p:txBody>
      </p:sp>
      <p:sp>
        <p:nvSpPr>
          <p:cNvPr id="15" name="Tijdelijke aanduiding voor tekst 14">
            <a:extLst>
              <a:ext uri="{FF2B5EF4-FFF2-40B4-BE49-F238E27FC236}">
                <a16:creationId xmlns:a16="http://schemas.microsoft.com/office/drawing/2014/main" id="{290D5B76-0F35-6949-870E-28CBE4623B9E}"/>
              </a:ext>
            </a:extLst>
          </p:cNvPr>
          <p:cNvSpPr>
            <a:spLocks noGrp="1"/>
          </p:cNvSpPr>
          <p:nvPr>
            <p:ph type="body" sz="quarter" idx="12" hasCustomPrompt="1"/>
          </p:nvPr>
        </p:nvSpPr>
        <p:spPr>
          <a:xfrm>
            <a:off x="838200" y="5022417"/>
            <a:ext cx="10506075" cy="520700"/>
          </a:xfrm>
        </p:spPr>
        <p:txBody>
          <a:bodyPr>
            <a:normAutofit/>
          </a:bodyPr>
          <a:lstStyle>
            <a:lvl1pPr marL="0" marR="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lang="nl-NL" sz="1600" i="1" smtClean="0">
                <a:solidFill>
                  <a:schemeClr val="bg1"/>
                </a:solidFill>
                <a:effectLst/>
              </a:defRPr>
            </a:lvl1pPr>
          </a:lstStyle>
          <a:p>
            <a:pPr marL="0" marR="0" lvl="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a:pPr>
            <a:r>
              <a:rPr lang="nl-NL" err="1">
                <a:solidFill>
                  <a:srgbClr val="FFFFFF"/>
                </a:solidFill>
                <a:effectLst/>
                <a:latin typeface="Arial" panose="020B0604020202020204" pitchFamily="34" charset="0"/>
              </a:rPr>
              <a:t>example@oceanaccounts.org</a:t>
            </a:r>
            <a:r>
              <a:rPr lang="nl-NL">
                <a:solidFill>
                  <a:srgbClr val="FFFFFF"/>
                </a:solidFill>
                <a:effectLst/>
                <a:latin typeface="Arial" panose="020B0604020202020204" pitchFamily="34" charset="0"/>
              </a:rPr>
              <a:t>  -  </a:t>
            </a:r>
            <a:r>
              <a:rPr lang="nl-NL" err="1">
                <a:solidFill>
                  <a:srgbClr val="FFFFFF"/>
                </a:solidFill>
                <a:effectLst/>
                <a:latin typeface="Arial" panose="020B0604020202020204" pitchFamily="34" charset="0"/>
              </a:rPr>
              <a:t>example@outlook.com</a:t>
            </a:r>
            <a:endParaRPr lang="nl-NL">
              <a:solidFill>
                <a:srgbClr val="FFFFFF"/>
              </a:solidFill>
              <a:effectLst/>
              <a:latin typeface="Arial" panose="020B0604020202020204" pitchFamily="34" charset="0"/>
            </a:endParaRPr>
          </a:p>
          <a:p>
            <a:endParaRPr lang="nl-NL">
              <a:solidFill>
                <a:srgbClr val="FFFFFF"/>
              </a:solidFill>
              <a:effectLst/>
              <a:latin typeface="Arial" panose="020B0604020202020204" pitchFamily="34" charset="0"/>
            </a:endParaRPr>
          </a:p>
        </p:txBody>
      </p:sp>
      <p:pic>
        <p:nvPicPr>
          <p:cNvPr id="16" name="Graphic 15">
            <a:extLst>
              <a:ext uri="{FF2B5EF4-FFF2-40B4-BE49-F238E27FC236}">
                <a16:creationId xmlns:a16="http://schemas.microsoft.com/office/drawing/2014/main" id="{1FB5D09C-9469-4642-9B00-7552AA162D2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1795760" y="5282767"/>
            <a:ext cx="377952" cy="1547801"/>
          </a:xfrm>
          <a:prstGeom prst="rect">
            <a:avLst/>
          </a:prstGeom>
        </p:spPr>
      </p:pic>
      <p:sp>
        <p:nvSpPr>
          <p:cNvPr id="18" name="Tijdelijke aanduiding voor tekst 17">
            <a:extLst>
              <a:ext uri="{FF2B5EF4-FFF2-40B4-BE49-F238E27FC236}">
                <a16:creationId xmlns:a16="http://schemas.microsoft.com/office/drawing/2014/main" id="{78C40BBF-CA6F-D34F-AAEE-A17C0DDF6969}"/>
              </a:ext>
            </a:extLst>
          </p:cNvPr>
          <p:cNvSpPr>
            <a:spLocks noGrp="1"/>
          </p:cNvSpPr>
          <p:nvPr>
            <p:ph type="body" sz="quarter" idx="13" hasCustomPrompt="1"/>
          </p:nvPr>
        </p:nvSpPr>
        <p:spPr>
          <a:xfrm>
            <a:off x="838200" y="4179017"/>
            <a:ext cx="10515600" cy="304800"/>
          </a:xfrm>
        </p:spPr>
        <p:txBody>
          <a:bodyPr>
            <a:noAutofit/>
          </a:bodyPr>
          <a:lstStyle>
            <a:lvl1pPr marL="0" indent="0" algn="ctr">
              <a:buNone/>
              <a:defRPr sz="2000"/>
            </a:lvl1pPr>
          </a:lstStyle>
          <a:p>
            <a:pPr lvl="0"/>
            <a:r>
              <a:rPr lang="en-US" noProof="0"/>
              <a:t>Name Surname</a:t>
            </a:r>
          </a:p>
        </p:txBody>
      </p:sp>
    </p:spTree>
    <p:extLst>
      <p:ext uri="{BB962C8B-B14F-4D97-AF65-F5344CB8AC3E}">
        <p14:creationId xmlns:p14="http://schemas.microsoft.com/office/powerpoint/2010/main" val="196886790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 text - dar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9EE7B8-06F6-B44C-A7FB-AACD9316913F}"/>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70791ABD-1920-7440-80EF-C0D79BB19B32}"/>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6" name="Tijdelijke aanduiding voor tekst 5">
            <a:extLst>
              <a:ext uri="{FF2B5EF4-FFF2-40B4-BE49-F238E27FC236}">
                <a16:creationId xmlns:a16="http://schemas.microsoft.com/office/drawing/2014/main" id="{CA5098BB-FBE4-0E4A-A083-BA66D00ACAF3}"/>
              </a:ext>
            </a:extLst>
          </p:cNvPr>
          <p:cNvSpPr>
            <a:spLocks noGrp="1"/>
          </p:cNvSpPr>
          <p:nvPr>
            <p:ph type="body" sz="quarter" idx="11" hasCustomPrompt="1"/>
          </p:nvPr>
        </p:nvSpPr>
        <p:spPr>
          <a:xfrm>
            <a:off x="838200" y="1628555"/>
            <a:ext cx="10515600" cy="4447189"/>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409696558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Section slide / thank you slid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65A5B8-9A22-144F-870C-F2264B1D49AD}"/>
              </a:ext>
            </a:extLst>
          </p:cNvPr>
          <p:cNvSpPr>
            <a:spLocks noGrp="1"/>
          </p:cNvSpPr>
          <p:nvPr>
            <p:ph type="title" hasCustomPrompt="1"/>
          </p:nvPr>
        </p:nvSpPr>
        <p:spPr>
          <a:xfrm>
            <a:off x="838200" y="2422002"/>
            <a:ext cx="10515600" cy="2013995"/>
          </a:xfrm>
        </p:spPr>
        <p:txBody>
          <a:bodyPr anchor="b"/>
          <a:lstStyle>
            <a:lvl1pPr algn="ctr">
              <a:defRPr>
                <a:solidFill>
                  <a:schemeClr val="bg2"/>
                </a:solidFill>
              </a:defRPr>
            </a:lvl1pPr>
          </a:lstStyle>
          <a:p>
            <a:r>
              <a:rPr lang="en-US" noProof="0"/>
              <a:t>Double tab to add title</a:t>
            </a:r>
          </a:p>
        </p:txBody>
      </p:sp>
      <p:sp>
        <p:nvSpPr>
          <p:cNvPr id="3" name="Tijdelijke aanduiding voor dianummer 2">
            <a:extLst>
              <a:ext uri="{FF2B5EF4-FFF2-40B4-BE49-F238E27FC236}">
                <a16:creationId xmlns:a16="http://schemas.microsoft.com/office/drawing/2014/main" id="{DA763225-6284-8F4D-925B-A82F9AA3E9D4}"/>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5" name="Ondertitel 2">
            <a:extLst>
              <a:ext uri="{FF2B5EF4-FFF2-40B4-BE49-F238E27FC236}">
                <a16:creationId xmlns:a16="http://schemas.microsoft.com/office/drawing/2014/main" id="{D4956ECB-36D2-F441-B631-C85929F75287}"/>
              </a:ext>
            </a:extLst>
          </p:cNvPr>
          <p:cNvSpPr>
            <a:spLocks noGrp="1"/>
          </p:cNvSpPr>
          <p:nvPr>
            <p:ph type="subTitle" idx="1" hasCustomPrompt="1"/>
          </p:nvPr>
        </p:nvSpPr>
        <p:spPr>
          <a:xfrm>
            <a:off x="838199" y="4541092"/>
            <a:ext cx="10515599" cy="1655762"/>
          </a:xfrm>
        </p:spPr>
        <p:txBody>
          <a:bodyPr>
            <a:normAutofit/>
          </a:bodyPr>
          <a:lstStyle>
            <a:lvl1pPr marL="0" marR="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a:pPr>
            <a:r>
              <a:rPr lang="en-GB" noProof="0"/>
              <a:t>Double tab to add subtitle. To add / change the background </a:t>
            </a:r>
            <a:r>
              <a:rPr lang="en-GB" noProof="0" err="1"/>
              <a:t>color</a:t>
            </a:r>
            <a:r>
              <a:rPr lang="en-GB" noProof="0"/>
              <a:t> / image, right click on the background and choose ‘format background’. Insert an image from the image library folder ‘PowerPoint images’ from Teams</a:t>
            </a:r>
          </a:p>
          <a:p>
            <a:endParaRPr lang="en-GB" noProof="0"/>
          </a:p>
        </p:txBody>
      </p:sp>
    </p:spTree>
    <p:extLst>
      <p:ext uri="{BB962C8B-B14F-4D97-AF65-F5344CB8AC3E}">
        <p14:creationId xmlns:p14="http://schemas.microsoft.com/office/powerpoint/2010/main" val="357259037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Blurbs - dar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62CD47-CA7C-4A4C-BDAA-EBBB142F84E3}"/>
              </a:ext>
            </a:extLst>
          </p:cNvPr>
          <p:cNvSpPr>
            <a:spLocks noGrp="1"/>
          </p:cNvSpPr>
          <p:nvPr>
            <p:ph type="ctrTitle" hasCustomPrompt="1"/>
          </p:nvPr>
        </p:nvSpPr>
        <p:spPr>
          <a:xfrm>
            <a:off x="865632" y="1756433"/>
            <a:ext cx="10454409" cy="463309"/>
          </a:xfrm>
        </p:spPr>
        <p:txBody>
          <a:bodyPr anchor="t">
            <a:normAutofit/>
          </a:bodyPr>
          <a:lstStyle>
            <a:lvl1pPr algn="l">
              <a:defRPr sz="3200">
                <a:solidFill>
                  <a:schemeClr val="bg2"/>
                </a:solidFill>
              </a:defRPr>
            </a:lvl1pPr>
          </a:lstStyle>
          <a:p>
            <a:r>
              <a:rPr lang="en-US" noProof="0"/>
              <a:t>Double tab to add title</a:t>
            </a:r>
          </a:p>
        </p:txBody>
      </p:sp>
      <p:sp>
        <p:nvSpPr>
          <p:cNvPr id="6" name="Tijdelijke aanduiding voor dianummer 5">
            <a:extLst>
              <a:ext uri="{FF2B5EF4-FFF2-40B4-BE49-F238E27FC236}">
                <a16:creationId xmlns:a16="http://schemas.microsoft.com/office/drawing/2014/main" id="{FB9A8726-E31D-1045-B47C-1B06895CB87D}"/>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
        <p:nvSpPr>
          <p:cNvPr id="18" name="Tijdelijke aanduiding voor tekst 13">
            <a:extLst>
              <a:ext uri="{FF2B5EF4-FFF2-40B4-BE49-F238E27FC236}">
                <a16:creationId xmlns:a16="http://schemas.microsoft.com/office/drawing/2014/main" id="{C9DB7CEB-C86D-FE4F-891B-40A39161EA2B}"/>
              </a:ext>
            </a:extLst>
          </p:cNvPr>
          <p:cNvSpPr>
            <a:spLocks noGrp="1"/>
          </p:cNvSpPr>
          <p:nvPr>
            <p:ph type="body" sz="quarter" idx="13" hasCustomPrompt="1"/>
          </p:nvPr>
        </p:nvSpPr>
        <p:spPr>
          <a:xfrm>
            <a:off x="868102" y="4232275"/>
            <a:ext cx="3240911" cy="1864307"/>
          </a:xfrm>
        </p:spPr>
        <p:txBody>
          <a:bodyPr>
            <a:normAutofit/>
          </a:bodyPr>
          <a:lstStyle>
            <a:lvl1pPr marL="0" indent="0">
              <a:lnSpc>
                <a:spcPct val="100000"/>
              </a:lnSpc>
              <a:buNone/>
              <a:defRPr sz="1600"/>
            </a:lvl1pPr>
            <a:lvl2pPr marL="457200" indent="0">
              <a:buNone/>
              <a:defRPr/>
            </a:lvl2pPr>
            <a:lvl3pPr marL="914400" indent="0">
              <a:buNone/>
              <a:defRPr/>
            </a:lvl3pPr>
            <a:lvl4pPr marL="1371600" indent="0">
              <a:buNone/>
              <a:defRPr/>
            </a:lvl4pPr>
            <a:lvl5pPr marL="1828800" indent="0">
              <a:buNone/>
              <a:defRPr/>
            </a:lvl5pPr>
          </a:lstStyle>
          <a:p>
            <a:pPr lvl="0"/>
            <a:r>
              <a:rPr lang="en-US" noProof="0"/>
              <a:t>Double tab to add text</a:t>
            </a:r>
          </a:p>
        </p:txBody>
      </p:sp>
      <p:sp>
        <p:nvSpPr>
          <p:cNvPr id="19" name="Tijdelijke aanduiding voor tekst 13">
            <a:extLst>
              <a:ext uri="{FF2B5EF4-FFF2-40B4-BE49-F238E27FC236}">
                <a16:creationId xmlns:a16="http://schemas.microsoft.com/office/drawing/2014/main" id="{3261F146-5A63-0A4A-9465-EA6462D0DEE5}"/>
              </a:ext>
            </a:extLst>
          </p:cNvPr>
          <p:cNvSpPr>
            <a:spLocks noGrp="1"/>
          </p:cNvSpPr>
          <p:nvPr>
            <p:ph type="body" sz="quarter" idx="14" hasCustomPrompt="1"/>
          </p:nvPr>
        </p:nvSpPr>
        <p:spPr>
          <a:xfrm>
            <a:off x="4473616" y="4232275"/>
            <a:ext cx="3240911" cy="1864307"/>
          </a:xfrm>
        </p:spPr>
        <p:txBody>
          <a:bodyPr>
            <a:normAutofit/>
          </a:bodyPr>
          <a:lstStyle>
            <a:lvl1pPr marL="0" indent="0">
              <a:lnSpc>
                <a:spcPct val="100000"/>
              </a:lnSpc>
              <a:buNone/>
              <a:defRPr sz="1600"/>
            </a:lvl1pPr>
            <a:lvl2pPr marL="457200" indent="0">
              <a:buNone/>
              <a:defRPr/>
            </a:lvl2pPr>
            <a:lvl3pPr marL="914400" indent="0">
              <a:buNone/>
              <a:defRPr/>
            </a:lvl3pPr>
            <a:lvl4pPr marL="1371600" indent="0">
              <a:buNone/>
              <a:defRPr/>
            </a:lvl4pPr>
            <a:lvl5pPr marL="1828800" indent="0">
              <a:buNone/>
              <a:defRPr/>
            </a:lvl5pPr>
          </a:lstStyle>
          <a:p>
            <a:pPr lvl="0"/>
            <a:r>
              <a:rPr lang="en-US" noProof="0"/>
              <a:t>Double tab to add text</a:t>
            </a:r>
          </a:p>
        </p:txBody>
      </p:sp>
      <p:sp>
        <p:nvSpPr>
          <p:cNvPr id="20" name="Tijdelijke aanduiding voor tekst 13">
            <a:extLst>
              <a:ext uri="{FF2B5EF4-FFF2-40B4-BE49-F238E27FC236}">
                <a16:creationId xmlns:a16="http://schemas.microsoft.com/office/drawing/2014/main" id="{B9F9BD40-D03F-EB4C-9A3F-88A4B5B265AB}"/>
              </a:ext>
            </a:extLst>
          </p:cNvPr>
          <p:cNvSpPr>
            <a:spLocks noGrp="1"/>
          </p:cNvSpPr>
          <p:nvPr>
            <p:ph type="body" sz="quarter" idx="15" hasCustomPrompt="1"/>
          </p:nvPr>
        </p:nvSpPr>
        <p:spPr>
          <a:xfrm>
            <a:off x="8079130" y="4232275"/>
            <a:ext cx="3240911" cy="1864307"/>
          </a:xfrm>
        </p:spPr>
        <p:txBody>
          <a:bodyPr>
            <a:normAutofit/>
          </a:bodyPr>
          <a:lstStyle>
            <a:lvl1pPr marL="0" indent="0">
              <a:lnSpc>
                <a:spcPct val="100000"/>
              </a:lnSpc>
              <a:buNone/>
              <a:defRPr sz="1600"/>
            </a:lvl1pPr>
            <a:lvl2pPr marL="457200" indent="0">
              <a:buNone/>
              <a:defRPr/>
            </a:lvl2pPr>
            <a:lvl3pPr marL="914400" indent="0">
              <a:buNone/>
              <a:defRPr/>
            </a:lvl3pPr>
            <a:lvl4pPr marL="1371600" indent="0">
              <a:buNone/>
              <a:defRPr/>
            </a:lvl4pPr>
            <a:lvl5pPr marL="1828800" indent="0">
              <a:buNone/>
              <a:defRPr/>
            </a:lvl5pPr>
          </a:lstStyle>
          <a:p>
            <a:pPr lvl="0"/>
            <a:r>
              <a:rPr lang="en-US" noProof="0"/>
              <a:t>Double tab to add text</a:t>
            </a:r>
          </a:p>
        </p:txBody>
      </p:sp>
      <p:sp>
        <p:nvSpPr>
          <p:cNvPr id="24" name="Tijdelijke aanduiding voor tekst 23">
            <a:extLst>
              <a:ext uri="{FF2B5EF4-FFF2-40B4-BE49-F238E27FC236}">
                <a16:creationId xmlns:a16="http://schemas.microsoft.com/office/drawing/2014/main" id="{81DE6A5C-87DC-9E43-BD7A-DF66351FFD81}"/>
              </a:ext>
            </a:extLst>
          </p:cNvPr>
          <p:cNvSpPr>
            <a:spLocks noGrp="1"/>
          </p:cNvSpPr>
          <p:nvPr>
            <p:ph type="body" sz="quarter" idx="16" hasCustomPrompt="1"/>
          </p:nvPr>
        </p:nvSpPr>
        <p:spPr>
          <a:xfrm>
            <a:off x="865632" y="3429000"/>
            <a:ext cx="3255963" cy="676275"/>
          </a:xfrm>
        </p:spPr>
        <p:txBody>
          <a:bodyPr>
            <a:noAutofit/>
          </a:bodyPr>
          <a:lstStyle>
            <a:lvl1pPr marL="0" indent="0">
              <a:buNone/>
              <a:defRPr sz="5000">
                <a:solidFill>
                  <a:schemeClr val="bg2"/>
                </a:solidFill>
              </a:defRPr>
            </a:lvl1pPr>
          </a:lstStyle>
          <a:p>
            <a:pPr lvl="0"/>
            <a:r>
              <a:rPr lang="en-US" noProof="0"/>
              <a:t>1</a:t>
            </a:r>
          </a:p>
        </p:txBody>
      </p:sp>
      <p:sp>
        <p:nvSpPr>
          <p:cNvPr id="25" name="Tijdelijke aanduiding voor tekst 23">
            <a:extLst>
              <a:ext uri="{FF2B5EF4-FFF2-40B4-BE49-F238E27FC236}">
                <a16:creationId xmlns:a16="http://schemas.microsoft.com/office/drawing/2014/main" id="{255AD460-AFA2-EE47-BBFE-3DD05098DFA1}"/>
              </a:ext>
            </a:extLst>
          </p:cNvPr>
          <p:cNvSpPr>
            <a:spLocks noGrp="1"/>
          </p:cNvSpPr>
          <p:nvPr>
            <p:ph type="body" sz="quarter" idx="17" hasCustomPrompt="1"/>
          </p:nvPr>
        </p:nvSpPr>
        <p:spPr>
          <a:xfrm>
            <a:off x="4465358" y="3429000"/>
            <a:ext cx="3255963" cy="676275"/>
          </a:xfrm>
        </p:spPr>
        <p:txBody>
          <a:bodyPr>
            <a:noAutofit/>
          </a:bodyPr>
          <a:lstStyle>
            <a:lvl1pPr marL="0" indent="0">
              <a:buNone/>
              <a:defRPr sz="5000">
                <a:solidFill>
                  <a:schemeClr val="bg2"/>
                </a:solidFill>
              </a:defRPr>
            </a:lvl1pPr>
          </a:lstStyle>
          <a:p>
            <a:pPr lvl="0"/>
            <a:r>
              <a:rPr lang="en-US" noProof="0"/>
              <a:t>2</a:t>
            </a:r>
          </a:p>
        </p:txBody>
      </p:sp>
      <p:sp>
        <p:nvSpPr>
          <p:cNvPr id="26" name="Tijdelijke aanduiding voor tekst 23">
            <a:extLst>
              <a:ext uri="{FF2B5EF4-FFF2-40B4-BE49-F238E27FC236}">
                <a16:creationId xmlns:a16="http://schemas.microsoft.com/office/drawing/2014/main" id="{462BE296-6181-624C-A0BD-B647B4146477}"/>
              </a:ext>
            </a:extLst>
          </p:cNvPr>
          <p:cNvSpPr>
            <a:spLocks noGrp="1"/>
          </p:cNvSpPr>
          <p:nvPr>
            <p:ph type="body" sz="quarter" idx="18" hasCustomPrompt="1"/>
          </p:nvPr>
        </p:nvSpPr>
        <p:spPr>
          <a:xfrm>
            <a:off x="8065084" y="3429000"/>
            <a:ext cx="3255963" cy="676275"/>
          </a:xfrm>
        </p:spPr>
        <p:txBody>
          <a:bodyPr>
            <a:noAutofit/>
          </a:bodyPr>
          <a:lstStyle>
            <a:lvl1pPr marL="0" indent="0">
              <a:buNone/>
              <a:defRPr sz="5000">
                <a:solidFill>
                  <a:schemeClr val="bg2"/>
                </a:solidFill>
              </a:defRPr>
            </a:lvl1pPr>
          </a:lstStyle>
          <a:p>
            <a:pPr lvl="0"/>
            <a:r>
              <a:rPr lang="en-US" noProof="0"/>
              <a:t>3</a:t>
            </a:r>
          </a:p>
        </p:txBody>
      </p:sp>
      <p:sp>
        <p:nvSpPr>
          <p:cNvPr id="29" name="Tijdelijke aanduiding voor tekst 28">
            <a:extLst>
              <a:ext uri="{FF2B5EF4-FFF2-40B4-BE49-F238E27FC236}">
                <a16:creationId xmlns:a16="http://schemas.microsoft.com/office/drawing/2014/main" id="{2A8B92C6-A7B9-A84C-890A-D5478630C238}"/>
              </a:ext>
            </a:extLst>
          </p:cNvPr>
          <p:cNvSpPr>
            <a:spLocks noGrp="1"/>
          </p:cNvSpPr>
          <p:nvPr>
            <p:ph type="body" sz="quarter" idx="19" hasCustomPrompt="1"/>
          </p:nvPr>
        </p:nvSpPr>
        <p:spPr>
          <a:xfrm>
            <a:off x="865188" y="2346742"/>
            <a:ext cx="10455275" cy="860008"/>
          </a:xfrm>
        </p:spPr>
        <p:txBody>
          <a:bodyPr>
            <a:normAutofit/>
          </a:bodyPr>
          <a:lstStyle>
            <a:lvl1pPr marL="0" indent="0">
              <a:lnSpc>
                <a:spcPct val="100000"/>
              </a:lnSpc>
              <a:buNone/>
              <a:defRPr sz="1800"/>
            </a:lvl1pPr>
          </a:lstStyle>
          <a:p>
            <a:pPr lvl="0"/>
            <a:r>
              <a:rPr lang="en-US" noProof="0"/>
              <a:t>Add sub text</a:t>
            </a:r>
          </a:p>
        </p:txBody>
      </p:sp>
    </p:spTree>
    <p:extLst>
      <p:ext uri="{BB962C8B-B14F-4D97-AF65-F5344CB8AC3E}">
        <p14:creationId xmlns:p14="http://schemas.microsoft.com/office/powerpoint/2010/main" val="8762322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background image + block text">
    <p:spTree>
      <p:nvGrpSpPr>
        <p:cNvPr id="1" name=""/>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9E74C8DC-37BE-0145-B803-8458657275AE}"/>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7" name="Tijdelijke aanduiding voor tekst 6">
            <a:extLst>
              <a:ext uri="{FF2B5EF4-FFF2-40B4-BE49-F238E27FC236}">
                <a16:creationId xmlns:a16="http://schemas.microsoft.com/office/drawing/2014/main" id="{22AFE609-E85F-E443-8E90-3DADD6C2F031}"/>
              </a:ext>
            </a:extLst>
          </p:cNvPr>
          <p:cNvSpPr>
            <a:spLocks noGrp="1"/>
          </p:cNvSpPr>
          <p:nvPr>
            <p:ph type="body" sz="quarter" idx="11" hasCustomPrompt="1"/>
          </p:nvPr>
        </p:nvSpPr>
        <p:spPr>
          <a:xfrm>
            <a:off x="826624" y="2232949"/>
            <a:ext cx="4625052" cy="4625052"/>
          </a:xfrm>
          <a:solidFill>
            <a:schemeClr val="tx1"/>
          </a:solidFill>
        </p:spPr>
        <p:txBody>
          <a:bodyPr lIns="396000" tIns="2124000" rIns="396000" bIns="540000" anchor="t">
            <a:normAutofit/>
          </a:bodyPr>
          <a:lstStyle>
            <a:lvl1pPr marL="0" indent="0">
              <a:buNone/>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Double tab to add text. Double tab to add subtitle. To add / change the background color / image, right click on the background and choose ‘format background’. Insert an image from the image library folder ‘PowerPoint images’ from Teams</a:t>
            </a:r>
          </a:p>
          <a:p>
            <a:pPr lvl="0"/>
            <a:endParaRPr lang="en-US" noProof="0"/>
          </a:p>
          <a:p>
            <a:pPr lvl="0"/>
            <a:endParaRPr lang="en-US" noProof="0"/>
          </a:p>
          <a:p>
            <a:pPr lvl="0"/>
            <a:endParaRPr lang="en-US" noProof="0"/>
          </a:p>
          <a:p>
            <a:pPr lvl="0"/>
            <a:endParaRPr lang="en-US" noProof="0"/>
          </a:p>
        </p:txBody>
      </p:sp>
      <p:sp>
        <p:nvSpPr>
          <p:cNvPr id="2" name="Titel 1">
            <a:extLst>
              <a:ext uri="{FF2B5EF4-FFF2-40B4-BE49-F238E27FC236}">
                <a16:creationId xmlns:a16="http://schemas.microsoft.com/office/drawing/2014/main" id="{604F2AD7-47E6-E24E-8F88-E8B6FAB6DB79}"/>
              </a:ext>
            </a:extLst>
          </p:cNvPr>
          <p:cNvSpPr>
            <a:spLocks noGrp="1"/>
          </p:cNvSpPr>
          <p:nvPr>
            <p:ph type="title" hasCustomPrompt="1"/>
          </p:nvPr>
        </p:nvSpPr>
        <p:spPr>
          <a:xfrm>
            <a:off x="1104419" y="3525461"/>
            <a:ext cx="4069466" cy="703137"/>
          </a:xfrm>
        </p:spPr>
        <p:txBody>
          <a:bodyPr anchor="b">
            <a:normAutofit/>
          </a:bodyPr>
          <a:lstStyle>
            <a:lvl1pPr>
              <a:defRPr sz="2400">
                <a:solidFill>
                  <a:schemeClr val="bg2"/>
                </a:solidFill>
              </a:defRPr>
            </a:lvl1pPr>
          </a:lstStyle>
          <a:p>
            <a:r>
              <a:rPr lang="en-US" noProof="0"/>
              <a:t>Double tab to add title</a:t>
            </a:r>
          </a:p>
        </p:txBody>
      </p:sp>
    </p:spTree>
    <p:extLst>
      <p:ext uri="{BB962C8B-B14F-4D97-AF65-F5344CB8AC3E}">
        <p14:creationId xmlns:p14="http://schemas.microsoft.com/office/powerpoint/2010/main" val="201132174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1_background image + block text">
    <p:spTree>
      <p:nvGrpSpPr>
        <p:cNvPr id="1" name=""/>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9E74C8DC-37BE-0145-B803-8458657275AE}"/>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7" name="Tijdelijke aanduiding voor tekst 6">
            <a:extLst>
              <a:ext uri="{FF2B5EF4-FFF2-40B4-BE49-F238E27FC236}">
                <a16:creationId xmlns:a16="http://schemas.microsoft.com/office/drawing/2014/main" id="{22AFE609-E85F-E443-8E90-3DADD6C2F031}"/>
              </a:ext>
            </a:extLst>
          </p:cNvPr>
          <p:cNvSpPr>
            <a:spLocks noGrp="1"/>
          </p:cNvSpPr>
          <p:nvPr>
            <p:ph type="body" sz="quarter" idx="11" hasCustomPrompt="1"/>
          </p:nvPr>
        </p:nvSpPr>
        <p:spPr>
          <a:xfrm>
            <a:off x="826624" y="2232949"/>
            <a:ext cx="4625052" cy="4625052"/>
          </a:xfrm>
          <a:solidFill>
            <a:schemeClr val="accent3"/>
          </a:solidFill>
        </p:spPr>
        <p:txBody>
          <a:bodyPr lIns="396000" tIns="2124000" rIns="396000" bIns="540000" anchor="t">
            <a:normAutofit/>
          </a:bodyPr>
          <a:lstStyle>
            <a:lvl1pPr marL="0" indent="0">
              <a:buNone/>
              <a:defRPr sz="1400">
                <a:solidFill>
                  <a:schemeClr val="accent5"/>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Double tab to add text. Double tab to add subtitle. To add / change the background color / image, right click on the background and choose ‘format background’. Insert an image from the image library folder ‘PowerPoint images’ from Teams</a:t>
            </a:r>
          </a:p>
          <a:p>
            <a:pPr lvl="0"/>
            <a:endParaRPr lang="en-US" noProof="0"/>
          </a:p>
          <a:p>
            <a:pPr lvl="0"/>
            <a:endParaRPr lang="en-US" noProof="0"/>
          </a:p>
          <a:p>
            <a:pPr lvl="0"/>
            <a:endParaRPr lang="en-US" noProof="0"/>
          </a:p>
          <a:p>
            <a:pPr lvl="0"/>
            <a:endParaRPr lang="en-US" noProof="0"/>
          </a:p>
        </p:txBody>
      </p:sp>
      <p:sp>
        <p:nvSpPr>
          <p:cNvPr id="2" name="Titel 1">
            <a:extLst>
              <a:ext uri="{FF2B5EF4-FFF2-40B4-BE49-F238E27FC236}">
                <a16:creationId xmlns:a16="http://schemas.microsoft.com/office/drawing/2014/main" id="{604F2AD7-47E6-E24E-8F88-E8B6FAB6DB79}"/>
              </a:ext>
            </a:extLst>
          </p:cNvPr>
          <p:cNvSpPr>
            <a:spLocks noGrp="1"/>
          </p:cNvSpPr>
          <p:nvPr>
            <p:ph type="title" hasCustomPrompt="1"/>
          </p:nvPr>
        </p:nvSpPr>
        <p:spPr>
          <a:xfrm>
            <a:off x="1104419" y="3525461"/>
            <a:ext cx="4069466" cy="703137"/>
          </a:xfrm>
        </p:spPr>
        <p:txBody>
          <a:bodyPr anchor="b">
            <a:normAutofit/>
          </a:bodyPr>
          <a:lstStyle>
            <a:lvl1pPr>
              <a:defRPr sz="2400">
                <a:solidFill>
                  <a:schemeClr val="accent4"/>
                </a:solidFill>
              </a:defRPr>
            </a:lvl1pPr>
          </a:lstStyle>
          <a:p>
            <a:r>
              <a:rPr lang="en-US" noProof="0"/>
              <a:t>Double tab to add title</a:t>
            </a:r>
          </a:p>
        </p:txBody>
      </p:sp>
    </p:spTree>
    <p:extLst>
      <p:ext uri="{BB962C8B-B14F-4D97-AF65-F5344CB8AC3E}">
        <p14:creationId xmlns:p14="http://schemas.microsoft.com/office/powerpoint/2010/main" val="35753432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Empty slide - dark">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998486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Thank you - dar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65A5B8-9A22-144F-870C-F2264B1D49AD}"/>
              </a:ext>
            </a:extLst>
          </p:cNvPr>
          <p:cNvSpPr>
            <a:spLocks noGrp="1"/>
          </p:cNvSpPr>
          <p:nvPr>
            <p:ph type="title" hasCustomPrompt="1"/>
          </p:nvPr>
        </p:nvSpPr>
        <p:spPr>
          <a:xfrm>
            <a:off x="838200" y="2422003"/>
            <a:ext cx="10515600" cy="1294694"/>
          </a:xfrm>
        </p:spPr>
        <p:txBody>
          <a:bodyPr anchor="b"/>
          <a:lstStyle>
            <a:lvl1pPr algn="ctr">
              <a:defRPr>
                <a:solidFill>
                  <a:schemeClr val="bg2"/>
                </a:solidFill>
              </a:defRPr>
            </a:lvl1pPr>
          </a:lstStyle>
          <a:p>
            <a:r>
              <a:rPr lang="en-US" noProof="0"/>
              <a:t>Add thank you title</a:t>
            </a:r>
          </a:p>
        </p:txBody>
      </p:sp>
      <p:pic>
        <p:nvPicPr>
          <p:cNvPr id="6" name="Afbeelding 5">
            <a:extLst>
              <a:ext uri="{FF2B5EF4-FFF2-40B4-BE49-F238E27FC236}">
                <a16:creationId xmlns:a16="http://schemas.microsoft.com/office/drawing/2014/main" id="{504C7459-1BDC-6B42-97BC-01DBAF492922}"/>
              </a:ext>
            </a:extLst>
          </p:cNvPr>
          <p:cNvPicPr>
            <a:picLocks noChangeAspect="1"/>
          </p:cNvPicPr>
          <p:nvPr/>
        </p:nvPicPr>
        <p:blipFill>
          <a:blip r:embed="rId2"/>
          <a:stretch>
            <a:fillRect/>
          </a:stretch>
        </p:blipFill>
        <p:spPr>
          <a:xfrm>
            <a:off x="354774" y="352968"/>
            <a:ext cx="2060720" cy="691761"/>
          </a:xfrm>
          <a:prstGeom prst="rect">
            <a:avLst/>
          </a:prstGeom>
        </p:spPr>
      </p:pic>
      <p:sp>
        <p:nvSpPr>
          <p:cNvPr id="13" name="Tijdelijke aanduiding voor tekst 12">
            <a:extLst>
              <a:ext uri="{FF2B5EF4-FFF2-40B4-BE49-F238E27FC236}">
                <a16:creationId xmlns:a16="http://schemas.microsoft.com/office/drawing/2014/main" id="{02DDF741-072C-934D-9B9B-322EBF943764}"/>
              </a:ext>
            </a:extLst>
          </p:cNvPr>
          <p:cNvSpPr>
            <a:spLocks noGrp="1"/>
          </p:cNvSpPr>
          <p:nvPr>
            <p:ph type="body" sz="quarter" idx="11" hasCustomPrompt="1"/>
          </p:nvPr>
        </p:nvSpPr>
        <p:spPr>
          <a:xfrm>
            <a:off x="838201" y="4483817"/>
            <a:ext cx="10515600" cy="304800"/>
          </a:xfrm>
        </p:spPr>
        <p:txBody>
          <a:bodyPr>
            <a:noAutofit/>
          </a:bodyPr>
          <a:lstStyle>
            <a:lvl1pPr marL="0" indent="0" algn="ctr">
              <a:buNone/>
              <a:defRPr sz="1600">
                <a:solidFill>
                  <a:schemeClr val="bg2"/>
                </a:solidFill>
              </a:defRPr>
            </a:lvl1pPr>
          </a:lstStyle>
          <a:p>
            <a:pPr lvl="0"/>
            <a:r>
              <a:rPr lang="en-US" noProof="0"/>
              <a:t>Job title</a:t>
            </a:r>
          </a:p>
        </p:txBody>
      </p:sp>
      <p:sp>
        <p:nvSpPr>
          <p:cNvPr id="15" name="Tijdelijke aanduiding voor tekst 14">
            <a:extLst>
              <a:ext uri="{FF2B5EF4-FFF2-40B4-BE49-F238E27FC236}">
                <a16:creationId xmlns:a16="http://schemas.microsoft.com/office/drawing/2014/main" id="{290D5B76-0F35-6949-870E-28CBE4623B9E}"/>
              </a:ext>
            </a:extLst>
          </p:cNvPr>
          <p:cNvSpPr>
            <a:spLocks noGrp="1"/>
          </p:cNvSpPr>
          <p:nvPr>
            <p:ph type="body" sz="quarter" idx="12" hasCustomPrompt="1"/>
          </p:nvPr>
        </p:nvSpPr>
        <p:spPr>
          <a:xfrm>
            <a:off x="838200" y="5022417"/>
            <a:ext cx="10506075" cy="520700"/>
          </a:xfrm>
        </p:spPr>
        <p:txBody>
          <a:bodyPr>
            <a:normAutofit/>
          </a:bodyPr>
          <a:lstStyle>
            <a:lvl1pPr marL="0" marR="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lang="nl-NL" sz="1600" i="1" smtClean="0">
                <a:solidFill>
                  <a:schemeClr val="bg1"/>
                </a:solidFill>
                <a:effectLst/>
              </a:defRPr>
            </a:lvl1pPr>
          </a:lstStyle>
          <a:p>
            <a:pPr marL="0" marR="0" lvl="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a:pPr>
            <a:r>
              <a:rPr lang="nl-NL" err="1">
                <a:solidFill>
                  <a:srgbClr val="FFFFFF"/>
                </a:solidFill>
                <a:effectLst/>
                <a:latin typeface="Arial" panose="020B0604020202020204" pitchFamily="34" charset="0"/>
              </a:rPr>
              <a:t>example@oceanaccounts.org</a:t>
            </a:r>
            <a:r>
              <a:rPr lang="nl-NL">
                <a:solidFill>
                  <a:srgbClr val="FFFFFF"/>
                </a:solidFill>
                <a:effectLst/>
                <a:latin typeface="Arial" panose="020B0604020202020204" pitchFamily="34" charset="0"/>
              </a:rPr>
              <a:t>  -  </a:t>
            </a:r>
            <a:r>
              <a:rPr lang="nl-NL" err="1">
                <a:solidFill>
                  <a:srgbClr val="FFFFFF"/>
                </a:solidFill>
                <a:effectLst/>
                <a:latin typeface="Arial" panose="020B0604020202020204" pitchFamily="34" charset="0"/>
              </a:rPr>
              <a:t>example@outlook.com</a:t>
            </a:r>
            <a:endParaRPr lang="nl-NL">
              <a:solidFill>
                <a:srgbClr val="FFFFFF"/>
              </a:solidFill>
              <a:effectLst/>
              <a:latin typeface="Arial" panose="020B0604020202020204" pitchFamily="34" charset="0"/>
            </a:endParaRPr>
          </a:p>
          <a:p>
            <a:endParaRPr lang="nl-NL">
              <a:solidFill>
                <a:srgbClr val="FFFFFF"/>
              </a:solidFill>
              <a:effectLst/>
              <a:latin typeface="Arial" panose="020B0604020202020204" pitchFamily="34" charset="0"/>
            </a:endParaRPr>
          </a:p>
        </p:txBody>
      </p:sp>
      <p:pic>
        <p:nvPicPr>
          <p:cNvPr id="16" name="Graphic 15">
            <a:extLst>
              <a:ext uri="{FF2B5EF4-FFF2-40B4-BE49-F238E27FC236}">
                <a16:creationId xmlns:a16="http://schemas.microsoft.com/office/drawing/2014/main" id="{1FB5D09C-9469-4642-9B00-7552AA162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795760" y="5282767"/>
            <a:ext cx="377952" cy="1547801"/>
          </a:xfrm>
          <a:prstGeom prst="rect">
            <a:avLst/>
          </a:prstGeom>
        </p:spPr>
      </p:pic>
      <p:sp>
        <p:nvSpPr>
          <p:cNvPr id="18" name="Tijdelijke aanduiding voor tekst 17">
            <a:extLst>
              <a:ext uri="{FF2B5EF4-FFF2-40B4-BE49-F238E27FC236}">
                <a16:creationId xmlns:a16="http://schemas.microsoft.com/office/drawing/2014/main" id="{78C40BBF-CA6F-D34F-AAEE-A17C0DDF6969}"/>
              </a:ext>
            </a:extLst>
          </p:cNvPr>
          <p:cNvSpPr>
            <a:spLocks noGrp="1"/>
          </p:cNvSpPr>
          <p:nvPr>
            <p:ph type="body" sz="quarter" idx="13" hasCustomPrompt="1"/>
          </p:nvPr>
        </p:nvSpPr>
        <p:spPr>
          <a:xfrm>
            <a:off x="838200" y="4179017"/>
            <a:ext cx="10515600" cy="304800"/>
          </a:xfrm>
        </p:spPr>
        <p:txBody>
          <a:bodyPr>
            <a:noAutofit/>
          </a:bodyPr>
          <a:lstStyle>
            <a:lvl1pPr marL="0" indent="0" algn="ctr">
              <a:buNone/>
              <a:defRPr sz="2000"/>
            </a:lvl1pPr>
          </a:lstStyle>
          <a:p>
            <a:pPr lvl="0"/>
            <a:r>
              <a:rPr lang="en-US" noProof="0"/>
              <a:t>Name Surname</a:t>
            </a:r>
          </a:p>
        </p:txBody>
      </p:sp>
    </p:spTree>
    <p:extLst>
      <p:ext uri="{BB962C8B-B14F-4D97-AF65-F5344CB8AC3E}">
        <p14:creationId xmlns:p14="http://schemas.microsoft.com/office/powerpoint/2010/main" val="140704543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102666"/>
            <a:ext cx="9144000" cy="2387600"/>
          </a:xfrm>
          <a:prstGeom prst="rect">
            <a:avLst/>
          </a:prstGeom>
        </p:spPr>
        <p:txBody>
          <a:bodyPr anchor="b"/>
          <a:lstStyle>
            <a:lvl1pPr algn="ctr">
              <a:defRPr sz="6000">
                <a:solidFill>
                  <a:schemeClr val="tx2"/>
                </a:solidFill>
              </a:defRPr>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4582341"/>
            <a:ext cx="9144000" cy="1062584"/>
          </a:xfrm>
          <a:prstGeom prst="rect">
            <a:avLst/>
          </a:prstGeom>
        </p:spPr>
        <p:txBody>
          <a:bodyPr/>
          <a:lstStyle>
            <a:lvl1pPr marL="0" indent="0" algn="ctr">
              <a:buNone/>
              <a:defRPr sz="24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subtitle. Add / change background image: right click on the background -&gt; ‘format background’. </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9" name="Text Placeholder 8">
            <a:extLst>
              <a:ext uri="{FF2B5EF4-FFF2-40B4-BE49-F238E27FC236}">
                <a16:creationId xmlns:a16="http://schemas.microsoft.com/office/drawing/2014/main" id="{276E0DA4-BE98-F253-CE15-3E8CEBF9553F}"/>
              </a:ext>
            </a:extLst>
          </p:cNvPr>
          <p:cNvSpPr>
            <a:spLocks noGrp="1"/>
          </p:cNvSpPr>
          <p:nvPr>
            <p:ph type="body" sz="quarter" idx="13" hasCustomPrompt="1"/>
          </p:nvPr>
        </p:nvSpPr>
        <p:spPr>
          <a:xfrm>
            <a:off x="1524000" y="5719763"/>
            <a:ext cx="4327233" cy="223837"/>
          </a:xfrm>
        </p:spPr>
        <p:txBody>
          <a:bodyPr>
            <a:noAutofit/>
          </a:bodyPr>
          <a:lstStyle>
            <a:lvl1pPr marL="0" indent="0" algn="r">
              <a:buFont typeface="Arial" panose="020B0604020202020204" pitchFamily="34" charset="0"/>
              <a:buNone/>
              <a:defRPr sz="14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Name Surname </a:t>
            </a:r>
          </a:p>
        </p:txBody>
      </p:sp>
      <p:sp>
        <p:nvSpPr>
          <p:cNvPr id="10" name="Text Placeholder 8">
            <a:extLst>
              <a:ext uri="{FF2B5EF4-FFF2-40B4-BE49-F238E27FC236}">
                <a16:creationId xmlns:a16="http://schemas.microsoft.com/office/drawing/2014/main" id="{47FF9569-251D-28D9-04A1-30874C376F83}"/>
              </a:ext>
            </a:extLst>
          </p:cNvPr>
          <p:cNvSpPr>
            <a:spLocks noGrp="1"/>
          </p:cNvSpPr>
          <p:nvPr>
            <p:ph type="body" sz="quarter" idx="14" hasCustomPrompt="1"/>
          </p:nvPr>
        </p:nvSpPr>
        <p:spPr>
          <a:xfrm>
            <a:off x="6340766" y="5719763"/>
            <a:ext cx="4327233" cy="223837"/>
          </a:xfrm>
        </p:spPr>
        <p:txBody>
          <a:bodyPr>
            <a:noAutofit/>
          </a:bodyPr>
          <a:lstStyle>
            <a:lvl1pPr marL="0" indent="0" algn="l">
              <a:buFont typeface="Arial" panose="020B0604020202020204" pitchFamily="34" charset="0"/>
              <a:buNone/>
              <a:defRPr sz="14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5 May 2023 13:30</a:t>
            </a:r>
          </a:p>
        </p:txBody>
      </p:sp>
      <p:pic>
        <p:nvPicPr>
          <p:cNvPr id="17" name="Graphic 16">
            <a:extLst>
              <a:ext uri="{FF2B5EF4-FFF2-40B4-BE49-F238E27FC236}">
                <a16:creationId xmlns:a16="http://schemas.microsoft.com/office/drawing/2014/main" id="{50D863FC-F0C7-62AE-69C0-C523970917D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953297" y="5811410"/>
            <a:ext cx="285407" cy="63897"/>
          </a:xfrm>
          <a:prstGeom prst="rect">
            <a:avLst/>
          </a:prstGeom>
        </p:spPr>
      </p:pic>
      <p:sp>
        <p:nvSpPr>
          <p:cNvPr id="18" name="Footer Placeholder 17">
            <a:extLst>
              <a:ext uri="{FF2B5EF4-FFF2-40B4-BE49-F238E27FC236}">
                <a16:creationId xmlns:a16="http://schemas.microsoft.com/office/drawing/2014/main" id="{32780F77-8A04-C3F6-58E2-4E56BC3474E5}"/>
              </a:ext>
            </a:extLst>
          </p:cNvPr>
          <p:cNvSpPr>
            <a:spLocks noGrp="1"/>
          </p:cNvSpPr>
          <p:nvPr>
            <p:ph type="ftr" sz="quarter" idx="15"/>
          </p:nvPr>
        </p:nvSpPr>
        <p:spPr/>
        <p:txBody>
          <a:bodyPr/>
          <a:lstStyle/>
          <a:p>
            <a:r>
              <a:rPr lang="en-GB"/>
              <a:t>SDR HUB OVERVIEW</a:t>
            </a:r>
          </a:p>
        </p:txBody>
      </p:sp>
    </p:spTree>
    <p:extLst>
      <p:ext uri="{BB962C8B-B14F-4D97-AF65-F5344CB8AC3E}">
        <p14:creationId xmlns:p14="http://schemas.microsoft.com/office/powerpoint/2010/main" val="9103666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102666"/>
            <a:ext cx="9144000" cy="2387600"/>
          </a:xfrm>
          <a:prstGeom prst="rect">
            <a:avLst/>
          </a:prstGeom>
        </p:spPr>
        <p:txBody>
          <a:bodyPr anchor="b"/>
          <a:lstStyle>
            <a:lvl1pPr algn="ctr">
              <a:defRPr sz="6000">
                <a:solidFill>
                  <a:schemeClr val="tx2"/>
                </a:solidFill>
              </a:defRPr>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4582341"/>
            <a:ext cx="9144000" cy="1062584"/>
          </a:xfrm>
          <a:prstGeom prst="rect">
            <a:avLst/>
          </a:prstGeom>
        </p:spPr>
        <p:txBody>
          <a:bodyPr/>
          <a:lstStyle>
            <a:lvl1pPr marL="0" indent="0" algn="ctr">
              <a:buNone/>
              <a:defRPr sz="24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subtitle. Add / change background image: right click on the background -&gt; ‘format background’. </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9" name="Text Placeholder 8">
            <a:extLst>
              <a:ext uri="{FF2B5EF4-FFF2-40B4-BE49-F238E27FC236}">
                <a16:creationId xmlns:a16="http://schemas.microsoft.com/office/drawing/2014/main" id="{276E0DA4-BE98-F253-CE15-3E8CEBF9553F}"/>
              </a:ext>
            </a:extLst>
          </p:cNvPr>
          <p:cNvSpPr>
            <a:spLocks noGrp="1"/>
          </p:cNvSpPr>
          <p:nvPr>
            <p:ph type="body" sz="quarter" idx="13" hasCustomPrompt="1"/>
          </p:nvPr>
        </p:nvSpPr>
        <p:spPr>
          <a:xfrm>
            <a:off x="1524000" y="5719763"/>
            <a:ext cx="4327233" cy="223837"/>
          </a:xfrm>
        </p:spPr>
        <p:txBody>
          <a:bodyPr>
            <a:noAutofit/>
          </a:bodyPr>
          <a:lstStyle>
            <a:lvl1pPr marL="0" indent="0" algn="r">
              <a:buFont typeface="Arial" panose="020B0604020202020204" pitchFamily="34" charset="0"/>
              <a:buNone/>
              <a:defRPr sz="14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Name Surname </a:t>
            </a:r>
          </a:p>
        </p:txBody>
      </p:sp>
      <p:sp>
        <p:nvSpPr>
          <p:cNvPr id="10" name="Text Placeholder 8">
            <a:extLst>
              <a:ext uri="{FF2B5EF4-FFF2-40B4-BE49-F238E27FC236}">
                <a16:creationId xmlns:a16="http://schemas.microsoft.com/office/drawing/2014/main" id="{47FF9569-251D-28D9-04A1-30874C376F83}"/>
              </a:ext>
            </a:extLst>
          </p:cNvPr>
          <p:cNvSpPr>
            <a:spLocks noGrp="1"/>
          </p:cNvSpPr>
          <p:nvPr>
            <p:ph type="body" sz="quarter" idx="14" hasCustomPrompt="1"/>
          </p:nvPr>
        </p:nvSpPr>
        <p:spPr>
          <a:xfrm>
            <a:off x="6340766" y="5719763"/>
            <a:ext cx="4327233" cy="223837"/>
          </a:xfrm>
        </p:spPr>
        <p:txBody>
          <a:bodyPr>
            <a:noAutofit/>
          </a:bodyPr>
          <a:lstStyle>
            <a:lvl1pPr marL="0" indent="0" algn="l">
              <a:buFont typeface="Arial" panose="020B0604020202020204" pitchFamily="34" charset="0"/>
              <a:buNone/>
              <a:defRPr sz="14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5 May 2023 13:30</a:t>
            </a:r>
          </a:p>
        </p:txBody>
      </p:sp>
      <p:pic>
        <p:nvPicPr>
          <p:cNvPr id="17" name="Graphic 16">
            <a:extLst>
              <a:ext uri="{FF2B5EF4-FFF2-40B4-BE49-F238E27FC236}">
                <a16:creationId xmlns:a16="http://schemas.microsoft.com/office/drawing/2014/main" id="{50D863FC-F0C7-62AE-69C0-C523970917D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953297" y="5811410"/>
            <a:ext cx="285407" cy="63897"/>
          </a:xfrm>
          <a:prstGeom prst="rect">
            <a:avLst/>
          </a:prstGeom>
        </p:spPr>
      </p:pic>
      <p:sp>
        <p:nvSpPr>
          <p:cNvPr id="18" name="Footer Placeholder 17">
            <a:extLst>
              <a:ext uri="{FF2B5EF4-FFF2-40B4-BE49-F238E27FC236}">
                <a16:creationId xmlns:a16="http://schemas.microsoft.com/office/drawing/2014/main" id="{32780F77-8A04-C3F6-58E2-4E56BC3474E5}"/>
              </a:ext>
            </a:extLst>
          </p:cNvPr>
          <p:cNvSpPr>
            <a:spLocks noGrp="1"/>
          </p:cNvSpPr>
          <p:nvPr>
            <p:ph type="ftr" sz="quarter" idx="15"/>
          </p:nvPr>
        </p:nvSpPr>
        <p:spPr/>
        <p:txBody>
          <a:bodyPr/>
          <a:lstStyle/>
          <a:p>
            <a:r>
              <a:rPr lang="en-GB"/>
              <a:t>SDR HUB OVERVIEW</a:t>
            </a:r>
          </a:p>
        </p:txBody>
      </p:sp>
    </p:spTree>
    <p:extLst>
      <p:ext uri="{BB962C8B-B14F-4D97-AF65-F5344CB8AC3E}">
        <p14:creationId xmlns:p14="http://schemas.microsoft.com/office/powerpoint/2010/main" val="14361524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477408"/>
            <a:ext cx="9144000" cy="620595"/>
          </a:xfrm>
          <a:prstGeom prst="rect">
            <a:avLst/>
          </a:prstGeom>
        </p:spPr>
        <p:txBody>
          <a:bodyPr anchor="b">
            <a:normAutofit/>
          </a:bodyPr>
          <a:lstStyle>
            <a:lvl1pPr algn="ctr">
              <a:defRPr sz="3600"/>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3242800"/>
            <a:ext cx="9144000" cy="1062584"/>
          </a:xfrm>
          <a:prstGeom prst="rect">
            <a:avLst/>
          </a:prstGeom>
        </p:spPr>
        <p:txBody>
          <a:bodyPr>
            <a:normAutofit/>
          </a:bodyPr>
          <a:lstStyle>
            <a:lvl1pPr marL="0" indent="0" algn="ctr">
              <a:lnSpc>
                <a:spcPct val="100000"/>
              </a:lnSpc>
              <a:buNone/>
              <a:defRPr sz="1600" b="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a:t>
            </a:r>
            <a:r>
              <a:rPr lang="en-GB" err="1"/>
              <a:t>alinea</a:t>
            </a:r>
            <a:r>
              <a:rPr lang="en-GB"/>
              <a:t> text</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2064152" y="4450181"/>
            <a:ext cx="3888973"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2" name="Text Placeholder 10">
            <a:extLst>
              <a:ext uri="{FF2B5EF4-FFF2-40B4-BE49-F238E27FC236}">
                <a16:creationId xmlns:a16="http://schemas.microsoft.com/office/drawing/2014/main" id="{70F7D046-E958-9025-BEA4-08281F97C5CD}"/>
              </a:ext>
            </a:extLst>
          </p:cNvPr>
          <p:cNvSpPr>
            <a:spLocks noGrp="1"/>
          </p:cNvSpPr>
          <p:nvPr>
            <p:ph type="body" sz="quarter" idx="16" hasCustomPrompt="1"/>
          </p:nvPr>
        </p:nvSpPr>
        <p:spPr>
          <a:xfrm>
            <a:off x="6244281" y="4450181"/>
            <a:ext cx="3883567"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1524000" y="2074483"/>
            <a:ext cx="9144000" cy="295275"/>
          </a:xfrm>
        </p:spPr>
        <p:txBody>
          <a:bodyPr anchor="b">
            <a:noAutofit/>
          </a:bodyPr>
          <a:lstStyle>
            <a:lvl1pPr marL="0" indent="0" algn="ctr">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8" name="Footer Placeholder 17">
            <a:extLst>
              <a:ext uri="{FF2B5EF4-FFF2-40B4-BE49-F238E27FC236}">
                <a16:creationId xmlns:a16="http://schemas.microsoft.com/office/drawing/2014/main" id="{A48611BC-1417-DAEB-753E-502273FBC1B3}"/>
              </a:ext>
            </a:extLst>
          </p:cNvPr>
          <p:cNvSpPr>
            <a:spLocks noGrp="1"/>
          </p:cNvSpPr>
          <p:nvPr>
            <p:ph type="ftr" sz="quarter" idx="18"/>
          </p:nvPr>
        </p:nvSpPr>
        <p:spPr/>
        <p:txBody>
          <a:bodyPr/>
          <a:lstStyle/>
          <a:p>
            <a:r>
              <a:rPr lang="en-GB"/>
              <a:t>SDR HUB OVERVIEW</a:t>
            </a:r>
          </a:p>
        </p:txBody>
      </p:sp>
    </p:spTree>
    <p:extLst>
      <p:ext uri="{BB962C8B-B14F-4D97-AF65-F5344CB8AC3E}">
        <p14:creationId xmlns:p14="http://schemas.microsoft.com/office/powerpoint/2010/main" val="32252164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0" y="0"/>
            <a:ext cx="6244281" cy="6858000"/>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277161420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2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0" y="0"/>
            <a:ext cx="6244281" cy="6858000"/>
          </a:xfrm>
          <a:prstGeom prst="rect">
            <a:avLst/>
          </a:prstGeom>
          <a:solidFill>
            <a:srgbClr val="F2D8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184896650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0" y="0"/>
            <a:ext cx="6244281" cy="6858000"/>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88299939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2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0" y="0"/>
            <a:ext cx="6244281" cy="6858000"/>
          </a:xfrm>
          <a:prstGeom prst="rect">
            <a:avLst/>
          </a:prstGeom>
          <a:solidFill>
            <a:srgbClr val="F2D8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39927535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FE9B503-272A-F6B4-D58E-93E554E7D5A4}"/>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endParaRPr lang="en-GB"/>
          </a:p>
        </p:txBody>
      </p:sp>
      <p:sp>
        <p:nvSpPr>
          <p:cNvPr id="13" name="Content Placeholder 12">
            <a:extLst>
              <a:ext uri="{FF2B5EF4-FFF2-40B4-BE49-F238E27FC236}">
                <a16:creationId xmlns:a16="http://schemas.microsoft.com/office/drawing/2014/main" id="{9C2E8D6E-739C-2F82-AF35-0575C20D81E0}"/>
              </a:ext>
            </a:extLst>
          </p:cNvPr>
          <p:cNvSpPr>
            <a:spLocks noGrp="1"/>
          </p:cNvSpPr>
          <p:nvPr>
            <p:ph sz="quarter" idx="13"/>
          </p:nvPr>
        </p:nvSpPr>
        <p:spPr>
          <a:xfrm>
            <a:off x="838200" y="1622340"/>
            <a:ext cx="10515600" cy="4333617"/>
          </a:xfrm>
        </p:spPr>
        <p:txBody>
          <a:bodyPr>
            <a:normAutofit/>
          </a:bodyPr>
          <a:lstStyle>
            <a:lvl1pPr>
              <a:lnSpc>
                <a:spcPct val="100000"/>
              </a:lnSpc>
              <a:defRPr sz="1800"/>
            </a:lvl1pPr>
            <a:lvl2pPr>
              <a:lnSpc>
                <a:spcPct val="100000"/>
              </a:lnSpc>
              <a:defRPr sz="1600"/>
            </a:lvl2pPr>
            <a:lvl3pPr>
              <a:lnSpc>
                <a:spcPct val="100000"/>
              </a:lnSpc>
              <a:defRPr sz="1400"/>
            </a:lvl3pPr>
            <a:lvl4pPr>
              <a:lnSpc>
                <a:spcPct val="100000"/>
              </a:lnSpc>
              <a:defRPr sz="1200"/>
            </a:lvl4pPr>
            <a:lvl5pPr>
              <a:lnSpc>
                <a:spcPct val="100000"/>
              </a:lnSpc>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14" name="Footer Placeholder 13">
            <a:extLst>
              <a:ext uri="{FF2B5EF4-FFF2-40B4-BE49-F238E27FC236}">
                <a16:creationId xmlns:a16="http://schemas.microsoft.com/office/drawing/2014/main" id="{2F4A3FE5-9A76-CAD0-3DEC-B1E82E294652}"/>
              </a:ext>
            </a:extLst>
          </p:cNvPr>
          <p:cNvSpPr>
            <a:spLocks noGrp="1"/>
          </p:cNvSpPr>
          <p:nvPr>
            <p:ph type="ftr" sz="quarter" idx="14"/>
          </p:nvPr>
        </p:nvSpPr>
        <p:spPr/>
        <p:txBody>
          <a:bodyPr/>
          <a:lstStyle/>
          <a:p>
            <a:r>
              <a:rPr lang="en-GB"/>
              <a:t>SDR HUB OVERVIEW</a:t>
            </a:r>
          </a:p>
        </p:txBody>
      </p:sp>
    </p:spTree>
    <p:extLst>
      <p:ext uri="{BB962C8B-B14F-4D97-AF65-F5344CB8AC3E}">
        <p14:creationId xmlns:p14="http://schemas.microsoft.com/office/powerpoint/2010/main" val="122296769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Table SLide">
    <p:bg>
      <p:bgPr>
        <a:solidFill>
          <a:schemeClr val="tx2"/>
        </a:solidFill>
        <a:effectLst/>
      </p:bgPr>
    </p:bg>
    <p:spTree>
      <p:nvGrpSpPr>
        <p:cNvPr id="1" name=""/>
        <p:cNvGrpSpPr/>
        <p:nvPr/>
      </p:nvGrpSpPr>
      <p:grpSpPr>
        <a:xfrm>
          <a:off x="0" y="0"/>
          <a:ext cx="0" cy="0"/>
          <a:chOff x="0" y="0"/>
          <a:chExt cx="0" cy="0"/>
        </a:xfrm>
      </p:grpSpPr>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lvl1pPr>
              <a:defRPr>
                <a:solidFill>
                  <a:schemeClr val="bg1"/>
                </a:solidFill>
              </a:defRPr>
            </a:lvl1pPr>
          </a:lstStyle>
          <a:p>
            <a:endParaRPr lang="en-GB"/>
          </a:p>
        </p:txBody>
      </p:sp>
      <p:sp>
        <p:nvSpPr>
          <p:cNvPr id="5" name="Text Placeholder 3">
            <a:extLst>
              <a:ext uri="{FF2B5EF4-FFF2-40B4-BE49-F238E27FC236}">
                <a16:creationId xmlns:a16="http://schemas.microsoft.com/office/drawing/2014/main" id="{49D4168B-B615-3C26-6250-6FA7A8F80E34}"/>
              </a:ext>
            </a:extLst>
          </p:cNvPr>
          <p:cNvSpPr>
            <a:spLocks noGrp="1"/>
          </p:cNvSpPr>
          <p:nvPr>
            <p:ph type="body" sz="quarter" idx="14"/>
          </p:nvPr>
        </p:nvSpPr>
        <p:spPr>
          <a:xfrm>
            <a:off x="838200" y="1604963"/>
            <a:ext cx="10515600" cy="854075"/>
          </a:xfrm>
        </p:spPr>
        <p:txBody>
          <a:bodyPr>
            <a:noAutofit/>
          </a:bodyPr>
          <a:lstStyle>
            <a:lvl1pPr>
              <a:defRPr sz="1800">
                <a:solidFill>
                  <a:schemeClr val="tx1"/>
                </a:solidFill>
              </a:defRPr>
            </a:lvl1pPr>
            <a:lvl2pPr>
              <a:defRPr sz="1600">
                <a:solidFill>
                  <a:schemeClr val="tx1"/>
                </a:solidFill>
              </a:defRPr>
            </a:lvl2pPr>
            <a:lvl3pPr>
              <a:defRPr sz="1400"/>
            </a:lvl3pPr>
            <a:lvl4pPr>
              <a:defRPr sz="1200"/>
            </a:lvl4pPr>
            <a:lvl5pPr>
              <a:defRPr sz="1200"/>
            </a:lvl5pPr>
          </a:lstStyle>
          <a:p>
            <a:pPr lvl="0"/>
            <a:r>
              <a:rPr lang="en-GB"/>
              <a:t>Click to edit Master text styles</a:t>
            </a:r>
          </a:p>
          <a:p>
            <a:pPr lvl="1"/>
            <a:r>
              <a:rPr lang="en-GB"/>
              <a:t>Second level</a:t>
            </a:r>
          </a:p>
        </p:txBody>
      </p:sp>
      <p:sp>
        <p:nvSpPr>
          <p:cNvPr id="7" name="Slide Number Placeholder 5">
            <a:extLst>
              <a:ext uri="{FF2B5EF4-FFF2-40B4-BE49-F238E27FC236}">
                <a16:creationId xmlns:a16="http://schemas.microsoft.com/office/drawing/2014/main" id="{B2916EB5-1DE8-E77A-E383-0BA7ACF67C1B}"/>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8" name="Graphic 7">
            <a:extLst>
              <a:ext uri="{FF2B5EF4-FFF2-40B4-BE49-F238E27FC236}">
                <a16:creationId xmlns:a16="http://schemas.microsoft.com/office/drawing/2014/main" id="{13FCD97A-D507-438F-9DFD-AAF7AAB58B5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Footer Placeholder 8">
            <a:extLst>
              <a:ext uri="{FF2B5EF4-FFF2-40B4-BE49-F238E27FC236}">
                <a16:creationId xmlns:a16="http://schemas.microsoft.com/office/drawing/2014/main" id="{24944B03-692B-6EBC-6279-86EA05C9E8E8}"/>
              </a:ext>
            </a:extLst>
          </p:cNvPr>
          <p:cNvSpPr>
            <a:spLocks noGrp="1"/>
          </p:cNvSpPr>
          <p:nvPr>
            <p:ph type="ftr" sz="quarter" idx="15"/>
          </p:nvPr>
        </p:nvSpPr>
        <p:spPr/>
        <p:txBody>
          <a:bodyPr/>
          <a:lstStyle>
            <a:lvl1pPr>
              <a:defRPr>
                <a:solidFill>
                  <a:schemeClr val="tx2">
                    <a:lumMod val="75000"/>
                  </a:schemeClr>
                </a:solidFill>
              </a:defRPr>
            </a:lvl1pPr>
          </a:lstStyle>
          <a:p>
            <a:r>
              <a:rPr lang="en-GB"/>
              <a:t>SDR HUB OVERVIEW</a:t>
            </a:r>
          </a:p>
        </p:txBody>
      </p:sp>
    </p:spTree>
    <p:extLst>
      <p:ext uri="{BB962C8B-B14F-4D97-AF65-F5344CB8AC3E}">
        <p14:creationId xmlns:p14="http://schemas.microsoft.com/office/powerpoint/2010/main" val="244045957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able SLide">
    <p:bg>
      <p:bgPr>
        <a:solidFill>
          <a:schemeClr val="tx2"/>
        </a:solidFill>
        <a:effectLst/>
      </p:bgPr>
    </p:bg>
    <p:spTree>
      <p:nvGrpSpPr>
        <p:cNvPr id="1" name=""/>
        <p:cNvGrpSpPr/>
        <p:nvPr/>
      </p:nvGrpSpPr>
      <p:grpSpPr>
        <a:xfrm>
          <a:off x="0" y="0"/>
          <a:ext cx="0" cy="0"/>
          <a:chOff x="0" y="0"/>
          <a:chExt cx="0" cy="0"/>
        </a:xfrm>
      </p:grpSpPr>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lvl1pPr>
              <a:defRPr>
                <a:solidFill>
                  <a:schemeClr val="bg1"/>
                </a:solidFill>
              </a:defRPr>
            </a:lvl1pPr>
          </a:lstStyle>
          <a:p>
            <a:endParaRPr lang="en-GB"/>
          </a:p>
        </p:txBody>
      </p:sp>
      <p:sp>
        <p:nvSpPr>
          <p:cNvPr id="5" name="Text Placeholder 3">
            <a:extLst>
              <a:ext uri="{FF2B5EF4-FFF2-40B4-BE49-F238E27FC236}">
                <a16:creationId xmlns:a16="http://schemas.microsoft.com/office/drawing/2014/main" id="{49D4168B-B615-3C26-6250-6FA7A8F80E34}"/>
              </a:ext>
            </a:extLst>
          </p:cNvPr>
          <p:cNvSpPr>
            <a:spLocks noGrp="1"/>
          </p:cNvSpPr>
          <p:nvPr>
            <p:ph type="body" sz="quarter" idx="14"/>
          </p:nvPr>
        </p:nvSpPr>
        <p:spPr>
          <a:xfrm>
            <a:off x="838200" y="1604963"/>
            <a:ext cx="10515600" cy="854075"/>
          </a:xfrm>
        </p:spPr>
        <p:txBody>
          <a:bodyPr>
            <a:noAutofit/>
          </a:bodyPr>
          <a:lstStyle>
            <a:lvl1pPr>
              <a:defRPr sz="1800">
                <a:solidFill>
                  <a:schemeClr val="tx1"/>
                </a:solidFill>
              </a:defRPr>
            </a:lvl1pPr>
            <a:lvl2pPr>
              <a:defRPr sz="1600">
                <a:solidFill>
                  <a:schemeClr val="tx1"/>
                </a:solidFill>
              </a:defRPr>
            </a:lvl2pPr>
            <a:lvl3pPr>
              <a:defRPr sz="1400"/>
            </a:lvl3pPr>
            <a:lvl4pPr>
              <a:defRPr sz="1200"/>
            </a:lvl4pPr>
            <a:lvl5pPr>
              <a:defRPr sz="1200"/>
            </a:lvl5pPr>
          </a:lstStyle>
          <a:p>
            <a:pPr lvl="0"/>
            <a:r>
              <a:rPr lang="en-GB"/>
              <a:t>Click to edit Master text styles</a:t>
            </a:r>
          </a:p>
          <a:p>
            <a:pPr lvl="1"/>
            <a:r>
              <a:rPr lang="en-GB"/>
              <a:t>Second level</a:t>
            </a:r>
          </a:p>
        </p:txBody>
      </p:sp>
      <p:sp>
        <p:nvSpPr>
          <p:cNvPr id="7" name="Slide Number Placeholder 5">
            <a:extLst>
              <a:ext uri="{FF2B5EF4-FFF2-40B4-BE49-F238E27FC236}">
                <a16:creationId xmlns:a16="http://schemas.microsoft.com/office/drawing/2014/main" id="{B2916EB5-1DE8-E77A-E383-0BA7ACF67C1B}"/>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8" name="Graphic 7">
            <a:extLst>
              <a:ext uri="{FF2B5EF4-FFF2-40B4-BE49-F238E27FC236}">
                <a16:creationId xmlns:a16="http://schemas.microsoft.com/office/drawing/2014/main" id="{13FCD97A-D507-438F-9DFD-AAF7AAB58B5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Footer Placeholder 8">
            <a:extLst>
              <a:ext uri="{FF2B5EF4-FFF2-40B4-BE49-F238E27FC236}">
                <a16:creationId xmlns:a16="http://schemas.microsoft.com/office/drawing/2014/main" id="{24944B03-692B-6EBC-6279-86EA05C9E8E8}"/>
              </a:ext>
            </a:extLst>
          </p:cNvPr>
          <p:cNvSpPr>
            <a:spLocks noGrp="1"/>
          </p:cNvSpPr>
          <p:nvPr>
            <p:ph type="ftr" sz="quarter" idx="15"/>
          </p:nvPr>
        </p:nvSpPr>
        <p:spPr/>
        <p:txBody>
          <a:bodyPr/>
          <a:lstStyle>
            <a:lvl1pPr>
              <a:defRPr>
                <a:solidFill>
                  <a:schemeClr val="tx2">
                    <a:lumMod val="75000"/>
                  </a:schemeClr>
                </a:solidFill>
              </a:defRPr>
            </a:lvl1pPr>
          </a:lstStyle>
          <a:p>
            <a:r>
              <a:rPr lang="en-GB"/>
              <a:t>SDR HUB OVERVIEW</a:t>
            </a:r>
          </a:p>
        </p:txBody>
      </p:sp>
    </p:spTree>
    <p:extLst>
      <p:ext uri="{BB962C8B-B14F-4D97-AF65-F5344CB8AC3E}">
        <p14:creationId xmlns:p14="http://schemas.microsoft.com/office/powerpoint/2010/main" val="80742201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F522-9F8F-7C44-DA04-4B60F5061FD7}"/>
              </a:ext>
            </a:extLst>
          </p:cNvPr>
          <p:cNvSpPr>
            <a:spLocks noGrp="1"/>
          </p:cNvSpPr>
          <p:nvPr>
            <p:ph type="title"/>
          </p:nvPr>
        </p:nvSpPr>
        <p:spPr>
          <a:xfrm>
            <a:off x="838200" y="787186"/>
            <a:ext cx="10515600" cy="669092"/>
          </a:xfrm>
          <a:prstGeom prst="rect">
            <a:avLst/>
          </a:prstGeom>
        </p:spPr>
        <p:txBody>
          <a:bodyPr/>
          <a:lstStyle/>
          <a:p>
            <a:r>
              <a:rPr lang="en-GB"/>
              <a:t>Click to edit Master title style</a:t>
            </a:r>
          </a:p>
        </p:txBody>
      </p:sp>
      <p:sp>
        <p:nvSpPr>
          <p:cNvPr id="3" name="Content Placeholder 2">
            <a:extLst>
              <a:ext uri="{FF2B5EF4-FFF2-40B4-BE49-F238E27FC236}">
                <a16:creationId xmlns:a16="http://schemas.microsoft.com/office/drawing/2014/main" id="{E9D7706E-75BD-45EF-5459-667619F7932D}"/>
              </a:ext>
            </a:extLst>
          </p:cNvPr>
          <p:cNvSpPr>
            <a:spLocks noGrp="1"/>
          </p:cNvSpPr>
          <p:nvPr>
            <p:ph sz="half" idx="1"/>
          </p:nvPr>
        </p:nvSpPr>
        <p:spPr>
          <a:xfrm>
            <a:off x="838200" y="1619675"/>
            <a:ext cx="5181600" cy="4351338"/>
          </a:xfrm>
          <a:prstGeom prst="rect">
            <a:avLst/>
          </a:prstGeom>
        </p:spPr>
        <p:txBody>
          <a:bodyPr>
            <a:normAutofit/>
          </a:bodyPr>
          <a:lstStyle>
            <a:lvl1pPr marL="0" indent="0">
              <a:lnSpc>
                <a:spcPct val="100000"/>
              </a:lnSpc>
              <a:buFont typeface="Arial" panose="020B0604020202020204" pitchFamily="34" charset="0"/>
              <a:buNone/>
              <a:defRPr sz="1800"/>
            </a:lvl1pPr>
            <a:lvl2pPr marL="457200" indent="0">
              <a:lnSpc>
                <a:spcPct val="100000"/>
              </a:lnSpc>
              <a:buFont typeface="Arial" panose="020B0604020202020204" pitchFamily="34" charset="0"/>
              <a:buNone/>
              <a:defRPr sz="1600"/>
            </a:lvl2pPr>
            <a:lvl3pPr marL="914400" indent="0">
              <a:lnSpc>
                <a:spcPct val="100000"/>
              </a:lnSpc>
              <a:buFont typeface="Arial" panose="020B0604020202020204" pitchFamily="34" charset="0"/>
              <a:buNone/>
              <a:defRPr sz="1400"/>
            </a:lvl3pPr>
            <a:lvl4pPr marL="1371600" indent="0">
              <a:lnSpc>
                <a:spcPct val="100000"/>
              </a:lnSpc>
              <a:buFont typeface="Arial" panose="020B0604020202020204" pitchFamily="34" charset="0"/>
              <a:buNone/>
              <a:defRPr sz="1200"/>
            </a:lvl4pPr>
            <a:lvl5pPr marL="1828800" indent="0">
              <a:lnSpc>
                <a:spcPct val="100000"/>
              </a:lnSpc>
              <a:buFont typeface="Arial" panose="020B0604020202020204" pitchFamily="34" charset="0"/>
              <a:buNone/>
              <a:defRPr sz="1200"/>
            </a:lvl5pPr>
          </a:lstStyle>
          <a:p>
            <a:pPr lvl="0"/>
            <a:r>
              <a:rPr lang="en-GB"/>
              <a:t>Click to edit Master text styles</a:t>
            </a:r>
          </a:p>
        </p:txBody>
      </p:sp>
      <p:sp>
        <p:nvSpPr>
          <p:cNvPr id="4" name="Content Placeholder 3">
            <a:extLst>
              <a:ext uri="{FF2B5EF4-FFF2-40B4-BE49-F238E27FC236}">
                <a16:creationId xmlns:a16="http://schemas.microsoft.com/office/drawing/2014/main" id="{F2CB7DF9-77AE-AFF8-D8E0-6C13FB34DC2A}"/>
              </a:ext>
            </a:extLst>
          </p:cNvPr>
          <p:cNvSpPr>
            <a:spLocks noGrp="1"/>
          </p:cNvSpPr>
          <p:nvPr>
            <p:ph sz="half" idx="2"/>
          </p:nvPr>
        </p:nvSpPr>
        <p:spPr>
          <a:xfrm>
            <a:off x="6172200" y="1619675"/>
            <a:ext cx="5181600" cy="4351338"/>
          </a:xfrm>
          <a:prstGeom prst="rect">
            <a:avLst/>
          </a:prstGeom>
        </p:spPr>
        <p:txBody>
          <a:bodyPr>
            <a:normAutofit/>
          </a:bodyPr>
          <a:lstStyle>
            <a:lvl1pPr marL="0" indent="0">
              <a:lnSpc>
                <a:spcPct val="100000"/>
              </a:lnSpc>
              <a:buFont typeface="Arial" panose="020B0604020202020204" pitchFamily="34" charset="0"/>
              <a:buNone/>
              <a:defRPr sz="1800"/>
            </a:lvl1pPr>
            <a:lvl2pPr marL="457200" indent="0">
              <a:lnSpc>
                <a:spcPct val="100000"/>
              </a:lnSpc>
              <a:buFont typeface="Arial" panose="020B0604020202020204" pitchFamily="34" charset="0"/>
              <a:buNone/>
              <a:defRPr sz="1600"/>
            </a:lvl2pPr>
            <a:lvl3pPr marL="914400" indent="0">
              <a:lnSpc>
                <a:spcPct val="100000"/>
              </a:lnSpc>
              <a:buFont typeface="Arial" panose="020B0604020202020204" pitchFamily="34" charset="0"/>
              <a:buNone/>
              <a:defRPr sz="1400"/>
            </a:lvl3pPr>
            <a:lvl4pPr marL="1371600" indent="0">
              <a:lnSpc>
                <a:spcPct val="100000"/>
              </a:lnSpc>
              <a:buFont typeface="Arial" panose="020B0604020202020204" pitchFamily="34" charset="0"/>
              <a:buNone/>
              <a:defRPr sz="1200"/>
            </a:lvl4pPr>
            <a:lvl5pPr marL="1828800" indent="0">
              <a:lnSpc>
                <a:spcPct val="100000"/>
              </a:lnSpc>
              <a:buFont typeface="Arial" panose="020B0604020202020204" pitchFamily="34" charset="0"/>
              <a:buNone/>
              <a:defRPr sz="1200"/>
            </a:lvl5pPr>
          </a:lstStyle>
          <a:p>
            <a:pPr lvl="0"/>
            <a:r>
              <a:rPr lang="en-GB"/>
              <a:t>Click to edit Master text styles</a:t>
            </a:r>
          </a:p>
        </p:txBody>
      </p:sp>
      <p:sp>
        <p:nvSpPr>
          <p:cNvPr id="7" name="Slide Number Placeholder 6">
            <a:extLst>
              <a:ext uri="{FF2B5EF4-FFF2-40B4-BE49-F238E27FC236}">
                <a16:creationId xmlns:a16="http://schemas.microsoft.com/office/drawing/2014/main" id="{8DE05D95-029F-5354-14C7-6A01D1625C5B}"/>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8" name="Footer Placeholder 7">
            <a:extLst>
              <a:ext uri="{FF2B5EF4-FFF2-40B4-BE49-F238E27FC236}">
                <a16:creationId xmlns:a16="http://schemas.microsoft.com/office/drawing/2014/main" id="{E2732417-93E9-1EBE-7994-83DD1D786F94}"/>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134331348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4582341"/>
            <a:ext cx="10515600" cy="1500187"/>
          </a:xfrm>
          <a:prstGeom prst="rect">
            <a:avLst/>
          </a:prstGeom>
        </p:spPr>
        <p:txBody>
          <a:bodyPr>
            <a:normAutofit/>
          </a:bodyPr>
          <a:lstStyle>
            <a:lvl1pPr marL="0" indent="0">
              <a:lnSpc>
                <a:spcPct val="100000"/>
              </a:lnSpc>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1" name="Footer Placeholder 10">
            <a:extLst>
              <a:ext uri="{FF2B5EF4-FFF2-40B4-BE49-F238E27FC236}">
                <a16:creationId xmlns:a16="http://schemas.microsoft.com/office/drawing/2014/main" id="{7748C071-72AF-2149-93E0-18B01285BBA8}"/>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224502191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irc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3387902" y="707203"/>
            <a:ext cx="5493600" cy="5493600"/>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p:nvPr>
        </p:nvSpPr>
        <p:spPr>
          <a:xfrm>
            <a:off x="3481429" y="707195"/>
            <a:ext cx="5335078" cy="235480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lstStyle>
            <a:lvl1pPr marL="0" indent="0" algn="ctr">
              <a:buFont typeface="Arial" panose="020B0604020202020204" pitchFamily="34" charset="0"/>
              <a:buNone/>
              <a:defRPr/>
            </a:lvl1pPr>
          </a:lstStyle>
          <a:p>
            <a:endParaRPr lang="en-GB"/>
          </a:p>
        </p:txBody>
      </p:sp>
      <p:sp>
        <p:nvSpPr>
          <p:cNvPr id="11" name="Slide Number Placeholder 5">
            <a:extLst>
              <a:ext uri="{FF2B5EF4-FFF2-40B4-BE49-F238E27FC236}">
                <a16:creationId xmlns:a16="http://schemas.microsoft.com/office/drawing/2014/main" id="{16953581-152C-6D9E-013F-624D6BED6D8F}"/>
              </a:ext>
            </a:extLst>
          </p:cNvPr>
          <p:cNvSpPr>
            <a:spLocks noGrp="1"/>
          </p:cNvSpPr>
          <p:nvPr>
            <p:ph type="sldNum" sz="quarter" idx="4"/>
          </p:nvPr>
        </p:nvSpPr>
        <p:spPr>
          <a:xfrm>
            <a:off x="11628645" y="6387881"/>
            <a:ext cx="418837" cy="365125"/>
          </a:xfrm>
          <a:prstGeom prst="rect">
            <a:avLst/>
          </a:prstGeom>
        </p:spPr>
        <p:txBody>
          <a:bodyPr vert="horz" lIns="91440" tIns="45720" rIns="91440" bIns="45720" rtlCol="0" anchor="ctr"/>
          <a:lstStyle>
            <a:lvl1pPr algn="r">
              <a:defRPr sz="1050">
                <a:solidFill>
                  <a:schemeClr val="tx1"/>
                </a:solidFill>
                <a:latin typeface="Arial" panose="020B0604020202020204" pitchFamily="34" charset="0"/>
                <a:cs typeface="Arial" panose="020B0604020202020204" pitchFamily="34" charset="0"/>
              </a:defRPr>
            </a:lvl1pPr>
          </a:lstStyle>
          <a:p>
            <a:fld id="{1E3508AD-6785-9A40-B664-AC186F99CF3B}" type="slidenum">
              <a:rPr lang="en-GB" smtClean="0"/>
              <a:pPr/>
              <a:t>‹#›</a:t>
            </a:fld>
            <a:endParaRPr lang="en-GB"/>
          </a:p>
        </p:txBody>
      </p:sp>
      <p:sp>
        <p:nvSpPr>
          <p:cNvPr id="12" name="Footer Placeholder 11">
            <a:extLst>
              <a:ext uri="{FF2B5EF4-FFF2-40B4-BE49-F238E27FC236}">
                <a16:creationId xmlns:a16="http://schemas.microsoft.com/office/drawing/2014/main" id="{8678D961-DE29-A9D4-7AC1-695606C3CD6A}"/>
              </a:ext>
            </a:extLst>
          </p:cNvPr>
          <p:cNvSpPr>
            <a:spLocks noGrp="1"/>
          </p:cNvSpPr>
          <p:nvPr>
            <p:ph type="ftr" sz="quarter" idx="12"/>
          </p:nvPr>
        </p:nvSpPr>
        <p:spPr/>
        <p:txBody>
          <a:bodyPr/>
          <a:lstStyle/>
          <a:p>
            <a:r>
              <a:rPr lang="en-GB"/>
              <a:t>SDR HUB OVERVIEW</a:t>
            </a:r>
          </a:p>
        </p:txBody>
      </p:sp>
    </p:spTree>
    <p:extLst>
      <p:ext uri="{BB962C8B-B14F-4D97-AF65-F5344CB8AC3E}">
        <p14:creationId xmlns:p14="http://schemas.microsoft.com/office/powerpoint/2010/main" val="61358119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1_Circ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5A039A5-CD3C-96B7-5B42-7CECE48C3501}"/>
              </a:ext>
            </a:extLst>
          </p:cNvPr>
          <p:cNvSpPr/>
          <p:nvPr userDrawn="1"/>
        </p:nvSpPr>
        <p:spPr>
          <a:xfrm>
            <a:off x="6069105" y="0"/>
            <a:ext cx="612289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6924730" y="1393003"/>
            <a:ext cx="4429573" cy="4429573"/>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hasCustomPrompt="1"/>
          </p:nvPr>
        </p:nvSpPr>
        <p:spPr>
          <a:xfrm>
            <a:off x="7000725" y="1392995"/>
            <a:ext cx="4301755" cy="189871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normAutofit/>
          </a:bodyPr>
          <a:lstStyle>
            <a:lvl1pPr marL="0" indent="0" algn="ctr">
              <a:buNone/>
              <a:defRPr sz="1400"/>
            </a:lvl1pPr>
          </a:lstStyle>
          <a:p>
            <a:r>
              <a:rPr lang="en-GB"/>
              <a:t>Add image or colour</a:t>
            </a:r>
          </a:p>
        </p:txBody>
      </p:sp>
      <p:pic>
        <p:nvPicPr>
          <p:cNvPr id="8" name="Graphic 7">
            <a:extLst>
              <a:ext uri="{FF2B5EF4-FFF2-40B4-BE49-F238E27FC236}">
                <a16:creationId xmlns:a16="http://schemas.microsoft.com/office/drawing/2014/main" id="{5ECB0A80-1B0E-170D-E80A-84919FB9126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Slide Number Placeholder 5">
            <a:extLst>
              <a:ext uri="{FF2B5EF4-FFF2-40B4-BE49-F238E27FC236}">
                <a16:creationId xmlns:a16="http://schemas.microsoft.com/office/drawing/2014/main" id="{3A3D167C-9875-FA01-F0EE-48A389E823EA}"/>
              </a:ext>
            </a:extLst>
          </p:cNvPr>
          <p:cNvSpPr>
            <a:spLocks noGrp="1"/>
          </p:cNvSpPr>
          <p:nvPr>
            <p:ph type="sldNum" sz="quarter" idx="12"/>
          </p:nvPr>
        </p:nvSpPr>
        <p:spPr>
          <a:xfrm>
            <a:off x="11628645" y="6387881"/>
            <a:ext cx="418837" cy="365125"/>
          </a:xfrm>
        </p:spPr>
        <p:txBody>
          <a:bodyPr/>
          <a:lstStyle>
            <a:lvl1pPr>
              <a:defRPr sz="1050">
                <a:solidFill>
                  <a:schemeClr val="accent1"/>
                </a:solidFill>
              </a:defRPr>
            </a:lvl1pPr>
          </a:lstStyle>
          <a:p>
            <a:fld id="{1E3508AD-6785-9A40-B664-AC186F99CF3B}" type="slidenum">
              <a:rPr lang="en-GB" smtClean="0"/>
              <a:pPr/>
              <a:t>‹#›</a:t>
            </a:fld>
            <a:endParaRPr lang="en-GB"/>
          </a:p>
        </p:txBody>
      </p:sp>
      <p:sp>
        <p:nvSpPr>
          <p:cNvPr id="11" name="Title 1">
            <a:extLst>
              <a:ext uri="{FF2B5EF4-FFF2-40B4-BE49-F238E27FC236}">
                <a16:creationId xmlns:a16="http://schemas.microsoft.com/office/drawing/2014/main" id="{E4736FBD-C735-A3EB-79E8-81370B63D159}"/>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solidFill>
                  <a:schemeClr val="bg1"/>
                </a:solidFill>
              </a:defRPr>
            </a:lvl1pPr>
          </a:lstStyle>
          <a:p>
            <a:r>
              <a:rPr lang="en-GB"/>
              <a:t>Click to edit Master title style</a:t>
            </a:r>
          </a:p>
        </p:txBody>
      </p:sp>
      <p:sp>
        <p:nvSpPr>
          <p:cNvPr id="12" name="Text Placeholder 10">
            <a:extLst>
              <a:ext uri="{FF2B5EF4-FFF2-40B4-BE49-F238E27FC236}">
                <a16:creationId xmlns:a16="http://schemas.microsoft.com/office/drawing/2014/main" id="{0213EADD-CAB9-DEAA-F13C-E0B9559E8FA6}"/>
              </a:ext>
            </a:extLst>
          </p:cNvPr>
          <p:cNvSpPr>
            <a:spLocks noGrp="1"/>
          </p:cNvSpPr>
          <p:nvPr>
            <p:ph type="body" sz="quarter" idx="15" hasCustomPrompt="1"/>
          </p:nvPr>
        </p:nvSpPr>
        <p:spPr>
          <a:xfrm>
            <a:off x="841094" y="4450181"/>
            <a:ext cx="3888973" cy="1937700"/>
          </a:xfrm>
        </p:spPr>
        <p:txBody>
          <a:bodyPr anchor="b">
            <a:normAutofit/>
          </a:bodyPr>
          <a:lstStyle>
            <a:lvl1pPr marL="0" indent="0">
              <a:lnSpc>
                <a:spcPct val="110000"/>
              </a:lnSpc>
              <a:buFont typeface="Arial" panose="020B0604020202020204" pitchFamily="34" charset="0"/>
              <a:buNone/>
              <a:defRPr sz="1200">
                <a:solidFill>
                  <a:schemeClr val="tx1"/>
                </a:solidFill>
              </a:defRPr>
            </a:lvl1pPr>
          </a:lstStyle>
          <a:p>
            <a:pPr lvl="0"/>
            <a:r>
              <a:rPr lang="en-GB"/>
              <a:t>Add more text</a:t>
            </a:r>
          </a:p>
        </p:txBody>
      </p:sp>
      <p:sp>
        <p:nvSpPr>
          <p:cNvPr id="13" name="Text Placeholder 15">
            <a:extLst>
              <a:ext uri="{FF2B5EF4-FFF2-40B4-BE49-F238E27FC236}">
                <a16:creationId xmlns:a16="http://schemas.microsoft.com/office/drawing/2014/main" id="{518052ED-4900-6F39-B939-C2128A1BC8BC}"/>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4" name="Footer Placeholder 13">
            <a:extLst>
              <a:ext uri="{FF2B5EF4-FFF2-40B4-BE49-F238E27FC236}">
                <a16:creationId xmlns:a16="http://schemas.microsoft.com/office/drawing/2014/main" id="{6E5241F3-02DA-7DC4-A3FE-66BFE75A925A}"/>
              </a:ext>
            </a:extLst>
          </p:cNvPr>
          <p:cNvSpPr>
            <a:spLocks noGrp="1"/>
          </p:cNvSpPr>
          <p:nvPr>
            <p:ph type="ftr" sz="quarter" idx="18"/>
          </p:nvPr>
        </p:nvSpPr>
        <p:spPr/>
        <p:txBody>
          <a:bodyPr/>
          <a:lstStyle>
            <a:lvl1pPr>
              <a:defRPr>
                <a:solidFill>
                  <a:schemeClr val="bg2">
                    <a:lumMod val="75000"/>
                  </a:schemeClr>
                </a:solidFill>
              </a:defRPr>
            </a:lvl1pPr>
          </a:lstStyle>
          <a:p>
            <a:r>
              <a:rPr lang="en-GB"/>
              <a:t>SDR HUB OVERVIEW</a:t>
            </a:r>
          </a:p>
        </p:txBody>
      </p:sp>
      <p:sp>
        <p:nvSpPr>
          <p:cNvPr id="3" name="Text Placeholder 2">
            <a:extLst>
              <a:ext uri="{FF2B5EF4-FFF2-40B4-BE49-F238E27FC236}">
                <a16:creationId xmlns:a16="http://schemas.microsoft.com/office/drawing/2014/main" id="{59F55D7E-B700-5553-B21F-746436B41ADA}"/>
              </a:ext>
            </a:extLst>
          </p:cNvPr>
          <p:cNvSpPr>
            <a:spLocks noGrp="1"/>
          </p:cNvSpPr>
          <p:nvPr>
            <p:ph type="body" sz="quarter" idx="19" hasCustomPrompt="1"/>
          </p:nvPr>
        </p:nvSpPr>
        <p:spPr>
          <a:xfrm>
            <a:off x="7750629" y="2002420"/>
            <a:ext cx="2805403" cy="834085"/>
          </a:xfrm>
        </p:spPr>
        <p:txBody>
          <a:bodyPr>
            <a:normAutofit/>
          </a:bodyPr>
          <a:lstStyle>
            <a:lvl1pPr marL="0" indent="0" algn="ctr">
              <a:buFont typeface="Arial" panose="020B0604020202020204" pitchFamily="34" charset="0"/>
              <a:buNone/>
              <a:defRPr sz="1400" i="1">
                <a:solidFill>
                  <a:schemeClr val="tx1"/>
                </a:solidFill>
              </a:defRPr>
            </a:lvl1pPr>
          </a:lstStyle>
          <a:p>
            <a:pPr lvl="0"/>
            <a:r>
              <a:rPr lang="en-GB"/>
              <a:t>Add text</a:t>
            </a:r>
          </a:p>
        </p:txBody>
      </p:sp>
    </p:spTree>
    <p:extLst>
      <p:ext uri="{BB962C8B-B14F-4D97-AF65-F5344CB8AC3E}">
        <p14:creationId xmlns:p14="http://schemas.microsoft.com/office/powerpoint/2010/main" val="278853135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_Circ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5A039A5-CD3C-96B7-5B42-7CECE48C3501}"/>
              </a:ext>
            </a:extLst>
          </p:cNvPr>
          <p:cNvSpPr/>
          <p:nvPr userDrawn="1"/>
        </p:nvSpPr>
        <p:spPr>
          <a:xfrm>
            <a:off x="6069105" y="0"/>
            <a:ext cx="612289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6924730" y="1393003"/>
            <a:ext cx="4429573" cy="4429573"/>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hasCustomPrompt="1"/>
          </p:nvPr>
        </p:nvSpPr>
        <p:spPr>
          <a:xfrm>
            <a:off x="7000725" y="1392995"/>
            <a:ext cx="4301755" cy="189871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normAutofit/>
          </a:bodyPr>
          <a:lstStyle>
            <a:lvl1pPr marL="0" indent="0" algn="ctr">
              <a:buNone/>
              <a:defRPr sz="1400"/>
            </a:lvl1pPr>
          </a:lstStyle>
          <a:p>
            <a:r>
              <a:rPr lang="en-GB"/>
              <a:t>Add image or colour</a:t>
            </a:r>
          </a:p>
        </p:txBody>
      </p:sp>
      <p:pic>
        <p:nvPicPr>
          <p:cNvPr id="8" name="Graphic 7">
            <a:extLst>
              <a:ext uri="{FF2B5EF4-FFF2-40B4-BE49-F238E27FC236}">
                <a16:creationId xmlns:a16="http://schemas.microsoft.com/office/drawing/2014/main" id="{5ECB0A80-1B0E-170D-E80A-84919FB9126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Slide Number Placeholder 5">
            <a:extLst>
              <a:ext uri="{FF2B5EF4-FFF2-40B4-BE49-F238E27FC236}">
                <a16:creationId xmlns:a16="http://schemas.microsoft.com/office/drawing/2014/main" id="{3A3D167C-9875-FA01-F0EE-48A389E823EA}"/>
              </a:ext>
            </a:extLst>
          </p:cNvPr>
          <p:cNvSpPr>
            <a:spLocks noGrp="1"/>
          </p:cNvSpPr>
          <p:nvPr>
            <p:ph type="sldNum" sz="quarter" idx="12"/>
          </p:nvPr>
        </p:nvSpPr>
        <p:spPr>
          <a:xfrm>
            <a:off x="11628645" y="6387881"/>
            <a:ext cx="418837" cy="365125"/>
          </a:xfrm>
        </p:spPr>
        <p:txBody>
          <a:bodyPr/>
          <a:lstStyle>
            <a:lvl1pPr>
              <a:defRPr sz="1050">
                <a:solidFill>
                  <a:schemeClr val="accent1"/>
                </a:solidFill>
              </a:defRPr>
            </a:lvl1pPr>
          </a:lstStyle>
          <a:p>
            <a:fld id="{1E3508AD-6785-9A40-B664-AC186F99CF3B}" type="slidenum">
              <a:rPr lang="en-GB" smtClean="0"/>
              <a:pPr/>
              <a:t>‹#›</a:t>
            </a:fld>
            <a:endParaRPr lang="en-GB"/>
          </a:p>
        </p:txBody>
      </p:sp>
      <p:sp>
        <p:nvSpPr>
          <p:cNvPr id="11" name="Title 1">
            <a:extLst>
              <a:ext uri="{FF2B5EF4-FFF2-40B4-BE49-F238E27FC236}">
                <a16:creationId xmlns:a16="http://schemas.microsoft.com/office/drawing/2014/main" id="{E4736FBD-C735-A3EB-79E8-81370B63D159}"/>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solidFill>
                  <a:schemeClr val="bg1"/>
                </a:solidFill>
              </a:defRPr>
            </a:lvl1pPr>
          </a:lstStyle>
          <a:p>
            <a:r>
              <a:rPr lang="en-GB"/>
              <a:t>Click to edit Master title style</a:t>
            </a:r>
          </a:p>
        </p:txBody>
      </p:sp>
      <p:sp>
        <p:nvSpPr>
          <p:cNvPr id="12" name="Text Placeholder 10">
            <a:extLst>
              <a:ext uri="{FF2B5EF4-FFF2-40B4-BE49-F238E27FC236}">
                <a16:creationId xmlns:a16="http://schemas.microsoft.com/office/drawing/2014/main" id="{0213EADD-CAB9-DEAA-F13C-E0B9559E8FA6}"/>
              </a:ext>
            </a:extLst>
          </p:cNvPr>
          <p:cNvSpPr>
            <a:spLocks noGrp="1"/>
          </p:cNvSpPr>
          <p:nvPr>
            <p:ph type="body" sz="quarter" idx="15" hasCustomPrompt="1"/>
          </p:nvPr>
        </p:nvSpPr>
        <p:spPr>
          <a:xfrm>
            <a:off x="841094" y="4450181"/>
            <a:ext cx="3888973" cy="1937700"/>
          </a:xfrm>
        </p:spPr>
        <p:txBody>
          <a:bodyPr anchor="b">
            <a:normAutofit/>
          </a:bodyPr>
          <a:lstStyle>
            <a:lvl1pPr marL="0" indent="0">
              <a:lnSpc>
                <a:spcPct val="110000"/>
              </a:lnSpc>
              <a:buFont typeface="Arial" panose="020B0604020202020204" pitchFamily="34" charset="0"/>
              <a:buNone/>
              <a:defRPr sz="1200">
                <a:solidFill>
                  <a:schemeClr val="tx1"/>
                </a:solidFill>
              </a:defRPr>
            </a:lvl1pPr>
          </a:lstStyle>
          <a:p>
            <a:pPr lvl="0"/>
            <a:r>
              <a:rPr lang="en-GB"/>
              <a:t>Add more text</a:t>
            </a:r>
          </a:p>
        </p:txBody>
      </p:sp>
      <p:sp>
        <p:nvSpPr>
          <p:cNvPr id="13" name="Text Placeholder 15">
            <a:extLst>
              <a:ext uri="{FF2B5EF4-FFF2-40B4-BE49-F238E27FC236}">
                <a16:creationId xmlns:a16="http://schemas.microsoft.com/office/drawing/2014/main" id="{518052ED-4900-6F39-B939-C2128A1BC8BC}"/>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4" name="Footer Placeholder 13">
            <a:extLst>
              <a:ext uri="{FF2B5EF4-FFF2-40B4-BE49-F238E27FC236}">
                <a16:creationId xmlns:a16="http://schemas.microsoft.com/office/drawing/2014/main" id="{6E5241F3-02DA-7DC4-A3FE-66BFE75A925A}"/>
              </a:ext>
            </a:extLst>
          </p:cNvPr>
          <p:cNvSpPr>
            <a:spLocks noGrp="1"/>
          </p:cNvSpPr>
          <p:nvPr>
            <p:ph type="ftr" sz="quarter" idx="18"/>
          </p:nvPr>
        </p:nvSpPr>
        <p:spPr/>
        <p:txBody>
          <a:bodyPr/>
          <a:lstStyle>
            <a:lvl1pPr>
              <a:defRPr>
                <a:solidFill>
                  <a:schemeClr val="bg2">
                    <a:lumMod val="75000"/>
                  </a:schemeClr>
                </a:solidFill>
              </a:defRPr>
            </a:lvl1pPr>
          </a:lstStyle>
          <a:p>
            <a:r>
              <a:rPr lang="en-GB"/>
              <a:t>SDR HUB OVERVIEW</a:t>
            </a:r>
          </a:p>
        </p:txBody>
      </p:sp>
      <p:sp>
        <p:nvSpPr>
          <p:cNvPr id="3" name="Text Placeholder 2">
            <a:extLst>
              <a:ext uri="{FF2B5EF4-FFF2-40B4-BE49-F238E27FC236}">
                <a16:creationId xmlns:a16="http://schemas.microsoft.com/office/drawing/2014/main" id="{59F55D7E-B700-5553-B21F-746436B41ADA}"/>
              </a:ext>
            </a:extLst>
          </p:cNvPr>
          <p:cNvSpPr>
            <a:spLocks noGrp="1"/>
          </p:cNvSpPr>
          <p:nvPr>
            <p:ph type="body" sz="quarter" idx="19" hasCustomPrompt="1"/>
          </p:nvPr>
        </p:nvSpPr>
        <p:spPr>
          <a:xfrm>
            <a:off x="7750629" y="2002420"/>
            <a:ext cx="2805403" cy="834085"/>
          </a:xfrm>
        </p:spPr>
        <p:txBody>
          <a:bodyPr>
            <a:normAutofit/>
          </a:bodyPr>
          <a:lstStyle>
            <a:lvl1pPr marL="0" indent="0" algn="ctr">
              <a:buFont typeface="Arial" panose="020B0604020202020204" pitchFamily="34" charset="0"/>
              <a:buNone/>
              <a:defRPr sz="1400" i="1">
                <a:solidFill>
                  <a:schemeClr val="tx1"/>
                </a:solidFill>
              </a:defRPr>
            </a:lvl1pPr>
          </a:lstStyle>
          <a:p>
            <a:pPr lvl="0"/>
            <a:r>
              <a:rPr lang="en-GB"/>
              <a:t>Add text</a:t>
            </a:r>
          </a:p>
        </p:txBody>
      </p:sp>
    </p:spTree>
    <p:extLst>
      <p:ext uri="{BB962C8B-B14F-4D97-AF65-F5344CB8AC3E}">
        <p14:creationId xmlns:p14="http://schemas.microsoft.com/office/powerpoint/2010/main" val="333682482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07526-6A06-8A3B-DA89-579CB6B550B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C28D75A1-9FB9-35D5-68A4-1C18893BDFBB}"/>
              </a:ext>
            </a:extLst>
          </p:cNvPr>
          <p:cNvSpPr>
            <a:spLocks noGrp="1"/>
          </p:cNvSpPr>
          <p:nvPr>
            <p:ph type="pic" idx="1"/>
          </p:nvPr>
        </p:nvSpPr>
        <p:spPr>
          <a:xfrm>
            <a:off x="5183188" y="1075915"/>
            <a:ext cx="7008812" cy="5197065"/>
          </a:xfrm>
          <a:custGeom>
            <a:avLst/>
            <a:gdLst>
              <a:gd name="connsiteX0" fmla="*/ 0 w 7008812"/>
              <a:gd name="connsiteY0" fmla="*/ 248264 h 5197065"/>
              <a:gd name="connsiteX1" fmla="*/ 248264 w 7008812"/>
              <a:gd name="connsiteY1" fmla="*/ 0 h 5197065"/>
              <a:gd name="connsiteX2" fmla="*/ 6760548 w 7008812"/>
              <a:gd name="connsiteY2" fmla="*/ 0 h 5197065"/>
              <a:gd name="connsiteX3" fmla="*/ 7008812 w 7008812"/>
              <a:gd name="connsiteY3" fmla="*/ 248264 h 5197065"/>
              <a:gd name="connsiteX4" fmla="*/ 7008812 w 7008812"/>
              <a:gd name="connsiteY4" fmla="*/ 4948801 h 5197065"/>
              <a:gd name="connsiteX5" fmla="*/ 6760548 w 7008812"/>
              <a:gd name="connsiteY5" fmla="*/ 5197065 h 5197065"/>
              <a:gd name="connsiteX6" fmla="*/ 248264 w 7008812"/>
              <a:gd name="connsiteY6" fmla="*/ 5197065 h 5197065"/>
              <a:gd name="connsiteX7" fmla="*/ 0 w 7008812"/>
              <a:gd name="connsiteY7" fmla="*/ 4948801 h 5197065"/>
              <a:gd name="connsiteX8" fmla="*/ 0 w 7008812"/>
              <a:gd name="connsiteY8" fmla="*/ 248264 h 5197065"/>
              <a:gd name="connsiteX0" fmla="*/ 0 w 7334920"/>
              <a:gd name="connsiteY0" fmla="*/ 248264 h 5197065"/>
              <a:gd name="connsiteX1" fmla="*/ 248264 w 7334920"/>
              <a:gd name="connsiteY1" fmla="*/ 0 h 5197065"/>
              <a:gd name="connsiteX2" fmla="*/ 6760548 w 7334920"/>
              <a:gd name="connsiteY2" fmla="*/ 0 h 5197065"/>
              <a:gd name="connsiteX3" fmla="*/ 7008812 w 7334920"/>
              <a:gd name="connsiteY3" fmla="*/ 4948801 h 5197065"/>
              <a:gd name="connsiteX4" fmla="*/ 6760548 w 7334920"/>
              <a:gd name="connsiteY4" fmla="*/ 5197065 h 5197065"/>
              <a:gd name="connsiteX5" fmla="*/ 248264 w 7334920"/>
              <a:gd name="connsiteY5" fmla="*/ 5197065 h 5197065"/>
              <a:gd name="connsiteX6" fmla="*/ 0 w 7334920"/>
              <a:gd name="connsiteY6" fmla="*/ 4948801 h 5197065"/>
              <a:gd name="connsiteX7" fmla="*/ 0 w 7334920"/>
              <a:gd name="connsiteY7" fmla="*/ 248264 h 5197065"/>
              <a:gd name="connsiteX0" fmla="*/ 0 w 7574583"/>
              <a:gd name="connsiteY0" fmla="*/ 248264 h 5197065"/>
              <a:gd name="connsiteX1" fmla="*/ 248264 w 7574583"/>
              <a:gd name="connsiteY1" fmla="*/ 0 h 5197065"/>
              <a:gd name="connsiteX2" fmla="*/ 6760548 w 7574583"/>
              <a:gd name="connsiteY2" fmla="*/ 0 h 5197065"/>
              <a:gd name="connsiteX3" fmla="*/ 6760548 w 7574583"/>
              <a:gd name="connsiteY3" fmla="*/ 5197065 h 5197065"/>
              <a:gd name="connsiteX4" fmla="*/ 248264 w 7574583"/>
              <a:gd name="connsiteY4" fmla="*/ 5197065 h 5197065"/>
              <a:gd name="connsiteX5" fmla="*/ 0 w 7574583"/>
              <a:gd name="connsiteY5" fmla="*/ 4948801 h 5197065"/>
              <a:gd name="connsiteX6" fmla="*/ 0 w 7574583"/>
              <a:gd name="connsiteY6" fmla="*/ 248264 h 5197065"/>
              <a:gd name="connsiteX0" fmla="*/ 0 w 7691764"/>
              <a:gd name="connsiteY0" fmla="*/ 248264 h 5197065"/>
              <a:gd name="connsiteX1" fmla="*/ 248264 w 7691764"/>
              <a:gd name="connsiteY1" fmla="*/ 0 h 5197065"/>
              <a:gd name="connsiteX2" fmla="*/ 6760548 w 7691764"/>
              <a:gd name="connsiteY2" fmla="*/ 0 h 5197065"/>
              <a:gd name="connsiteX3" fmla="*/ 6760548 w 7691764"/>
              <a:gd name="connsiteY3" fmla="*/ 5197065 h 5197065"/>
              <a:gd name="connsiteX4" fmla="*/ 248264 w 7691764"/>
              <a:gd name="connsiteY4" fmla="*/ 5197065 h 5197065"/>
              <a:gd name="connsiteX5" fmla="*/ 0 w 7691764"/>
              <a:gd name="connsiteY5" fmla="*/ 4948801 h 5197065"/>
              <a:gd name="connsiteX6" fmla="*/ 0 w 7691764"/>
              <a:gd name="connsiteY6" fmla="*/ 248264 h 5197065"/>
              <a:gd name="connsiteX0" fmla="*/ 0 w 7691764"/>
              <a:gd name="connsiteY0" fmla="*/ 248264 h 5197065"/>
              <a:gd name="connsiteX1" fmla="*/ 248264 w 7691764"/>
              <a:gd name="connsiteY1" fmla="*/ 0 h 5197065"/>
              <a:gd name="connsiteX2" fmla="*/ 6760548 w 7691764"/>
              <a:gd name="connsiteY2" fmla="*/ 0 h 5197065"/>
              <a:gd name="connsiteX3" fmla="*/ 6760548 w 7691764"/>
              <a:gd name="connsiteY3" fmla="*/ 5197065 h 5197065"/>
              <a:gd name="connsiteX4" fmla="*/ 248264 w 7691764"/>
              <a:gd name="connsiteY4" fmla="*/ 5197065 h 5197065"/>
              <a:gd name="connsiteX5" fmla="*/ 0 w 7691764"/>
              <a:gd name="connsiteY5" fmla="*/ 4948801 h 5197065"/>
              <a:gd name="connsiteX6" fmla="*/ 0 w 7691764"/>
              <a:gd name="connsiteY6" fmla="*/ 248264 h 5197065"/>
              <a:gd name="connsiteX0" fmla="*/ 0 w 7242939"/>
              <a:gd name="connsiteY0" fmla="*/ 248264 h 5197065"/>
              <a:gd name="connsiteX1" fmla="*/ 248264 w 7242939"/>
              <a:gd name="connsiteY1" fmla="*/ 0 h 5197065"/>
              <a:gd name="connsiteX2" fmla="*/ 6760548 w 7242939"/>
              <a:gd name="connsiteY2" fmla="*/ 0 h 5197065"/>
              <a:gd name="connsiteX3" fmla="*/ 6760548 w 7242939"/>
              <a:gd name="connsiteY3" fmla="*/ 5197065 h 5197065"/>
              <a:gd name="connsiteX4" fmla="*/ 248264 w 7242939"/>
              <a:gd name="connsiteY4" fmla="*/ 5197065 h 5197065"/>
              <a:gd name="connsiteX5" fmla="*/ 0 w 7242939"/>
              <a:gd name="connsiteY5" fmla="*/ 4948801 h 5197065"/>
              <a:gd name="connsiteX6" fmla="*/ 0 w 7242939"/>
              <a:gd name="connsiteY6" fmla="*/ 248264 h 5197065"/>
              <a:gd name="connsiteX0" fmla="*/ 0 w 6760548"/>
              <a:gd name="connsiteY0" fmla="*/ 248264 h 5197065"/>
              <a:gd name="connsiteX1" fmla="*/ 248264 w 6760548"/>
              <a:gd name="connsiteY1" fmla="*/ 0 h 5197065"/>
              <a:gd name="connsiteX2" fmla="*/ 6760548 w 6760548"/>
              <a:gd name="connsiteY2" fmla="*/ 0 h 5197065"/>
              <a:gd name="connsiteX3" fmla="*/ 6760548 w 6760548"/>
              <a:gd name="connsiteY3" fmla="*/ 5197065 h 5197065"/>
              <a:gd name="connsiteX4" fmla="*/ 248264 w 6760548"/>
              <a:gd name="connsiteY4" fmla="*/ 5197065 h 5197065"/>
              <a:gd name="connsiteX5" fmla="*/ 0 w 6760548"/>
              <a:gd name="connsiteY5" fmla="*/ 4948801 h 5197065"/>
              <a:gd name="connsiteX6" fmla="*/ 0 w 6760548"/>
              <a:gd name="connsiteY6" fmla="*/ 248264 h 5197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60548" h="5197065">
                <a:moveTo>
                  <a:pt x="0" y="248264"/>
                </a:moveTo>
                <a:cubicBezTo>
                  <a:pt x="0" y="111152"/>
                  <a:pt x="111152" y="0"/>
                  <a:pt x="248264" y="0"/>
                </a:cubicBezTo>
                <a:lnTo>
                  <a:pt x="6760548" y="0"/>
                </a:lnTo>
                <a:lnTo>
                  <a:pt x="6760548" y="5197065"/>
                </a:lnTo>
                <a:lnTo>
                  <a:pt x="248264" y="5197065"/>
                </a:lnTo>
                <a:cubicBezTo>
                  <a:pt x="111152" y="5197065"/>
                  <a:pt x="0" y="5085913"/>
                  <a:pt x="0" y="4948801"/>
                </a:cubicBezTo>
                <a:lnTo>
                  <a:pt x="0" y="248264"/>
                </a:lnTo>
                <a:close/>
              </a:path>
            </a:pathLst>
          </a:custGeom>
          <a:ln>
            <a:noFill/>
          </a:ln>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CC23F18B-74B7-FDC5-3C24-D2AAB9E3BB42}"/>
              </a:ext>
            </a:extLst>
          </p:cNvPr>
          <p:cNvSpPr>
            <a:spLocks noGrp="1"/>
          </p:cNvSpPr>
          <p:nvPr>
            <p:ph type="body" sz="half" idx="2"/>
          </p:nvPr>
        </p:nvSpPr>
        <p:spPr>
          <a:xfrm>
            <a:off x="839788" y="2057400"/>
            <a:ext cx="3932237" cy="4215580"/>
          </a:xfrm>
          <a:prstGeom prst="rect">
            <a:avLst/>
          </a:prstGeom>
        </p:spPr>
        <p:txBody>
          <a:bodyPr anchor="b">
            <a:normAutofit/>
          </a:bodyPr>
          <a:lstStyle>
            <a:lvl1pPr marL="0" indent="0">
              <a:lnSpc>
                <a:spcPct val="100000"/>
              </a:lnSpc>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7" name="Slide Number Placeholder 6">
            <a:extLst>
              <a:ext uri="{FF2B5EF4-FFF2-40B4-BE49-F238E27FC236}">
                <a16:creationId xmlns:a16="http://schemas.microsoft.com/office/drawing/2014/main" id="{C9057CFB-761C-61A3-3FD4-38677967D6DC}"/>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8" name="Footer Placeholder 7">
            <a:extLst>
              <a:ext uri="{FF2B5EF4-FFF2-40B4-BE49-F238E27FC236}">
                <a16:creationId xmlns:a16="http://schemas.microsoft.com/office/drawing/2014/main" id="{1F88168A-E09F-C212-892A-5768AA8B9F29}"/>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139808533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Image rounded corners">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p:cNvSpPr>
          <p:nvPr>
            <p:ph type="pic" sz="quarter" idx="10"/>
          </p:nvPr>
        </p:nvSpPr>
        <p:spPr>
          <a:xfrm>
            <a:off x="209550" y="212602"/>
            <a:ext cx="11772900" cy="6432673"/>
          </a:xfrm>
          <a:prstGeom prst="roundRect">
            <a:avLst>
              <a:gd name="adj" fmla="val 2092"/>
            </a:avLst>
          </a:prstGeom>
        </p:spPr>
        <p:txBody>
          <a:bodyPr/>
          <a:lstStyle/>
          <a:p>
            <a:endParaRPr lang="en-GB"/>
          </a:p>
        </p:txBody>
      </p:sp>
    </p:spTree>
    <p:extLst>
      <p:ext uri="{BB962C8B-B14F-4D97-AF65-F5344CB8AC3E}">
        <p14:creationId xmlns:p14="http://schemas.microsoft.com/office/powerpoint/2010/main" val="264501213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0087548-065A-2FD2-84C8-203BB1A6A53A}"/>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6" name="Title Placeholder 1">
            <a:extLst>
              <a:ext uri="{FF2B5EF4-FFF2-40B4-BE49-F238E27FC236}">
                <a16:creationId xmlns:a16="http://schemas.microsoft.com/office/drawing/2014/main" id="{ABEA7441-A828-B046-2CD2-CF60712763F3}"/>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endParaRPr lang="en-GB"/>
          </a:p>
        </p:txBody>
      </p:sp>
      <p:sp>
        <p:nvSpPr>
          <p:cNvPr id="7" name="Footer Placeholder 6">
            <a:extLst>
              <a:ext uri="{FF2B5EF4-FFF2-40B4-BE49-F238E27FC236}">
                <a16:creationId xmlns:a16="http://schemas.microsoft.com/office/drawing/2014/main" id="{A2C426D2-7C57-9C3B-F590-3A3BA1F97496}"/>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218761140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CA693B4-8D93-0C59-89A8-39CA4FE0ABE6}"/>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5" name="Footer Placeholder 4">
            <a:extLst>
              <a:ext uri="{FF2B5EF4-FFF2-40B4-BE49-F238E27FC236}">
                <a16:creationId xmlns:a16="http://schemas.microsoft.com/office/drawing/2014/main" id="{3F39DF28-AEB2-0DF2-6F85-19D75D3F99E5}"/>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173159141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lgn="ct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5052558"/>
            <a:ext cx="10515600" cy="782139"/>
          </a:xfrm>
          <a:prstGeom prst="rect">
            <a:avLst/>
          </a:prstGeom>
        </p:spPr>
        <p:txBody>
          <a:bodyPr>
            <a:normAutofit/>
          </a:bodyPr>
          <a:lstStyle>
            <a:lvl1pPr marL="0" indent="0" algn="ctr">
              <a:lnSpc>
                <a:spcPct val="100000"/>
              </a:lnSpc>
              <a:buNone/>
              <a:defRPr sz="1600">
                <a:solidFill>
                  <a:schemeClr val="tx1">
                    <a:lumMod val="40000"/>
                    <a:lumOff val="6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3" name="Footer Placeholder 12">
            <a:extLst>
              <a:ext uri="{FF2B5EF4-FFF2-40B4-BE49-F238E27FC236}">
                <a16:creationId xmlns:a16="http://schemas.microsoft.com/office/drawing/2014/main" id="{6D02ABFB-6F3B-6110-5720-080212808FD3}"/>
              </a:ext>
            </a:extLst>
          </p:cNvPr>
          <p:cNvSpPr>
            <a:spLocks noGrp="1"/>
          </p:cNvSpPr>
          <p:nvPr>
            <p:ph type="ftr" sz="quarter" idx="13"/>
          </p:nvPr>
        </p:nvSpPr>
        <p:spPr/>
        <p:txBody>
          <a:bodyPr/>
          <a:lstStyle/>
          <a:p>
            <a:r>
              <a:rPr lang="en-GB"/>
              <a:t>SDR HUB OVERVIEW</a:t>
            </a:r>
          </a:p>
        </p:txBody>
      </p:sp>
      <p:sp>
        <p:nvSpPr>
          <p:cNvPr id="14" name="Text Placeholder 19">
            <a:extLst>
              <a:ext uri="{FF2B5EF4-FFF2-40B4-BE49-F238E27FC236}">
                <a16:creationId xmlns:a16="http://schemas.microsoft.com/office/drawing/2014/main" id="{8585F5B5-E53F-66CC-5BA2-B03414A94605}"/>
              </a:ext>
            </a:extLst>
          </p:cNvPr>
          <p:cNvSpPr>
            <a:spLocks noGrp="1"/>
          </p:cNvSpPr>
          <p:nvPr>
            <p:ph type="body" sz="quarter" idx="14" hasCustomPrompt="1"/>
          </p:nvPr>
        </p:nvSpPr>
        <p:spPr>
          <a:xfrm>
            <a:off x="1524000" y="4659493"/>
            <a:ext cx="4327233" cy="223837"/>
          </a:xfrm>
        </p:spPr>
        <p:txBody>
          <a:bodyPr>
            <a:noAutofit/>
          </a:bodyPr>
          <a:lstStyle>
            <a:lvl1pPr marL="0" indent="0" algn="r">
              <a:buFont typeface="Arial" panose="020B0604020202020204" pitchFamily="34" charset="0"/>
              <a:buNone/>
              <a:defRPr sz="1600"/>
            </a:lvl1pPr>
          </a:lstStyle>
          <a:p>
            <a:r>
              <a:rPr lang="en-GB"/>
              <a:t>Name Surname</a:t>
            </a:r>
          </a:p>
        </p:txBody>
      </p:sp>
      <p:sp>
        <p:nvSpPr>
          <p:cNvPr id="15" name="Text Placeholder 20">
            <a:extLst>
              <a:ext uri="{FF2B5EF4-FFF2-40B4-BE49-F238E27FC236}">
                <a16:creationId xmlns:a16="http://schemas.microsoft.com/office/drawing/2014/main" id="{3772A83B-F776-ADB8-EA5E-158FAE3EC53A}"/>
              </a:ext>
            </a:extLst>
          </p:cNvPr>
          <p:cNvSpPr>
            <a:spLocks noGrp="1"/>
          </p:cNvSpPr>
          <p:nvPr>
            <p:ph type="body" sz="quarter" idx="15" hasCustomPrompt="1"/>
          </p:nvPr>
        </p:nvSpPr>
        <p:spPr>
          <a:xfrm>
            <a:off x="6340766" y="4659493"/>
            <a:ext cx="4327233" cy="223837"/>
          </a:xfrm>
        </p:spPr>
        <p:txBody>
          <a:bodyPr>
            <a:noAutofit/>
          </a:bodyPr>
          <a:lstStyle>
            <a:lvl1pPr marL="0" indent="0">
              <a:buFont typeface="Arial" panose="020B0604020202020204" pitchFamily="34" charset="0"/>
              <a:buNone/>
              <a:defRPr sz="1600"/>
            </a:lvl1pPr>
          </a:lstStyle>
          <a:p>
            <a:r>
              <a:rPr lang="en-GB"/>
              <a:t>Job Title</a:t>
            </a:r>
          </a:p>
        </p:txBody>
      </p:sp>
    </p:spTree>
    <p:extLst>
      <p:ext uri="{BB962C8B-B14F-4D97-AF65-F5344CB8AC3E}">
        <p14:creationId xmlns:p14="http://schemas.microsoft.com/office/powerpoint/2010/main" val="366957560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102666"/>
            <a:ext cx="9144000" cy="2387600"/>
          </a:xfrm>
          <a:prstGeom prst="rect">
            <a:avLst/>
          </a:prstGeo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4582341"/>
            <a:ext cx="9144000" cy="1062584"/>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subtitle. Add / change background image: right click on the background -&gt; ‘format background’. </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9" name="Text Placeholder 8">
            <a:extLst>
              <a:ext uri="{FF2B5EF4-FFF2-40B4-BE49-F238E27FC236}">
                <a16:creationId xmlns:a16="http://schemas.microsoft.com/office/drawing/2014/main" id="{276E0DA4-BE98-F253-CE15-3E8CEBF9553F}"/>
              </a:ext>
            </a:extLst>
          </p:cNvPr>
          <p:cNvSpPr>
            <a:spLocks noGrp="1"/>
          </p:cNvSpPr>
          <p:nvPr>
            <p:ph type="body" sz="quarter" idx="13" hasCustomPrompt="1"/>
          </p:nvPr>
        </p:nvSpPr>
        <p:spPr>
          <a:xfrm>
            <a:off x="1524000" y="5719763"/>
            <a:ext cx="4327233" cy="223837"/>
          </a:xfrm>
        </p:spPr>
        <p:txBody>
          <a:bodyPr>
            <a:noAutofit/>
          </a:bodyPr>
          <a:lstStyle>
            <a:lvl1pPr marL="0" indent="0" algn="r">
              <a:buFont typeface="Arial" panose="020B0604020202020204" pitchFamily="34" charset="0"/>
              <a:buNone/>
              <a:defRPr sz="1400"/>
            </a:lvl1pPr>
            <a:lvl2pPr marL="457200" indent="0">
              <a:buNone/>
              <a:defRPr/>
            </a:lvl2pPr>
            <a:lvl3pPr marL="914400" indent="0">
              <a:buNone/>
              <a:defRPr/>
            </a:lvl3pPr>
            <a:lvl4pPr marL="1371600" indent="0">
              <a:buNone/>
              <a:defRPr/>
            </a:lvl4pPr>
            <a:lvl5pPr marL="1828800" indent="0">
              <a:buNone/>
              <a:defRPr/>
            </a:lvl5pPr>
          </a:lstStyle>
          <a:p>
            <a:pPr lvl="0"/>
            <a:r>
              <a:rPr lang="en-GB"/>
              <a:t>Name Surname </a:t>
            </a:r>
          </a:p>
        </p:txBody>
      </p:sp>
      <p:sp>
        <p:nvSpPr>
          <p:cNvPr id="10" name="Text Placeholder 8">
            <a:extLst>
              <a:ext uri="{FF2B5EF4-FFF2-40B4-BE49-F238E27FC236}">
                <a16:creationId xmlns:a16="http://schemas.microsoft.com/office/drawing/2014/main" id="{47FF9569-251D-28D9-04A1-30874C376F83}"/>
              </a:ext>
            </a:extLst>
          </p:cNvPr>
          <p:cNvSpPr>
            <a:spLocks noGrp="1"/>
          </p:cNvSpPr>
          <p:nvPr>
            <p:ph type="body" sz="quarter" idx="14" hasCustomPrompt="1"/>
          </p:nvPr>
        </p:nvSpPr>
        <p:spPr>
          <a:xfrm>
            <a:off x="6340766" y="5719763"/>
            <a:ext cx="4327233" cy="223837"/>
          </a:xfrm>
        </p:spPr>
        <p:txBody>
          <a:bodyPr>
            <a:noAutofit/>
          </a:bodyPr>
          <a:lstStyle>
            <a:lvl1pPr marL="0" indent="0" algn="l">
              <a:buFont typeface="Arial" panose="020B0604020202020204" pitchFamily="34" charset="0"/>
              <a:buNone/>
              <a:defRPr sz="1400"/>
            </a:lvl1pPr>
            <a:lvl2pPr marL="457200" indent="0">
              <a:buNone/>
              <a:defRPr/>
            </a:lvl2pPr>
            <a:lvl3pPr marL="914400" indent="0">
              <a:buNone/>
              <a:defRPr/>
            </a:lvl3pPr>
            <a:lvl4pPr marL="1371600" indent="0">
              <a:buNone/>
              <a:defRPr/>
            </a:lvl4pPr>
            <a:lvl5pPr marL="1828800" indent="0">
              <a:buNone/>
              <a:defRPr/>
            </a:lvl5pPr>
          </a:lstStyle>
          <a:p>
            <a:pPr lvl="0"/>
            <a:r>
              <a:rPr lang="en-GB"/>
              <a:t>5 May 2023 13:30</a:t>
            </a:r>
          </a:p>
        </p:txBody>
      </p:sp>
      <p:pic>
        <p:nvPicPr>
          <p:cNvPr id="17" name="Graphic 16">
            <a:extLst>
              <a:ext uri="{FF2B5EF4-FFF2-40B4-BE49-F238E27FC236}">
                <a16:creationId xmlns:a16="http://schemas.microsoft.com/office/drawing/2014/main" id="{50D863FC-F0C7-62AE-69C0-C523970917D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953297" y="5811410"/>
            <a:ext cx="285407" cy="63897"/>
          </a:xfrm>
          <a:prstGeom prst="rect">
            <a:avLst/>
          </a:prstGeom>
        </p:spPr>
      </p:pic>
      <p:sp>
        <p:nvSpPr>
          <p:cNvPr id="18" name="Footer Placeholder 17">
            <a:extLst>
              <a:ext uri="{FF2B5EF4-FFF2-40B4-BE49-F238E27FC236}">
                <a16:creationId xmlns:a16="http://schemas.microsoft.com/office/drawing/2014/main" id="{32780F77-8A04-C3F6-58E2-4E56BC3474E5}"/>
              </a:ext>
            </a:extLst>
          </p:cNvPr>
          <p:cNvSpPr>
            <a:spLocks noGrp="1"/>
          </p:cNvSpPr>
          <p:nvPr>
            <p:ph type="ftr" sz="quarter" idx="15"/>
          </p:nvPr>
        </p:nvSpPr>
        <p:spPr/>
        <p:txBody>
          <a:bodyPr/>
          <a:lstStyle/>
          <a:p>
            <a:r>
              <a:rPr lang="en-GB"/>
              <a:t>SDR HUB OVERVIEW</a:t>
            </a:r>
          </a:p>
        </p:txBody>
      </p:sp>
    </p:spTree>
    <p:extLst>
      <p:ext uri="{BB962C8B-B14F-4D97-AF65-F5344CB8AC3E}">
        <p14:creationId xmlns:p14="http://schemas.microsoft.com/office/powerpoint/2010/main" val="53592658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102666"/>
            <a:ext cx="9144000" cy="2387600"/>
          </a:xfrm>
          <a:prstGeom prst="rect">
            <a:avLst/>
          </a:prstGeo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4582341"/>
            <a:ext cx="9144000" cy="1062584"/>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subtitle. Add / change background image: right click on the background -&gt; ‘format background’. </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9" name="Text Placeholder 8">
            <a:extLst>
              <a:ext uri="{FF2B5EF4-FFF2-40B4-BE49-F238E27FC236}">
                <a16:creationId xmlns:a16="http://schemas.microsoft.com/office/drawing/2014/main" id="{276E0DA4-BE98-F253-CE15-3E8CEBF9553F}"/>
              </a:ext>
            </a:extLst>
          </p:cNvPr>
          <p:cNvSpPr>
            <a:spLocks noGrp="1"/>
          </p:cNvSpPr>
          <p:nvPr>
            <p:ph type="body" sz="quarter" idx="13" hasCustomPrompt="1"/>
          </p:nvPr>
        </p:nvSpPr>
        <p:spPr>
          <a:xfrm>
            <a:off x="1524000" y="5719763"/>
            <a:ext cx="4327233" cy="223837"/>
          </a:xfrm>
        </p:spPr>
        <p:txBody>
          <a:bodyPr>
            <a:noAutofit/>
          </a:bodyPr>
          <a:lstStyle>
            <a:lvl1pPr marL="0" indent="0" algn="r">
              <a:buFont typeface="Arial" panose="020B0604020202020204" pitchFamily="34" charset="0"/>
              <a:buNone/>
              <a:defRPr sz="1400"/>
            </a:lvl1pPr>
            <a:lvl2pPr marL="457200" indent="0">
              <a:buNone/>
              <a:defRPr/>
            </a:lvl2pPr>
            <a:lvl3pPr marL="914400" indent="0">
              <a:buNone/>
              <a:defRPr/>
            </a:lvl3pPr>
            <a:lvl4pPr marL="1371600" indent="0">
              <a:buNone/>
              <a:defRPr/>
            </a:lvl4pPr>
            <a:lvl5pPr marL="1828800" indent="0">
              <a:buNone/>
              <a:defRPr/>
            </a:lvl5pPr>
          </a:lstStyle>
          <a:p>
            <a:pPr lvl="0"/>
            <a:r>
              <a:rPr lang="en-GB"/>
              <a:t>Name Surname </a:t>
            </a:r>
          </a:p>
        </p:txBody>
      </p:sp>
      <p:sp>
        <p:nvSpPr>
          <p:cNvPr id="10" name="Text Placeholder 8">
            <a:extLst>
              <a:ext uri="{FF2B5EF4-FFF2-40B4-BE49-F238E27FC236}">
                <a16:creationId xmlns:a16="http://schemas.microsoft.com/office/drawing/2014/main" id="{47FF9569-251D-28D9-04A1-30874C376F83}"/>
              </a:ext>
            </a:extLst>
          </p:cNvPr>
          <p:cNvSpPr>
            <a:spLocks noGrp="1"/>
          </p:cNvSpPr>
          <p:nvPr>
            <p:ph type="body" sz="quarter" idx="14" hasCustomPrompt="1"/>
          </p:nvPr>
        </p:nvSpPr>
        <p:spPr>
          <a:xfrm>
            <a:off x="6340766" y="5719763"/>
            <a:ext cx="4327233" cy="223837"/>
          </a:xfrm>
        </p:spPr>
        <p:txBody>
          <a:bodyPr>
            <a:noAutofit/>
          </a:bodyPr>
          <a:lstStyle>
            <a:lvl1pPr marL="0" indent="0" algn="l">
              <a:buFont typeface="Arial" panose="020B0604020202020204" pitchFamily="34" charset="0"/>
              <a:buNone/>
              <a:defRPr sz="1400"/>
            </a:lvl1pPr>
            <a:lvl2pPr marL="457200" indent="0">
              <a:buNone/>
              <a:defRPr/>
            </a:lvl2pPr>
            <a:lvl3pPr marL="914400" indent="0">
              <a:buNone/>
              <a:defRPr/>
            </a:lvl3pPr>
            <a:lvl4pPr marL="1371600" indent="0">
              <a:buNone/>
              <a:defRPr/>
            </a:lvl4pPr>
            <a:lvl5pPr marL="1828800" indent="0">
              <a:buNone/>
              <a:defRPr/>
            </a:lvl5pPr>
          </a:lstStyle>
          <a:p>
            <a:pPr lvl="0"/>
            <a:r>
              <a:rPr lang="en-GB"/>
              <a:t>5 May 2023 13:30</a:t>
            </a:r>
          </a:p>
        </p:txBody>
      </p:sp>
      <p:pic>
        <p:nvPicPr>
          <p:cNvPr id="17" name="Graphic 16">
            <a:extLst>
              <a:ext uri="{FF2B5EF4-FFF2-40B4-BE49-F238E27FC236}">
                <a16:creationId xmlns:a16="http://schemas.microsoft.com/office/drawing/2014/main" id="{50D863FC-F0C7-62AE-69C0-C523970917D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953297" y="5811410"/>
            <a:ext cx="285407" cy="63897"/>
          </a:xfrm>
          <a:prstGeom prst="rect">
            <a:avLst/>
          </a:prstGeom>
        </p:spPr>
      </p:pic>
      <p:sp>
        <p:nvSpPr>
          <p:cNvPr id="18" name="Footer Placeholder 17">
            <a:extLst>
              <a:ext uri="{FF2B5EF4-FFF2-40B4-BE49-F238E27FC236}">
                <a16:creationId xmlns:a16="http://schemas.microsoft.com/office/drawing/2014/main" id="{32780F77-8A04-C3F6-58E2-4E56BC3474E5}"/>
              </a:ext>
            </a:extLst>
          </p:cNvPr>
          <p:cNvSpPr>
            <a:spLocks noGrp="1"/>
          </p:cNvSpPr>
          <p:nvPr>
            <p:ph type="ftr" sz="quarter" idx="15"/>
          </p:nvPr>
        </p:nvSpPr>
        <p:spPr/>
        <p:txBody>
          <a:bodyPr/>
          <a:lstStyle/>
          <a:p>
            <a:r>
              <a:rPr lang="en-GB"/>
              <a:t>SDR HUB OVERVIEW</a:t>
            </a:r>
          </a:p>
        </p:txBody>
      </p:sp>
    </p:spTree>
    <p:extLst>
      <p:ext uri="{BB962C8B-B14F-4D97-AF65-F5344CB8AC3E}">
        <p14:creationId xmlns:p14="http://schemas.microsoft.com/office/powerpoint/2010/main" val="137627429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3_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477408"/>
            <a:ext cx="9144000" cy="620595"/>
          </a:xfrm>
          <a:prstGeom prst="rect">
            <a:avLst/>
          </a:prstGeom>
        </p:spPr>
        <p:txBody>
          <a:bodyPr anchor="b">
            <a:normAutofit/>
          </a:bodyPr>
          <a:lstStyle>
            <a:lvl1pPr algn="ctr">
              <a:defRPr sz="3600"/>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3242800"/>
            <a:ext cx="9144000" cy="1062584"/>
          </a:xfrm>
          <a:prstGeom prst="rect">
            <a:avLst/>
          </a:prstGeom>
        </p:spPr>
        <p:txBody>
          <a:bodyPr>
            <a:normAutofit/>
          </a:bodyPr>
          <a:lstStyle>
            <a:lvl1pPr marL="0" indent="0" algn="ctr">
              <a:lnSpc>
                <a:spcPct val="100000"/>
              </a:lnSpc>
              <a:buNone/>
              <a:defRPr sz="1600" b="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a:t>
            </a:r>
            <a:r>
              <a:rPr lang="en-GB" err="1"/>
              <a:t>alinea</a:t>
            </a:r>
            <a:r>
              <a:rPr lang="en-GB"/>
              <a:t> text</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2064152" y="4450181"/>
            <a:ext cx="3888973"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2" name="Text Placeholder 10">
            <a:extLst>
              <a:ext uri="{FF2B5EF4-FFF2-40B4-BE49-F238E27FC236}">
                <a16:creationId xmlns:a16="http://schemas.microsoft.com/office/drawing/2014/main" id="{70F7D046-E958-9025-BEA4-08281F97C5CD}"/>
              </a:ext>
            </a:extLst>
          </p:cNvPr>
          <p:cNvSpPr>
            <a:spLocks noGrp="1"/>
          </p:cNvSpPr>
          <p:nvPr>
            <p:ph type="body" sz="quarter" idx="16" hasCustomPrompt="1"/>
          </p:nvPr>
        </p:nvSpPr>
        <p:spPr>
          <a:xfrm>
            <a:off x="6244281" y="4450181"/>
            <a:ext cx="3883567"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1524000" y="2074483"/>
            <a:ext cx="9144000" cy="295275"/>
          </a:xfrm>
        </p:spPr>
        <p:txBody>
          <a:bodyPr anchor="b">
            <a:noAutofit/>
          </a:bodyPr>
          <a:lstStyle>
            <a:lvl1pPr marL="0" indent="0" algn="ctr">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8" name="Footer Placeholder 17">
            <a:extLst>
              <a:ext uri="{FF2B5EF4-FFF2-40B4-BE49-F238E27FC236}">
                <a16:creationId xmlns:a16="http://schemas.microsoft.com/office/drawing/2014/main" id="{A48611BC-1417-DAEB-753E-502273FBC1B3}"/>
              </a:ext>
            </a:extLst>
          </p:cNvPr>
          <p:cNvSpPr>
            <a:spLocks noGrp="1"/>
          </p:cNvSpPr>
          <p:nvPr>
            <p:ph type="ftr" sz="quarter" idx="18"/>
          </p:nvPr>
        </p:nvSpPr>
        <p:spPr/>
        <p:txBody>
          <a:bodyPr/>
          <a:lstStyle/>
          <a:p>
            <a:r>
              <a:rPr lang="en-GB"/>
              <a:t>SDR HUB OVERVIEW</a:t>
            </a:r>
          </a:p>
        </p:txBody>
      </p:sp>
    </p:spTree>
    <p:extLst>
      <p:ext uri="{BB962C8B-B14F-4D97-AF65-F5344CB8AC3E}">
        <p14:creationId xmlns:p14="http://schemas.microsoft.com/office/powerpoint/2010/main" val="214177151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4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5953125" y="0"/>
            <a:ext cx="6244281"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solidFill>
                  <a:schemeClr val="tx1"/>
                </a:solidFill>
              </a:defRPr>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199703913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4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5953125" y="0"/>
            <a:ext cx="6244281"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solidFill>
                  <a:schemeClr val="tx1"/>
                </a:solidFill>
              </a:defRPr>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232260023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FE9B503-272A-F6B4-D58E-93E554E7D5A4}"/>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r>
              <a:rPr lang="en-GB"/>
              <a:t>Click to edit Master title style</a:t>
            </a:r>
          </a:p>
        </p:txBody>
      </p:sp>
      <p:sp>
        <p:nvSpPr>
          <p:cNvPr id="13" name="Content Placeholder 12">
            <a:extLst>
              <a:ext uri="{FF2B5EF4-FFF2-40B4-BE49-F238E27FC236}">
                <a16:creationId xmlns:a16="http://schemas.microsoft.com/office/drawing/2014/main" id="{9C2E8D6E-739C-2F82-AF35-0575C20D81E0}"/>
              </a:ext>
            </a:extLst>
          </p:cNvPr>
          <p:cNvSpPr>
            <a:spLocks noGrp="1"/>
          </p:cNvSpPr>
          <p:nvPr>
            <p:ph sz="quarter" idx="13"/>
          </p:nvPr>
        </p:nvSpPr>
        <p:spPr>
          <a:xfrm>
            <a:off x="838200" y="1622340"/>
            <a:ext cx="10515600" cy="4333617"/>
          </a:xfrm>
        </p:spPr>
        <p:txBody>
          <a:bodyPr>
            <a:normAutofit/>
          </a:bodyPr>
          <a:lstStyle>
            <a:lvl1pPr>
              <a:lnSpc>
                <a:spcPct val="100000"/>
              </a:lnSpc>
              <a:defRPr sz="1800"/>
            </a:lvl1pPr>
            <a:lvl2pPr>
              <a:lnSpc>
                <a:spcPct val="100000"/>
              </a:lnSpc>
              <a:defRPr sz="1600"/>
            </a:lvl2pPr>
            <a:lvl3pPr>
              <a:lnSpc>
                <a:spcPct val="100000"/>
              </a:lnSpc>
              <a:defRPr sz="1400"/>
            </a:lvl3pPr>
            <a:lvl4pPr>
              <a:lnSpc>
                <a:spcPct val="100000"/>
              </a:lnSpc>
              <a:defRPr sz="1200"/>
            </a:lvl4pPr>
            <a:lvl5pPr>
              <a:lnSpc>
                <a:spcPct val="100000"/>
              </a:lnSpc>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14" name="Footer Placeholder 13">
            <a:extLst>
              <a:ext uri="{FF2B5EF4-FFF2-40B4-BE49-F238E27FC236}">
                <a16:creationId xmlns:a16="http://schemas.microsoft.com/office/drawing/2014/main" id="{2F4A3FE5-9A76-CAD0-3DEC-B1E82E294652}"/>
              </a:ext>
            </a:extLst>
          </p:cNvPr>
          <p:cNvSpPr>
            <a:spLocks noGrp="1"/>
          </p:cNvSpPr>
          <p:nvPr>
            <p:ph type="ftr" sz="quarter" idx="14"/>
          </p:nvPr>
        </p:nvSpPr>
        <p:spPr/>
        <p:txBody>
          <a:bodyPr/>
          <a:lstStyle/>
          <a:p>
            <a:r>
              <a:rPr lang="en-GB"/>
              <a:t>SDR HUB OVERVIEW</a:t>
            </a:r>
          </a:p>
        </p:txBody>
      </p:sp>
    </p:spTree>
    <p:extLst>
      <p:ext uri="{BB962C8B-B14F-4D97-AF65-F5344CB8AC3E}">
        <p14:creationId xmlns:p14="http://schemas.microsoft.com/office/powerpoint/2010/main" val="112062913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1_Table SLide">
    <p:bg>
      <p:bgPr>
        <a:solidFill>
          <a:schemeClr val="tx2"/>
        </a:solidFill>
        <a:effectLst/>
      </p:bgPr>
    </p:bg>
    <p:spTree>
      <p:nvGrpSpPr>
        <p:cNvPr id="1" name=""/>
        <p:cNvGrpSpPr/>
        <p:nvPr/>
      </p:nvGrpSpPr>
      <p:grpSpPr>
        <a:xfrm>
          <a:off x="0" y="0"/>
          <a:ext cx="0" cy="0"/>
          <a:chOff x="0" y="0"/>
          <a:chExt cx="0" cy="0"/>
        </a:xfrm>
      </p:grpSpPr>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lvl1pPr>
              <a:defRPr>
                <a:solidFill>
                  <a:schemeClr val="bg1"/>
                </a:solidFill>
              </a:defRPr>
            </a:lvl1pPr>
          </a:lstStyle>
          <a:p>
            <a:r>
              <a:rPr lang="en-GB"/>
              <a:t>Click to edit Master title style</a:t>
            </a:r>
          </a:p>
        </p:txBody>
      </p:sp>
      <p:sp>
        <p:nvSpPr>
          <p:cNvPr id="5" name="Text Placeholder 3">
            <a:extLst>
              <a:ext uri="{FF2B5EF4-FFF2-40B4-BE49-F238E27FC236}">
                <a16:creationId xmlns:a16="http://schemas.microsoft.com/office/drawing/2014/main" id="{49D4168B-B615-3C26-6250-6FA7A8F80E34}"/>
              </a:ext>
            </a:extLst>
          </p:cNvPr>
          <p:cNvSpPr>
            <a:spLocks noGrp="1"/>
          </p:cNvSpPr>
          <p:nvPr>
            <p:ph type="body" sz="quarter" idx="14"/>
          </p:nvPr>
        </p:nvSpPr>
        <p:spPr>
          <a:xfrm>
            <a:off x="838200" y="1604963"/>
            <a:ext cx="10515600" cy="854075"/>
          </a:xfrm>
        </p:spPr>
        <p:txBody>
          <a:bodyPr>
            <a:noAutofit/>
          </a:bodyPr>
          <a:lstStyle>
            <a:lvl1pPr>
              <a:defRPr sz="1800">
                <a:solidFill>
                  <a:schemeClr val="tx1"/>
                </a:solidFill>
              </a:defRPr>
            </a:lvl1pPr>
            <a:lvl2pPr>
              <a:defRPr sz="1600">
                <a:solidFill>
                  <a:schemeClr val="tx1"/>
                </a:solidFill>
              </a:defRPr>
            </a:lvl2pPr>
            <a:lvl3pPr>
              <a:defRPr sz="1400"/>
            </a:lvl3pPr>
            <a:lvl4pPr>
              <a:defRPr sz="1200"/>
            </a:lvl4pPr>
            <a:lvl5pPr>
              <a:defRPr sz="1200"/>
            </a:lvl5pPr>
          </a:lstStyle>
          <a:p>
            <a:pPr lvl="0"/>
            <a:r>
              <a:rPr lang="en-GB"/>
              <a:t>Click to edit Master text styles</a:t>
            </a:r>
          </a:p>
          <a:p>
            <a:pPr lvl="1"/>
            <a:r>
              <a:rPr lang="en-GB"/>
              <a:t>Second level</a:t>
            </a:r>
          </a:p>
        </p:txBody>
      </p:sp>
      <p:sp>
        <p:nvSpPr>
          <p:cNvPr id="7" name="Slide Number Placeholder 5">
            <a:extLst>
              <a:ext uri="{FF2B5EF4-FFF2-40B4-BE49-F238E27FC236}">
                <a16:creationId xmlns:a16="http://schemas.microsoft.com/office/drawing/2014/main" id="{B2916EB5-1DE8-E77A-E383-0BA7ACF67C1B}"/>
              </a:ext>
            </a:extLst>
          </p:cNvPr>
          <p:cNvSpPr>
            <a:spLocks noGrp="1"/>
          </p:cNvSpPr>
          <p:nvPr>
            <p:ph type="sldNum" sz="quarter" idx="12"/>
          </p:nvPr>
        </p:nvSpPr>
        <p:spPr>
          <a:xfrm>
            <a:off x="11628645" y="6387881"/>
            <a:ext cx="418837" cy="365125"/>
          </a:xfrm>
        </p:spPr>
        <p:txBody>
          <a:bodyPr/>
          <a:lstStyle>
            <a:lvl1pPr>
              <a:defRPr sz="1050">
                <a:solidFill>
                  <a:schemeClr val="tx1"/>
                </a:solidFill>
              </a:defRPr>
            </a:lvl1pPr>
          </a:lstStyle>
          <a:p>
            <a:fld id="{1E3508AD-6785-9A40-B664-AC186F99CF3B}" type="slidenum">
              <a:rPr lang="en-GB" smtClean="0"/>
              <a:pPr/>
              <a:t>‹#›</a:t>
            </a:fld>
            <a:endParaRPr lang="en-GB"/>
          </a:p>
        </p:txBody>
      </p:sp>
      <p:pic>
        <p:nvPicPr>
          <p:cNvPr id="8" name="Graphic 7">
            <a:extLst>
              <a:ext uri="{FF2B5EF4-FFF2-40B4-BE49-F238E27FC236}">
                <a16:creationId xmlns:a16="http://schemas.microsoft.com/office/drawing/2014/main" id="{13FCD97A-D507-438F-9DFD-AAF7AAB58B5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Footer Placeholder 8">
            <a:extLst>
              <a:ext uri="{FF2B5EF4-FFF2-40B4-BE49-F238E27FC236}">
                <a16:creationId xmlns:a16="http://schemas.microsoft.com/office/drawing/2014/main" id="{24944B03-692B-6EBC-6279-86EA05C9E8E8}"/>
              </a:ext>
            </a:extLst>
          </p:cNvPr>
          <p:cNvSpPr>
            <a:spLocks noGrp="1"/>
          </p:cNvSpPr>
          <p:nvPr>
            <p:ph type="ftr" sz="quarter" idx="15"/>
          </p:nvPr>
        </p:nvSpPr>
        <p:spPr/>
        <p:txBody>
          <a:bodyPr/>
          <a:lstStyle>
            <a:lvl1pPr>
              <a:defRPr>
                <a:solidFill>
                  <a:schemeClr val="tx2">
                    <a:lumMod val="75000"/>
                  </a:schemeClr>
                </a:solidFill>
              </a:defRPr>
            </a:lvl1pPr>
          </a:lstStyle>
          <a:p>
            <a:r>
              <a:rPr lang="en-GB"/>
              <a:t>SDR HUB OVERVIEW</a:t>
            </a:r>
          </a:p>
        </p:txBody>
      </p:sp>
    </p:spTree>
    <p:extLst>
      <p:ext uri="{BB962C8B-B14F-4D97-AF65-F5344CB8AC3E}">
        <p14:creationId xmlns:p14="http://schemas.microsoft.com/office/powerpoint/2010/main" val="35639534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1_Table SLide">
    <p:bg>
      <p:bgPr>
        <a:solidFill>
          <a:schemeClr val="tx2"/>
        </a:solidFill>
        <a:effectLst/>
      </p:bgPr>
    </p:bg>
    <p:spTree>
      <p:nvGrpSpPr>
        <p:cNvPr id="1" name=""/>
        <p:cNvGrpSpPr/>
        <p:nvPr/>
      </p:nvGrpSpPr>
      <p:grpSpPr>
        <a:xfrm>
          <a:off x="0" y="0"/>
          <a:ext cx="0" cy="0"/>
          <a:chOff x="0" y="0"/>
          <a:chExt cx="0" cy="0"/>
        </a:xfrm>
      </p:grpSpPr>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lvl1pPr>
              <a:defRPr>
                <a:solidFill>
                  <a:schemeClr val="bg1"/>
                </a:solidFill>
              </a:defRPr>
            </a:lvl1pPr>
          </a:lstStyle>
          <a:p>
            <a:r>
              <a:rPr lang="en-GB"/>
              <a:t>Click to edit Master title style</a:t>
            </a:r>
          </a:p>
        </p:txBody>
      </p:sp>
      <p:sp>
        <p:nvSpPr>
          <p:cNvPr id="5" name="Text Placeholder 3">
            <a:extLst>
              <a:ext uri="{FF2B5EF4-FFF2-40B4-BE49-F238E27FC236}">
                <a16:creationId xmlns:a16="http://schemas.microsoft.com/office/drawing/2014/main" id="{49D4168B-B615-3C26-6250-6FA7A8F80E34}"/>
              </a:ext>
            </a:extLst>
          </p:cNvPr>
          <p:cNvSpPr>
            <a:spLocks noGrp="1"/>
          </p:cNvSpPr>
          <p:nvPr>
            <p:ph type="body" sz="quarter" idx="14"/>
          </p:nvPr>
        </p:nvSpPr>
        <p:spPr>
          <a:xfrm>
            <a:off x="838200" y="1604963"/>
            <a:ext cx="10515600" cy="854075"/>
          </a:xfrm>
        </p:spPr>
        <p:txBody>
          <a:bodyPr>
            <a:noAutofit/>
          </a:bodyPr>
          <a:lstStyle>
            <a:lvl1pPr>
              <a:defRPr sz="1800">
                <a:solidFill>
                  <a:schemeClr val="tx1"/>
                </a:solidFill>
              </a:defRPr>
            </a:lvl1pPr>
            <a:lvl2pPr>
              <a:defRPr sz="1600">
                <a:solidFill>
                  <a:schemeClr val="tx1"/>
                </a:solidFill>
              </a:defRPr>
            </a:lvl2pPr>
            <a:lvl3pPr>
              <a:defRPr sz="1400"/>
            </a:lvl3pPr>
            <a:lvl4pPr>
              <a:defRPr sz="1200"/>
            </a:lvl4pPr>
            <a:lvl5pPr>
              <a:defRPr sz="1200"/>
            </a:lvl5pPr>
          </a:lstStyle>
          <a:p>
            <a:pPr lvl="0"/>
            <a:r>
              <a:rPr lang="en-GB"/>
              <a:t>Click to edit Master text styles</a:t>
            </a:r>
          </a:p>
          <a:p>
            <a:pPr lvl="1"/>
            <a:r>
              <a:rPr lang="en-GB"/>
              <a:t>Second level</a:t>
            </a:r>
          </a:p>
        </p:txBody>
      </p:sp>
      <p:sp>
        <p:nvSpPr>
          <p:cNvPr id="7" name="Slide Number Placeholder 5">
            <a:extLst>
              <a:ext uri="{FF2B5EF4-FFF2-40B4-BE49-F238E27FC236}">
                <a16:creationId xmlns:a16="http://schemas.microsoft.com/office/drawing/2014/main" id="{B2916EB5-1DE8-E77A-E383-0BA7ACF67C1B}"/>
              </a:ext>
            </a:extLst>
          </p:cNvPr>
          <p:cNvSpPr>
            <a:spLocks noGrp="1"/>
          </p:cNvSpPr>
          <p:nvPr>
            <p:ph type="sldNum" sz="quarter" idx="12"/>
          </p:nvPr>
        </p:nvSpPr>
        <p:spPr>
          <a:xfrm>
            <a:off x="11628645" y="6387881"/>
            <a:ext cx="418837" cy="365125"/>
          </a:xfrm>
        </p:spPr>
        <p:txBody>
          <a:bodyPr/>
          <a:lstStyle>
            <a:lvl1pPr>
              <a:defRPr sz="1050">
                <a:solidFill>
                  <a:schemeClr val="tx1"/>
                </a:solidFill>
              </a:defRPr>
            </a:lvl1pPr>
          </a:lstStyle>
          <a:p>
            <a:fld id="{1E3508AD-6785-9A40-B664-AC186F99CF3B}" type="slidenum">
              <a:rPr lang="en-GB" smtClean="0"/>
              <a:pPr/>
              <a:t>‹#›</a:t>
            </a:fld>
            <a:endParaRPr lang="en-GB"/>
          </a:p>
        </p:txBody>
      </p:sp>
      <p:pic>
        <p:nvPicPr>
          <p:cNvPr id="8" name="Graphic 7">
            <a:extLst>
              <a:ext uri="{FF2B5EF4-FFF2-40B4-BE49-F238E27FC236}">
                <a16:creationId xmlns:a16="http://schemas.microsoft.com/office/drawing/2014/main" id="{13FCD97A-D507-438F-9DFD-AAF7AAB58B5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Footer Placeholder 8">
            <a:extLst>
              <a:ext uri="{FF2B5EF4-FFF2-40B4-BE49-F238E27FC236}">
                <a16:creationId xmlns:a16="http://schemas.microsoft.com/office/drawing/2014/main" id="{24944B03-692B-6EBC-6279-86EA05C9E8E8}"/>
              </a:ext>
            </a:extLst>
          </p:cNvPr>
          <p:cNvSpPr>
            <a:spLocks noGrp="1"/>
          </p:cNvSpPr>
          <p:nvPr>
            <p:ph type="ftr" sz="quarter" idx="15"/>
          </p:nvPr>
        </p:nvSpPr>
        <p:spPr/>
        <p:txBody>
          <a:bodyPr/>
          <a:lstStyle>
            <a:lvl1pPr>
              <a:defRPr>
                <a:solidFill>
                  <a:schemeClr val="tx2">
                    <a:lumMod val="75000"/>
                  </a:schemeClr>
                </a:solidFill>
              </a:defRPr>
            </a:lvl1pPr>
          </a:lstStyle>
          <a:p>
            <a:r>
              <a:rPr lang="en-GB"/>
              <a:t>SDR HUB OVERVIEW</a:t>
            </a:r>
          </a:p>
        </p:txBody>
      </p:sp>
    </p:spTree>
    <p:extLst>
      <p:ext uri="{BB962C8B-B14F-4D97-AF65-F5344CB8AC3E}">
        <p14:creationId xmlns:p14="http://schemas.microsoft.com/office/powerpoint/2010/main" val="372589941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_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4582341"/>
            <a:ext cx="10515600" cy="1500187"/>
          </a:xfrm>
          <a:prstGeom prst="rect">
            <a:avLst/>
          </a:prstGeom>
        </p:spPr>
        <p:txBody>
          <a:bodyPr>
            <a:normAutofit/>
          </a:bodyPr>
          <a:lstStyle>
            <a:lvl1pPr marL="0" indent="0">
              <a:lnSpc>
                <a:spcPct val="100000"/>
              </a:lnSpc>
              <a:buNone/>
              <a:defRPr sz="16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1" name="Footer Placeholder 10">
            <a:extLst>
              <a:ext uri="{FF2B5EF4-FFF2-40B4-BE49-F238E27FC236}">
                <a16:creationId xmlns:a16="http://schemas.microsoft.com/office/drawing/2014/main" id="{7748C071-72AF-2149-93E0-18B01285BBA8}"/>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78688652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3_Circ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3387902" y="707203"/>
            <a:ext cx="5493600" cy="5493600"/>
          </a:xfrm>
          <a:prstGeom prst="ellipse">
            <a:avLst/>
          </a:prstGeom>
        </p:spPr>
        <p:txBody>
          <a:bodyPr/>
          <a:lstStyle/>
          <a:p>
            <a:r>
              <a:rPr lang="en-GB"/>
              <a:t>Click icon to add picture</a:t>
            </a:r>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p:nvPr>
        </p:nvSpPr>
        <p:spPr>
          <a:xfrm>
            <a:off x="3481429" y="707195"/>
            <a:ext cx="5335078" cy="235480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lstStyle>
            <a:lvl1pPr marL="0" indent="0" algn="ctr">
              <a:buFont typeface="Arial" panose="020B0604020202020204" pitchFamily="34" charset="0"/>
              <a:buNone/>
              <a:defRPr/>
            </a:lvl1pPr>
          </a:lstStyle>
          <a:p>
            <a:r>
              <a:rPr lang="en-GB"/>
              <a:t>Click icon to add picture</a:t>
            </a:r>
          </a:p>
        </p:txBody>
      </p:sp>
      <p:sp>
        <p:nvSpPr>
          <p:cNvPr id="11" name="Slide Number Placeholder 5">
            <a:extLst>
              <a:ext uri="{FF2B5EF4-FFF2-40B4-BE49-F238E27FC236}">
                <a16:creationId xmlns:a16="http://schemas.microsoft.com/office/drawing/2014/main" id="{16953581-152C-6D9E-013F-624D6BED6D8F}"/>
              </a:ext>
            </a:extLst>
          </p:cNvPr>
          <p:cNvSpPr>
            <a:spLocks noGrp="1"/>
          </p:cNvSpPr>
          <p:nvPr>
            <p:ph type="sldNum" sz="quarter" idx="4"/>
          </p:nvPr>
        </p:nvSpPr>
        <p:spPr>
          <a:xfrm>
            <a:off x="11628645" y="6387881"/>
            <a:ext cx="418837" cy="365125"/>
          </a:xfrm>
          <a:prstGeom prst="rect">
            <a:avLst/>
          </a:prstGeom>
        </p:spPr>
        <p:txBody>
          <a:bodyPr vert="horz" lIns="91440" tIns="45720" rIns="91440" bIns="45720" rtlCol="0" anchor="ctr"/>
          <a:lstStyle>
            <a:lvl1pPr algn="r">
              <a:defRPr sz="1050">
                <a:solidFill>
                  <a:srgbClr val="ABB4BD"/>
                </a:solidFill>
                <a:latin typeface="Arial" panose="020B0604020202020204" pitchFamily="34" charset="0"/>
                <a:cs typeface="Arial" panose="020B0604020202020204" pitchFamily="34" charset="0"/>
              </a:defRPr>
            </a:lvl1pPr>
          </a:lstStyle>
          <a:p>
            <a:fld id="{1E3508AD-6785-9A40-B664-AC186F99CF3B}" type="slidenum">
              <a:rPr lang="en-GB" smtClean="0"/>
              <a:pPr/>
              <a:t>‹#›</a:t>
            </a:fld>
            <a:endParaRPr lang="en-GB"/>
          </a:p>
        </p:txBody>
      </p:sp>
      <p:sp>
        <p:nvSpPr>
          <p:cNvPr id="12" name="Footer Placeholder 11">
            <a:extLst>
              <a:ext uri="{FF2B5EF4-FFF2-40B4-BE49-F238E27FC236}">
                <a16:creationId xmlns:a16="http://schemas.microsoft.com/office/drawing/2014/main" id="{8678D961-DE29-A9D4-7AC1-695606C3CD6A}"/>
              </a:ext>
            </a:extLst>
          </p:cNvPr>
          <p:cNvSpPr>
            <a:spLocks noGrp="1"/>
          </p:cNvSpPr>
          <p:nvPr>
            <p:ph type="ftr" sz="quarter" idx="12"/>
          </p:nvPr>
        </p:nvSpPr>
        <p:spPr/>
        <p:txBody>
          <a:bodyPr/>
          <a:lstStyle/>
          <a:p>
            <a:r>
              <a:rPr lang="en-GB"/>
              <a:t>SDR HUB OVERVIEW</a:t>
            </a:r>
          </a:p>
        </p:txBody>
      </p:sp>
    </p:spTree>
    <p:extLst>
      <p:ext uri="{BB962C8B-B14F-4D97-AF65-F5344CB8AC3E}">
        <p14:creationId xmlns:p14="http://schemas.microsoft.com/office/powerpoint/2010/main" val="25394443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1_Image rounded corners">
    <p:bg>
      <p:bgPr>
        <a:solidFill>
          <a:schemeClr val="accent3"/>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p:cNvSpPr>
          <p:nvPr>
            <p:ph type="pic" sz="quarter" idx="10"/>
          </p:nvPr>
        </p:nvSpPr>
        <p:spPr>
          <a:xfrm>
            <a:off x="209550" y="212602"/>
            <a:ext cx="11772900" cy="6432673"/>
          </a:xfrm>
          <a:prstGeom prst="roundRect">
            <a:avLst>
              <a:gd name="adj" fmla="val 2092"/>
            </a:avLst>
          </a:prstGeom>
        </p:spPr>
        <p:txBody>
          <a:bodyPr/>
          <a:lstStyle/>
          <a:p>
            <a:r>
              <a:rPr lang="en-GB"/>
              <a:t>Click icon to add picture</a:t>
            </a:r>
          </a:p>
        </p:txBody>
      </p:sp>
    </p:spTree>
    <p:extLst>
      <p:ext uri="{BB962C8B-B14F-4D97-AF65-F5344CB8AC3E}">
        <p14:creationId xmlns:p14="http://schemas.microsoft.com/office/powerpoint/2010/main" val="406684473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accent3"/>
        </a:solidFill>
        <a:effectLst/>
      </p:bgPr>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0087548-065A-2FD2-84C8-203BB1A6A53A}"/>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6" name="Title Placeholder 1">
            <a:extLst>
              <a:ext uri="{FF2B5EF4-FFF2-40B4-BE49-F238E27FC236}">
                <a16:creationId xmlns:a16="http://schemas.microsoft.com/office/drawing/2014/main" id="{ABEA7441-A828-B046-2CD2-CF60712763F3}"/>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r>
              <a:rPr lang="en-GB"/>
              <a:t>Click to edit Master title style</a:t>
            </a:r>
          </a:p>
        </p:txBody>
      </p:sp>
      <p:sp>
        <p:nvSpPr>
          <p:cNvPr id="7" name="Footer Placeholder 6">
            <a:extLst>
              <a:ext uri="{FF2B5EF4-FFF2-40B4-BE49-F238E27FC236}">
                <a16:creationId xmlns:a16="http://schemas.microsoft.com/office/drawing/2014/main" id="{A2C426D2-7C57-9C3B-F590-3A3BA1F97496}"/>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78242752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Thank you Slid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lgn="ct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5052558"/>
            <a:ext cx="10515600" cy="782139"/>
          </a:xfrm>
          <a:prstGeom prst="rect">
            <a:avLst/>
          </a:prstGeom>
        </p:spPr>
        <p:txBody>
          <a:bodyPr>
            <a:normAutofit/>
          </a:bodyPr>
          <a:lstStyle>
            <a:lvl1pPr marL="0" indent="0" algn="ctr">
              <a:lnSpc>
                <a:spcPct val="100000"/>
              </a:lnSpc>
              <a:buNone/>
              <a:defRPr sz="16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3" name="Footer Placeholder 12">
            <a:extLst>
              <a:ext uri="{FF2B5EF4-FFF2-40B4-BE49-F238E27FC236}">
                <a16:creationId xmlns:a16="http://schemas.microsoft.com/office/drawing/2014/main" id="{6D02ABFB-6F3B-6110-5720-080212808FD3}"/>
              </a:ext>
            </a:extLst>
          </p:cNvPr>
          <p:cNvSpPr>
            <a:spLocks noGrp="1"/>
          </p:cNvSpPr>
          <p:nvPr>
            <p:ph type="ftr" sz="quarter" idx="13"/>
          </p:nvPr>
        </p:nvSpPr>
        <p:spPr/>
        <p:txBody>
          <a:bodyPr/>
          <a:lstStyle/>
          <a:p>
            <a:r>
              <a:rPr lang="en-GB"/>
              <a:t>SDR HUB OVERVIEW</a:t>
            </a:r>
          </a:p>
        </p:txBody>
      </p:sp>
      <p:sp>
        <p:nvSpPr>
          <p:cNvPr id="14" name="Text Placeholder 19">
            <a:extLst>
              <a:ext uri="{FF2B5EF4-FFF2-40B4-BE49-F238E27FC236}">
                <a16:creationId xmlns:a16="http://schemas.microsoft.com/office/drawing/2014/main" id="{8585F5B5-E53F-66CC-5BA2-B03414A94605}"/>
              </a:ext>
            </a:extLst>
          </p:cNvPr>
          <p:cNvSpPr>
            <a:spLocks noGrp="1"/>
          </p:cNvSpPr>
          <p:nvPr>
            <p:ph type="body" sz="quarter" idx="14" hasCustomPrompt="1"/>
          </p:nvPr>
        </p:nvSpPr>
        <p:spPr>
          <a:xfrm>
            <a:off x="1524000" y="4659493"/>
            <a:ext cx="4327233" cy="223837"/>
          </a:xfrm>
        </p:spPr>
        <p:txBody>
          <a:bodyPr>
            <a:noAutofit/>
          </a:bodyPr>
          <a:lstStyle>
            <a:lvl1pPr marL="0" indent="0" algn="r">
              <a:buFont typeface="Arial" panose="020B0604020202020204" pitchFamily="34" charset="0"/>
              <a:buNone/>
              <a:defRPr sz="1600"/>
            </a:lvl1pPr>
          </a:lstStyle>
          <a:p>
            <a:r>
              <a:rPr lang="en-GB"/>
              <a:t>Name Surname</a:t>
            </a:r>
          </a:p>
        </p:txBody>
      </p:sp>
      <p:sp>
        <p:nvSpPr>
          <p:cNvPr id="15" name="Text Placeholder 20">
            <a:extLst>
              <a:ext uri="{FF2B5EF4-FFF2-40B4-BE49-F238E27FC236}">
                <a16:creationId xmlns:a16="http://schemas.microsoft.com/office/drawing/2014/main" id="{3772A83B-F776-ADB8-EA5E-158FAE3EC53A}"/>
              </a:ext>
            </a:extLst>
          </p:cNvPr>
          <p:cNvSpPr>
            <a:spLocks noGrp="1"/>
          </p:cNvSpPr>
          <p:nvPr>
            <p:ph type="body" sz="quarter" idx="15" hasCustomPrompt="1"/>
          </p:nvPr>
        </p:nvSpPr>
        <p:spPr>
          <a:xfrm>
            <a:off x="6340766" y="4659493"/>
            <a:ext cx="4327233" cy="223837"/>
          </a:xfrm>
        </p:spPr>
        <p:txBody>
          <a:bodyPr>
            <a:noAutofit/>
          </a:bodyPr>
          <a:lstStyle>
            <a:lvl1pPr marL="0" indent="0">
              <a:buFont typeface="Arial" panose="020B0604020202020204" pitchFamily="34" charset="0"/>
              <a:buNone/>
              <a:defRPr sz="1600"/>
            </a:lvl1pPr>
          </a:lstStyle>
          <a:p>
            <a:r>
              <a:rPr lang="en-GB"/>
              <a:t>Job Title</a:t>
            </a:r>
          </a:p>
        </p:txBody>
      </p:sp>
    </p:spTree>
    <p:extLst>
      <p:ext uri="{BB962C8B-B14F-4D97-AF65-F5344CB8AC3E}">
        <p14:creationId xmlns:p14="http://schemas.microsoft.com/office/powerpoint/2010/main" val="219198921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userDrawn="1">
  <p:cSld name="4_Circ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5A039A5-CD3C-96B7-5B42-7CECE48C3501}"/>
              </a:ext>
            </a:extLst>
          </p:cNvPr>
          <p:cNvSpPr/>
          <p:nvPr userDrawn="1"/>
        </p:nvSpPr>
        <p:spPr>
          <a:xfrm>
            <a:off x="6069105" y="0"/>
            <a:ext cx="612289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6924730" y="1393003"/>
            <a:ext cx="4429573" cy="4429573"/>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hasCustomPrompt="1"/>
          </p:nvPr>
        </p:nvSpPr>
        <p:spPr>
          <a:xfrm>
            <a:off x="7000725" y="1392995"/>
            <a:ext cx="4301755" cy="189871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normAutofit/>
          </a:bodyPr>
          <a:lstStyle>
            <a:lvl1pPr marL="0" indent="0" algn="ctr">
              <a:buNone/>
              <a:defRPr sz="1400"/>
            </a:lvl1pPr>
          </a:lstStyle>
          <a:p>
            <a:r>
              <a:rPr lang="en-GB"/>
              <a:t>Add image or colour</a:t>
            </a:r>
          </a:p>
        </p:txBody>
      </p:sp>
      <p:pic>
        <p:nvPicPr>
          <p:cNvPr id="8" name="Graphic 7">
            <a:extLst>
              <a:ext uri="{FF2B5EF4-FFF2-40B4-BE49-F238E27FC236}">
                <a16:creationId xmlns:a16="http://schemas.microsoft.com/office/drawing/2014/main" id="{5ECB0A80-1B0E-170D-E80A-84919FB9126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Slide Number Placeholder 5">
            <a:extLst>
              <a:ext uri="{FF2B5EF4-FFF2-40B4-BE49-F238E27FC236}">
                <a16:creationId xmlns:a16="http://schemas.microsoft.com/office/drawing/2014/main" id="{3A3D167C-9875-FA01-F0EE-48A389E823EA}"/>
              </a:ext>
            </a:extLst>
          </p:cNvPr>
          <p:cNvSpPr>
            <a:spLocks noGrp="1"/>
          </p:cNvSpPr>
          <p:nvPr>
            <p:ph type="sldNum" sz="quarter" idx="12"/>
          </p:nvPr>
        </p:nvSpPr>
        <p:spPr>
          <a:xfrm>
            <a:off x="11628645" y="6387881"/>
            <a:ext cx="418837" cy="365125"/>
          </a:xfrm>
        </p:spPr>
        <p:txBody>
          <a:bodyPr/>
          <a:lstStyle>
            <a:lvl1pPr>
              <a:defRPr sz="1050">
                <a:solidFill>
                  <a:schemeClr val="accent1"/>
                </a:solidFill>
              </a:defRPr>
            </a:lvl1pPr>
          </a:lstStyle>
          <a:p>
            <a:fld id="{1E3508AD-6785-9A40-B664-AC186F99CF3B}" type="slidenum">
              <a:rPr lang="en-GB" smtClean="0"/>
              <a:pPr/>
              <a:t>‹#›</a:t>
            </a:fld>
            <a:endParaRPr lang="en-GB"/>
          </a:p>
        </p:txBody>
      </p:sp>
      <p:sp>
        <p:nvSpPr>
          <p:cNvPr id="11" name="Title 1">
            <a:extLst>
              <a:ext uri="{FF2B5EF4-FFF2-40B4-BE49-F238E27FC236}">
                <a16:creationId xmlns:a16="http://schemas.microsoft.com/office/drawing/2014/main" id="{E4736FBD-C735-A3EB-79E8-81370B63D159}"/>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solidFill>
                  <a:schemeClr val="bg1"/>
                </a:solidFill>
              </a:defRPr>
            </a:lvl1pPr>
          </a:lstStyle>
          <a:p>
            <a:r>
              <a:rPr lang="en-GB"/>
              <a:t>Click to edit Master title style</a:t>
            </a:r>
          </a:p>
        </p:txBody>
      </p:sp>
      <p:sp>
        <p:nvSpPr>
          <p:cNvPr id="12" name="Text Placeholder 10">
            <a:extLst>
              <a:ext uri="{FF2B5EF4-FFF2-40B4-BE49-F238E27FC236}">
                <a16:creationId xmlns:a16="http://schemas.microsoft.com/office/drawing/2014/main" id="{0213EADD-CAB9-DEAA-F13C-E0B9559E8FA6}"/>
              </a:ext>
            </a:extLst>
          </p:cNvPr>
          <p:cNvSpPr>
            <a:spLocks noGrp="1"/>
          </p:cNvSpPr>
          <p:nvPr>
            <p:ph type="body" sz="quarter" idx="15" hasCustomPrompt="1"/>
          </p:nvPr>
        </p:nvSpPr>
        <p:spPr>
          <a:xfrm>
            <a:off x="841094" y="4450181"/>
            <a:ext cx="3888973" cy="1937700"/>
          </a:xfrm>
        </p:spPr>
        <p:txBody>
          <a:bodyPr anchor="b">
            <a:normAutofit/>
          </a:bodyPr>
          <a:lstStyle>
            <a:lvl1pPr marL="0" indent="0">
              <a:lnSpc>
                <a:spcPct val="110000"/>
              </a:lnSpc>
              <a:buFont typeface="Arial" panose="020B0604020202020204" pitchFamily="34" charset="0"/>
              <a:buNone/>
              <a:defRPr sz="1200">
                <a:solidFill>
                  <a:schemeClr val="tx1"/>
                </a:solidFill>
              </a:defRPr>
            </a:lvl1pPr>
          </a:lstStyle>
          <a:p>
            <a:pPr lvl="0"/>
            <a:r>
              <a:rPr lang="en-GB"/>
              <a:t>Add more text</a:t>
            </a:r>
          </a:p>
        </p:txBody>
      </p:sp>
      <p:sp>
        <p:nvSpPr>
          <p:cNvPr id="13" name="Text Placeholder 15">
            <a:extLst>
              <a:ext uri="{FF2B5EF4-FFF2-40B4-BE49-F238E27FC236}">
                <a16:creationId xmlns:a16="http://schemas.microsoft.com/office/drawing/2014/main" id="{518052ED-4900-6F39-B939-C2128A1BC8BC}"/>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4" name="Footer Placeholder 13">
            <a:extLst>
              <a:ext uri="{FF2B5EF4-FFF2-40B4-BE49-F238E27FC236}">
                <a16:creationId xmlns:a16="http://schemas.microsoft.com/office/drawing/2014/main" id="{6E5241F3-02DA-7DC4-A3FE-66BFE75A925A}"/>
              </a:ext>
            </a:extLst>
          </p:cNvPr>
          <p:cNvSpPr>
            <a:spLocks noGrp="1"/>
          </p:cNvSpPr>
          <p:nvPr>
            <p:ph type="ftr" sz="quarter" idx="18"/>
          </p:nvPr>
        </p:nvSpPr>
        <p:spPr/>
        <p:txBody>
          <a:bodyPr/>
          <a:lstStyle>
            <a:lvl1pPr>
              <a:defRPr>
                <a:solidFill>
                  <a:schemeClr val="bg2">
                    <a:lumMod val="75000"/>
                  </a:schemeClr>
                </a:solidFill>
              </a:defRPr>
            </a:lvl1pPr>
          </a:lstStyle>
          <a:p>
            <a:r>
              <a:rPr lang="en-GB"/>
              <a:t>SDR HUB OVERVIEW</a:t>
            </a:r>
          </a:p>
        </p:txBody>
      </p:sp>
      <p:sp>
        <p:nvSpPr>
          <p:cNvPr id="3" name="Text Placeholder 2">
            <a:extLst>
              <a:ext uri="{FF2B5EF4-FFF2-40B4-BE49-F238E27FC236}">
                <a16:creationId xmlns:a16="http://schemas.microsoft.com/office/drawing/2014/main" id="{59F55D7E-B700-5553-B21F-746436B41ADA}"/>
              </a:ext>
            </a:extLst>
          </p:cNvPr>
          <p:cNvSpPr>
            <a:spLocks noGrp="1"/>
          </p:cNvSpPr>
          <p:nvPr>
            <p:ph type="body" sz="quarter" idx="19" hasCustomPrompt="1"/>
          </p:nvPr>
        </p:nvSpPr>
        <p:spPr>
          <a:xfrm>
            <a:off x="7750629" y="2002420"/>
            <a:ext cx="2805403" cy="834085"/>
          </a:xfrm>
        </p:spPr>
        <p:txBody>
          <a:bodyPr>
            <a:normAutofit/>
          </a:bodyPr>
          <a:lstStyle>
            <a:lvl1pPr marL="0" indent="0" algn="ctr">
              <a:buFont typeface="Arial" panose="020B0604020202020204" pitchFamily="34" charset="0"/>
              <a:buNone/>
              <a:defRPr sz="1400" i="1">
                <a:solidFill>
                  <a:schemeClr val="tx1"/>
                </a:solidFill>
              </a:defRPr>
            </a:lvl1pPr>
          </a:lstStyle>
          <a:p>
            <a:pPr lvl="0"/>
            <a:r>
              <a:rPr lang="en-GB"/>
              <a:t>Add text</a:t>
            </a:r>
          </a:p>
        </p:txBody>
      </p:sp>
    </p:spTree>
    <p:extLst>
      <p:ext uri="{BB962C8B-B14F-4D97-AF65-F5344CB8AC3E}">
        <p14:creationId xmlns:p14="http://schemas.microsoft.com/office/powerpoint/2010/main" val="3683632652"/>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userDrawn="1">
  <p:cSld name="4_Circ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5A039A5-CD3C-96B7-5B42-7CECE48C3501}"/>
              </a:ext>
            </a:extLst>
          </p:cNvPr>
          <p:cNvSpPr/>
          <p:nvPr userDrawn="1"/>
        </p:nvSpPr>
        <p:spPr>
          <a:xfrm>
            <a:off x="6069105" y="0"/>
            <a:ext cx="612289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6924730" y="1393003"/>
            <a:ext cx="4429573" cy="4429573"/>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hasCustomPrompt="1"/>
          </p:nvPr>
        </p:nvSpPr>
        <p:spPr>
          <a:xfrm>
            <a:off x="7000725" y="1392995"/>
            <a:ext cx="4301755" cy="189871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normAutofit/>
          </a:bodyPr>
          <a:lstStyle>
            <a:lvl1pPr marL="0" indent="0" algn="ctr">
              <a:buNone/>
              <a:defRPr sz="1400"/>
            </a:lvl1pPr>
          </a:lstStyle>
          <a:p>
            <a:r>
              <a:rPr lang="en-GB"/>
              <a:t>Add image or colour</a:t>
            </a:r>
          </a:p>
        </p:txBody>
      </p:sp>
      <p:pic>
        <p:nvPicPr>
          <p:cNvPr id="8" name="Graphic 7">
            <a:extLst>
              <a:ext uri="{FF2B5EF4-FFF2-40B4-BE49-F238E27FC236}">
                <a16:creationId xmlns:a16="http://schemas.microsoft.com/office/drawing/2014/main" id="{5ECB0A80-1B0E-170D-E80A-84919FB9126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Slide Number Placeholder 5">
            <a:extLst>
              <a:ext uri="{FF2B5EF4-FFF2-40B4-BE49-F238E27FC236}">
                <a16:creationId xmlns:a16="http://schemas.microsoft.com/office/drawing/2014/main" id="{3A3D167C-9875-FA01-F0EE-48A389E823EA}"/>
              </a:ext>
            </a:extLst>
          </p:cNvPr>
          <p:cNvSpPr>
            <a:spLocks noGrp="1"/>
          </p:cNvSpPr>
          <p:nvPr>
            <p:ph type="sldNum" sz="quarter" idx="12"/>
          </p:nvPr>
        </p:nvSpPr>
        <p:spPr>
          <a:xfrm>
            <a:off x="11628645" y="6387881"/>
            <a:ext cx="418837" cy="365125"/>
          </a:xfrm>
        </p:spPr>
        <p:txBody>
          <a:bodyPr/>
          <a:lstStyle>
            <a:lvl1pPr>
              <a:defRPr sz="1050">
                <a:solidFill>
                  <a:schemeClr val="accent1"/>
                </a:solidFill>
              </a:defRPr>
            </a:lvl1pPr>
          </a:lstStyle>
          <a:p>
            <a:fld id="{1E3508AD-6785-9A40-B664-AC186F99CF3B}" type="slidenum">
              <a:rPr lang="en-GB" smtClean="0"/>
              <a:pPr/>
              <a:t>‹#›</a:t>
            </a:fld>
            <a:endParaRPr lang="en-GB"/>
          </a:p>
        </p:txBody>
      </p:sp>
      <p:sp>
        <p:nvSpPr>
          <p:cNvPr id="11" name="Title 1">
            <a:extLst>
              <a:ext uri="{FF2B5EF4-FFF2-40B4-BE49-F238E27FC236}">
                <a16:creationId xmlns:a16="http://schemas.microsoft.com/office/drawing/2014/main" id="{E4736FBD-C735-A3EB-79E8-81370B63D159}"/>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solidFill>
                  <a:schemeClr val="bg1"/>
                </a:solidFill>
              </a:defRPr>
            </a:lvl1pPr>
          </a:lstStyle>
          <a:p>
            <a:r>
              <a:rPr lang="en-GB"/>
              <a:t>Click to edit Master title style</a:t>
            </a:r>
          </a:p>
        </p:txBody>
      </p:sp>
      <p:sp>
        <p:nvSpPr>
          <p:cNvPr id="12" name="Text Placeholder 10">
            <a:extLst>
              <a:ext uri="{FF2B5EF4-FFF2-40B4-BE49-F238E27FC236}">
                <a16:creationId xmlns:a16="http://schemas.microsoft.com/office/drawing/2014/main" id="{0213EADD-CAB9-DEAA-F13C-E0B9559E8FA6}"/>
              </a:ext>
            </a:extLst>
          </p:cNvPr>
          <p:cNvSpPr>
            <a:spLocks noGrp="1"/>
          </p:cNvSpPr>
          <p:nvPr>
            <p:ph type="body" sz="quarter" idx="15" hasCustomPrompt="1"/>
          </p:nvPr>
        </p:nvSpPr>
        <p:spPr>
          <a:xfrm>
            <a:off x="841094" y="4450181"/>
            <a:ext cx="3888973" cy="1937700"/>
          </a:xfrm>
        </p:spPr>
        <p:txBody>
          <a:bodyPr anchor="b">
            <a:normAutofit/>
          </a:bodyPr>
          <a:lstStyle>
            <a:lvl1pPr marL="0" indent="0">
              <a:lnSpc>
                <a:spcPct val="110000"/>
              </a:lnSpc>
              <a:buFont typeface="Arial" panose="020B0604020202020204" pitchFamily="34" charset="0"/>
              <a:buNone/>
              <a:defRPr sz="1200">
                <a:solidFill>
                  <a:schemeClr val="tx1"/>
                </a:solidFill>
              </a:defRPr>
            </a:lvl1pPr>
          </a:lstStyle>
          <a:p>
            <a:pPr lvl="0"/>
            <a:r>
              <a:rPr lang="en-GB"/>
              <a:t>Add more text</a:t>
            </a:r>
          </a:p>
        </p:txBody>
      </p:sp>
      <p:sp>
        <p:nvSpPr>
          <p:cNvPr id="13" name="Text Placeholder 15">
            <a:extLst>
              <a:ext uri="{FF2B5EF4-FFF2-40B4-BE49-F238E27FC236}">
                <a16:creationId xmlns:a16="http://schemas.microsoft.com/office/drawing/2014/main" id="{518052ED-4900-6F39-B939-C2128A1BC8BC}"/>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4" name="Footer Placeholder 13">
            <a:extLst>
              <a:ext uri="{FF2B5EF4-FFF2-40B4-BE49-F238E27FC236}">
                <a16:creationId xmlns:a16="http://schemas.microsoft.com/office/drawing/2014/main" id="{6E5241F3-02DA-7DC4-A3FE-66BFE75A925A}"/>
              </a:ext>
            </a:extLst>
          </p:cNvPr>
          <p:cNvSpPr>
            <a:spLocks noGrp="1"/>
          </p:cNvSpPr>
          <p:nvPr>
            <p:ph type="ftr" sz="quarter" idx="18"/>
          </p:nvPr>
        </p:nvSpPr>
        <p:spPr/>
        <p:txBody>
          <a:bodyPr/>
          <a:lstStyle>
            <a:lvl1pPr>
              <a:defRPr>
                <a:solidFill>
                  <a:schemeClr val="bg2">
                    <a:lumMod val="75000"/>
                  </a:schemeClr>
                </a:solidFill>
              </a:defRPr>
            </a:lvl1pPr>
          </a:lstStyle>
          <a:p>
            <a:r>
              <a:rPr lang="en-GB"/>
              <a:t>SDR HUB OVERVIEW</a:t>
            </a:r>
          </a:p>
        </p:txBody>
      </p:sp>
      <p:sp>
        <p:nvSpPr>
          <p:cNvPr id="3" name="Text Placeholder 2">
            <a:extLst>
              <a:ext uri="{FF2B5EF4-FFF2-40B4-BE49-F238E27FC236}">
                <a16:creationId xmlns:a16="http://schemas.microsoft.com/office/drawing/2014/main" id="{59F55D7E-B700-5553-B21F-746436B41ADA}"/>
              </a:ext>
            </a:extLst>
          </p:cNvPr>
          <p:cNvSpPr>
            <a:spLocks noGrp="1"/>
          </p:cNvSpPr>
          <p:nvPr>
            <p:ph type="body" sz="quarter" idx="19" hasCustomPrompt="1"/>
          </p:nvPr>
        </p:nvSpPr>
        <p:spPr>
          <a:xfrm>
            <a:off x="7750629" y="2002420"/>
            <a:ext cx="2805403" cy="834085"/>
          </a:xfrm>
        </p:spPr>
        <p:txBody>
          <a:bodyPr>
            <a:normAutofit/>
          </a:bodyPr>
          <a:lstStyle>
            <a:lvl1pPr marL="0" indent="0" algn="ctr">
              <a:buFont typeface="Arial" panose="020B0604020202020204" pitchFamily="34" charset="0"/>
              <a:buNone/>
              <a:defRPr sz="1400" i="1">
                <a:solidFill>
                  <a:schemeClr val="tx1"/>
                </a:solidFill>
              </a:defRPr>
            </a:lvl1pPr>
          </a:lstStyle>
          <a:p>
            <a:pPr lvl="0"/>
            <a:r>
              <a:rPr lang="en-GB"/>
              <a:t>Add text</a:t>
            </a:r>
          </a:p>
        </p:txBody>
      </p:sp>
    </p:spTree>
    <p:extLst>
      <p:ext uri="{BB962C8B-B14F-4D97-AF65-F5344CB8AC3E}">
        <p14:creationId xmlns:p14="http://schemas.microsoft.com/office/powerpoint/2010/main" val="1319493038"/>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102666"/>
            <a:ext cx="9144000" cy="2387600"/>
          </a:xfrm>
          <a:prstGeom prst="rect">
            <a:avLst/>
          </a:prstGeom>
        </p:spPr>
        <p:txBody>
          <a:bodyPr anchor="b"/>
          <a:lstStyle>
            <a:lvl1pPr algn="ctr">
              <a:defRPr sz="6000">
                <a:solidFill>
                  <a:schemeClr val="tx2"/>
                </a:solidFill>
              </a:defRPr>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4582341"/>
            <a:ext cx="9144000" cy="1062584"/>
          </a:xfrm>
          <a:prstGeom prst="rect">
            <a:avLst/>
          </a:prstGeom>
        </p:spPr>
        <p:txBody>
          <a:bodyPr/>
          <a:lstStyle>
            <a:lvl1pPr marL="0" indent="0" algn="ctr">
              <a:buNone/>
              <a:defRPr sz="24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subtitle. Add / change background image: right click on the background -&gt; ‘format background’. </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9" name="Text Placeholder 8">
            <a:extLst>
              <a:ext uri="{FF2B5EF4-FFF2-40B4-BE49-F238E27FC236}">
                <a16:creationId xmlns:a16="http://schemas.microsoft.com/office/drawing/2014/main" id="{276E0DA4-BE98-F253-CE15-3E8CEBF9553F}"/>
              </a:ext>
            </a:extLst>
          </p:cNvPr>
          <p:cNvSpPr>
            <a:spLocks noGrp="1"/>
          </p:cNvSpPr>
          <p:nvPr>
            <p:ph type="body" sz="quarter" idx="13" hasCustomPrompt="1"/>
          </p:nvPr>
        </p:nvSpPr>
        <p:spPr>
          <a:xfrm>
            <a:off x="1524000" y="5719763"/>
            <a:ext cx="4327233" cy="223837"/>
          </a:xfrm>
        </p:spPr>
        <p:txBody>
          <a:bodyPr>
            <a:noAutofit/>
          </a:bodyPr>
          <a:lstStyle>
            <a:lvl1pPr marL="0" indent="0" algn="r">
              <a:buFont typeface="Arial" panose="020B0604020202020204" pitchFamily="34" charset="0"/>
              <a:buNone/>
              <a:defRPr sz="14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Name Surname </a:t>
            </a:r>
          </a:p>
        </p:txBody>
      </p:sp>
      <p:sp>
        <p:nvSpPr>
          <p:cNvPr id="10" name="Text Placeholder 8">
            <a:extLst>
              <a:ext uri="{FF2B5EF4-FFF2-40B4-BE49-F238E27FC236}">
                <a16:creationId xmlns:a16="http://schemas.microsoft.com/office/drawing/2014/main" id="{47FF9569-251D-28D9-04A1-30874C376F83}"/>
              </a:ext>
            </a:extLst>
          </p:cNvPr>
          <p:cNvSpPr>
            <a:spLocks noGrp="1"/>
          </p:cNvSpPr>
          <p:nvPr>
            <p:ph type="body" sz="quarter" idx="14" hasCustomPrompt="1"/>
          </p:nvPr>
        </p:nvSpPr>
        <p:spPr>
          <a:xfrm>
            <a:off x="6340766" y="5719763"/>
            <a:ext cx="4327233" cy="223837"/>
          </a:xfrm>
        </p:spPr>
        <p:txBody>
          <a:bodyPr>
            <a:noAutofit/>
          </a:bodyPr>
          <a:lstStyle>
            <a:lvl1pPr marL="0" indent="0" algn="l">
              <a:buFont typeface="Arial" panose="020B0604020202020204" pitchFamily="34" charset="0"/>
              <a:buNone/>
              <a:defRPr sz="14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5 May 2023 13:30</a:t>
            </a:r>
          </a:p>
        </p:txBody>
      </p:sp>
      <p:pic>
        <p:nvPicPr>
          <p:cNvPr id="17" name="Graphic 16">
            <a:extLst>
              <a:ext uri="{FF2B5EF4-FFF2-40B4-BE49-F238E27FC236}">
                <a16:creationId xmlns:a16="http://schemas.microsoft.com/office/drawing/2014/main" id="{50D863FC-F0C7-62AE-69C0-C523970917D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953297" y="5811410"/>
            <a:ext cx="285407" cy="63897"/>
          </a:xfrm>
          <a:prstGeom prst="rect">
            <a:avLst/>
          </a:prstGeom>
        </p:spPr>
      </p:pic>
      <p:sp>
        <p:nvSpPr>
          <p:cNvPr id="18" name="Footer Placeholder 17">
            <a:extLst>
              <a:ext uri="{FF2B5EF4-FFF2-40B4-BE49-F238E27FC236}">
                <a16:creationId xmlns:a16="http://schemas.microsoft.com/office/drawing/2014/main" id="{32780F77-8A04-C3F6-58E2-4E56BC3474E5}"/>
              </a:ext>
            </a:extLst>
          </p:cNvPr>
          <p:cNvSpPr>
            <a:spLocks noGrp="1"/>
          </p:cNvSpPr>
          <p:nvPr>
            <p:ph type="ftr" sz="quarter" idx="15"/>
          </p:nvPr>
        </p:nvSpPr>
        <p:spPr/>
        <p:txBody>
          <a:bodyPr/>
          <a:lstStyle/>
          <a:p>
            <a:r>
              <a:rPr lang="en-GB"/>
              <a:t>SDR HUB OVERVIEW</a:t>
            </a:r>
          </a:p>
        </p:txBody>
      </p:sp>
    </p:spTree>
    <p:extLst>
      <p:ext uri="{BB962C8B-B14F-4D97-AF65-F5344CB8AC3E}">
        <p14:creationId xmlns:p14="http://schemas.microsoft.com/office/powerpoint/2010/main" val="143615249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477408"/>
            <a:ext cx="9144000" cy="620595"/>
          </a:xfrm>
          <a:prstGeom prst="rect">
            <a:avLst/>
          </a:prstGeom>
        </p:spPr>
        <p:txBody>
          <a:bodyPr anchor="b">
            <a:normAutofit/>
          </a:bodyPr>
          <a:lstStyle>
            <a:lvl1pPr algn="ctr">
              <a:defRPr sz="3600"/>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3242800"/>
            <a:ext cx="9144000" cy="1062584"/>
          </a:xfrm>
          <a:prstGeom prst="rect">
            <a:avLst/>
          </a:prstGeom>
        </p:spPr>
        <p:txBody>
          <a:bodyPr>
            <a:normAutofit/>
          </a:bodyPr>
          <a:lstStyle>
            <a:lvl1pPr marL="0" indent="0" algn="ctr">
              <a:lnSpc>
                <a:spcPct val="100000"/>
              </a:lnSpc>
              <a:buNone/>
              <a:defRPr sz="1600" b="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a:t>
            </a:r>
            <a:r>
              <a:rPr lang="en-GB" err="1"/>
              <a:t>alinea</a:t>
            </a:r>
            <a:r>
              <a:rPr lang="en-GB"/>
              <a:t> text</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2064152" y="4450181"/>
            <a:ext cx="3888973"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2" name="Text Placeholder 10">
            <a:extLst>
              <a:ext uri="{FF2B5EF4-FFF2-40B4-BE49-F238E27FC236}">
                <a16:creationId xmlns:a16="http://schemas.microsoft.com/office/drawing/2014/main" id="{70F7D046-E958-9025-BEA4-08281F97C5CD}"/>
              </a:ext>
            </a:extLst>
          </p:cNvPr>
          <p:cNvSpPr>
            <a:spLocks noGrp="1"/>
          </p:cNvSpPr>
          <p:nvPr>
            <p:ph type="body" sz="quarter" idx="16" hasCustomPrompt="1"/>
          </p:nvPr>
        </p:nvSpPr>
        <p:spPr>
          <a:xfrm>
            <a:off x="6244281" y="4450181"/>
            <a:ext cx="3883567"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1524000" y="2074483"/>
            <a:ext cx="9144000" cy="295275"/>
          </a:xfrm>
        </p:spPr>
        <p:txBody>
          <a:bodyPr anchor="b">
            <a:noAutofit/>
          </a:bodyPr>
          <a:lstStyle>
            <a:lvl1pPr marL="0" indent="0" algn="ctr">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8" name="Footer Placeholder 17">
            <a:extLst>
              <a:ext uri="{FF2B5EF4-FFF2-40B4-BE49-F238E27FC236}">
                <a16:creationId xmlns:a16="http://schemas.microsoft.com/office/drawing/2014/main" id="{A48611BC-1417-DAEB-753E-502273FBC1B3}"/>
              </a:ext>
            </a:extLst>
          </p:cNvPr>
          <p:cNvSpPr>
            <a:spLocks noGrp="1"/>
          </p:cNvSpPr>
          <p:nvPr>
            <p:ph type="ftr" sz="quarter" idx="18"/>
          </p:nvPr>
        </p:nvSpPr>
        <p:spPr/>
        <p:txBody>
          <a:bodyPr/>
          <a:lstStyle/>
          <a:p>
            <a:r>
              <a:rPr lang="en-GB"/>
              <a:t>SDR HUB OVERVIEW</a:t>
            </a:r>
          </a:p>
        </p:txBody>
      </p:sp>
    </p:spTree>
    <p:extLst>
      <p:ext uri="{BB962C8B-B14F-4D97-AF65-F5344CB8AC3E}">
        <p14:creationId xmlns:p14="http://schemas.microsoft.com/office/powerpoint/2010/main" val="32252164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1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0" y="0"/>
            <a:ext cx="6244281" cy="6858000"/>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88299939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2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0" y="0"/>
            <a:ext cx="6244281" cy="6858000"/>
          </a:xfrm>
          <a:prstGeom prst="rect">
            <a:avLst/>
          </a:prstGeom>
          <a:solidFill>
            <a:srgbClr val="F2D8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399275353"/>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FE9B503-272A-F6B4-D58E-93E554E7D5A4}"/>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endParaRPr lang="en-GB"/>
          </a:p>
        </p:txBody>
      </p:sp>
      <p:sp>
        <p:nvSpPr>
          <p:cNvPr id="13" name="Content Placeholder 12">
            <a:extLst>
              <a:ext uri="{FF2B5EF4-FFF2-40B4-BE49-F238E27FC236}">
                <a16:creationId xmlns:a16="http://schemas.microsoft.com/office/drawing/2014/main" id="{9C2E8D6E-739C-2F82-AF35-0575C20D81E0}"/>
              </a:ext>
            </a:extLst>
          </p:cNvPr>
          <p:cNvSpPr>
            <a:spLocks noGrp="1"/>
          </p:cNvSpPr>
          <p:nvPr>
            <p:ph sz="quarter" idx="13"/>
          </p:nvPr>
        </p:nvSpPr>
        <p:spPr>
          <a:xfrm>
            <a:off x="838200" y="1622340"/>
            <a:ext cx="10515600" cy="4333617"/>
          </a:xfrm>
        </p:spPr>
        <p:txBody>
          <a:bodyPr>
            <a:normAutofit/>
          </a:bodyPr>
          <a:lstStyle>
            <a:lvl1pPr>
              <a:lnSpc>
                <a:spcPct val="100000"/>
              </a:lnSpc>
              <a:defRPr sz="1800"/>
            </a:lvl1pPr>
            <a:lvl2pPr>
              <a:lnSpc>
                <a:spcPct val="100000"/>
              </a:lnSpc>
              <a:defRPr sz="1600"/>
            </a:lvl2pPr>
            <a:lvl3pPr>
              <a:lnSpc>
                <a:spcPct val="100000"/>
              </a:lnSpc>
              <a:defRPr sz="1400"/>
            </a:lvl3pPr>
            <a:lvl4pPr>
              <a:lnSpc>
                <a:spcPct val="100000"/>
              </a:lnSpc>
              <a:defRPr sz="1200"/>
            </a:lvl4pPr>
            <a:lvl5pPr>
              <a:lnSpc>
                <a:spcPct val="100000"/>
              </a:lnSpc>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14" name="Footer Placeholder 13">
            <a:extLst>
              <a:ext uri="{FF2B5EF4-FFF2-40B4-BE49-F238E27FC236}">
                <a16:creationId xmlns:a16="http://schemas.microsoft.com/office/drawing/2014/main" id="{2F4A3FE5-9A76-CAD0-3DEC-B1E82E294652}"/>
              </a:ext>
            </a:extLst>
          </p:cNvPr>
          <p:cNvSpPr>
            <a:spLocks noGrp="1"/>
          </p:cNvSpPr>
          <p:nvPr>
            <p:ph type="ftr" sz="quarter" idx="14"/>
          </p:nvPr>
        </p:nvSpPr>
        <p:spPr/>
        <p:txBody>
          <a:bodyPr/>
          <a:lstStyle/>
          <a:p>
            <a:r>
              <a:rPr lang="en-GB"/>
              <a:t>SDR HUB OVERVIEW</a:t>
            </a:r>
          </a:p>
        </p:txBody>
      </p:sp>
    </p:spTree>
    <p:extLst>
      <p:ext uri="{BB962C8B-B14F-4D97-AF65-F5344CB8AC3E}">
        <p14:creationId xmlns:p14="http://schemas.microsoft.com/office/powerpoint/2010/main" val="1222967691"/>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Table SLide">
    <p:bg>
      <p:bgPr>
        <a:solidFill>
          <a:schemeClr val="tx2"/>
        </a:solidFill>
        <a:effectLst/>
      </p:bgPr>
    </p:bg>
    <p:spTree>
      <p:nvGrpSpPr>
        <p:cNvPr id="1" name=""/>
        <p:cNvGrpSpPr/>
        <p:nvPr/>
      </p:nvGrpSpPr>
      <p:grpSpPr>
        <a:xfrm>
          <a:off x="0" y="0"/>
          <a:ext cx="0" cy="0"/>
          <a:chOff x="0" y="0"/>
          <a:chExt cx="0" cy="0"/>
        </a:xfrm>
      </p:grpSpPr>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lvl1pPr>
              <a:defRPr>
                <a:solidFill>
                  <a:schemeClr val="bg1"/>
                </a:solidFill>
              </a:defRPr>
            </a:lvl1pPr>
          </a:lstStyle>
          <a:p>
            <a:endParaRPr lang="en-GB"/>
          </a:p>
        </p:txBody>
      </p:sp>
      <p:sp>
        <p:nvSpPr>
          <p:cNvPr id="5" name="Text Placeholder 3">
            <a:extLst>
              <a:ext uri="{FF2B5EF4-FFF2-40B4-BE49-F238E27FC236}">
                <a16:creationId xmlns:a16="http://schemas.microsoft.com/office/drawing/2014/main" id="{49D4168B-B615-3C26-6250-6FA7A8F80E34}"/>
              </a:ext>
            </a:extLst>
          </p:cNvPr>
          <p:cNvSpPr>
            <a:spLocks noGrp="1"/>
          </p:cNvSpPr>
          <p:nvPr>
            <p:ph type="body" sz="quarter" idx="14"/>
          </p:nvPr>
        </p:nvSpPr>
        <p:spPr>
          <a:xfrm>
            <a:off x="838200" y="1604963"/>
            <a:ext cx="10515600" cy="854075"/>
          </a:xfrm>
        </p:spPr>
        <p:txBody>
          <a:bodyPr>
            <a:noAutofit/>
          </a:bodyPr>
          <a:lstStyle>
            <a:lvl1pPr>
              <a:defRPr sz="1800">
                <a:solidFill>
                  <a:schemeClr val="tx1"/>
                </a:solidFill>
              </a:defRPr>
            </a:lvl1pPr>
            <a:lvl2pPr>
              <a:defRPr sz="1600">
                <a:solidFill>
                  <a:schemeClr val="tx1"/>
                </a:solidFill>
              </a:defRPr>
            </a:lvl2pPr>
            <a:lvl3pPr>
              <a:defRPr sz="1400"/>
            </a:lvl3pPr>
            <a:lvl4pPr>
              <a:defRPr sz="1200"/>
            </a:lvl4pPr>
            <a:lvl5pPr>
              <a:defRPr sz="1200"/>
            </a:lvl5pPr>
          </a:lstStyle>
          <a:p>
            <a:pPr lvl="0"/>
            <a:r>
              <a:rPr lang="en-GB"/>
              <a:t>Click to edit Master text styles</a:t>
            </a:r>
          </a:p>
          <a:p>
            <a:pPr lvl="1"/>
            <a:r>
              <a:rPr lang="en-GB"/>
              <a:t>Second level</a:t>
            </a:r>
          </a:p>
        </p:txBody>
      </p:sp>
      <p:sp>
        <p:nvSpPr>
          <p:cNvPr id="7" name="Slide Number Placeholder 5">
            <a:extLst>
              <a:ext uri="{FF2B5EF4-FFF2-40B4-BE49-F238E27FC236}">
                <a16:creationId xmlns:a16="http://schemas.microsoft.com/office/drawing/2014/main" id="{B2916EB5-1DE8-E77A-E383-0BA7ACF67C1B}"/>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8" name="Graphic 7">
            <a:extLst>
              <a:ext uri="{FF2B5EF4-FFF2-40B4-BE49-F238E27FC236}">
                <a16:creationId xmlns:a16="http://schemas.microsoft.com/office/drawing/2014/main" id="{13FCD97A-D507-438F-9DFD-AAF7AAB58B5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Footer Placeholder 8">
            <a:extLst>
              <a:ext uri="{FF2B5EF4-FFF2-40B4-BE49-F238E27FC236}">
                <a16:creationId xmlns:a16="http://schemas.microsoft.com/office/drawing/2014/main" id="{24944B03-692B-6EBC-6279-86EA05C9E8E8}"/>
              </a:ext>
            </a:extLst>
          </p:cNvPr>
          <p:cNvSpPr>
            <a:spLocks noGrp="1"/>
          </p:cNvSpPr>
          <p:nvPr>
            <p:ph type="ftr" sz="quarter" idx="15"/>
          </p:nvPr>
        </p:nvSpPr>
        <p:spPr/>
        <p:txBody>
          <a:bodyPr/>
          <a:lstStyle>
            <a:lvl1pPr>
              <a:defRPr>
                <a:solidFill>
                  <a:schemeClr val="tx2">
                    <a:lumMod val="75000"/>
                  </a:schemeClr>
                </a:solidFill>
              </a:defRPr>
            </a:lvl1pPr>
          </a:lstStyle>
          <a:p>
            <a:r>
              <a:rPr lang="en-GB"/>
              <a:t>SDR HUB OVERVIEW</a:t>
            </a:r>
          </a:p>
        </p:txBody>
      </p:sp>
    </p:spTree>
    <p:extLst>
      <p:ext uri="{BB962C8B-B14F-4D97-AF65-F5344CB8AC3E}">
        <p14:creationId xmlns:p14="http://schemas.microsoft.com/office/powerpoint/2010/main" val="80742201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F522-9F8F-7C44-DA04-4B60F5061FD7}"/>
              </a:ext>
            </a:extLst>
          </p:cNvPr>
          <p:cNvSpPr>
            <a:spLocks noGrp="1"/>
          </p:cNvSpPr>
          <p:nvPr>
            <p:ph type="title"/>
          </p:nvPr>
        </p:nvSpPr>
        <p:spPr>
          <a:xfrm>
            <a:off x="838200" y="787186"/>
            <a:ext cx="10515600" cy="669092"/>
          </a:xfrm>
          <a:prstGeom prst="rect">
            <a:avLst/>
          </a:prstGeom>
        </p:spPr>
        <p:txBody>
          <a:bodyPr/>
          <a:lstStyle/>
          <a:p>
            <a:r>
              <a:rPr lang="en-GB"/>
              <a:t>Click to edit Master title style</a:t>
            </a:r>
          </a:p>
        </p:txBody>
      </p:sp>
      <p:sp>
        <p:nvSpPr>
          <p:cNvPr id="3" name="Content Placeholder 2">
            <a:extLst>
              <a:ext uri="{FF2B5EF4-FFF2-40B4-BE49-F238E27FC236}">
                <a16:creationId xmlns:a16="http://schemas.microsoft.com/office/drawing/2014/main" id="{E9D7706E-75BD-45EF-5459-667619F7932D}"/>
              </a:ext>
            </a:extLst>
          </p:cNvPr>
          <p:cNvSpPr>
            <a:spLocks noGrp="1"/>
          </p:cNvSpPr>
          <p:nvPr>
            <p:ph sz="half" idx="1"/>
          </p:nvPr>
        </p:nvSpPr>
        <p:spPr>
          <a:xfrm>
            <a:off x="838200" y="1619675"/>
            <a:ext cx="5181600" cy="4351338"/>
          </a:xfrm>
          <a:prstGeom prst="rect">
            <a:avLst/>
          </a:prstGeom>
        </p:spPr>
        <p:txBody>
          <a:bodyPr>
            <a:normAutofit/>
          </a:bodyPr>
          <a:lstStyle>
            <a:lvl1pPr marL="0" indent="0">
              <a:lnSpc>
                <a:spcPct val="100000"/>
              </a:lnSpc>
              <a:buFont typeface="Arial" panose="020B0604020202020204" pitchFamily="34" charset="0"/>
              <a:buNone/>
              <a:defRPr sz="1800"/>
            </a:lvl1pPr>
            <a:lvl2pPr marL="457200" indent="0">
              <a:lnSpc>
                <a:spcPct val="100000"/>
              </a:lnSpc>
              <a:buFont typeface="Arial" panose="020B0604020202020204" pitchFamily="34" charset="0"/>
              <a:buNone/>
              <a:defRPr sz="1600"/>
            </a:lvl2pPr>
            <a:lvl3pPr marL="914400" indent="0">
              <a:lnSpc>
                <a:spcPct val="100000"/>
              </a:lnSpc>
              <a:buFont typeface="Arial" panose="020B0604020202020204" pitchFamily="34" charset="0"/>
              <a:buNone/>
              <a:defRPr sz="1400"/>
            </a:lvl3pPr>
            <a:lvl4pPr marL="1371600" indent="0">
              <a:lnSpc>
                <a:spcPct val="100000"/>
              </a:lnSpc>
              <a:buFont typeface="Arial" panose="020B0604020202020204" pitchFamily="34" charset="0"/>
              <a:buNone/>
              <a:defRPr sz="1200"/>
            </a:lvl4pPr>
            <a:lvl5pPr marL="1828800" indent="0">
              <a:lnSpc>
                <a:spcPct val="100000"/>
              </a:lnSpc>
              <a:buFont typeface="Arial" panose="020B0604020202020204" pitchFamily="34" charset="0"/>
              <a:buNone/>
              <a:defRPr sz="1200"/>
            </a:lvl5pPr>
          </a:lstStyle>
          <a:p>
            <a:pPr lvl="0"/>
            <a:r>
              <a:rPr lang="en-GB"/>
              <a:t>Click to edit Master text styles</a:t>
            </a:r>
          </a:p>
        </p:txBody>
      </p:sp>
      <p:sp>
        <p:nvSpPr>
          <p:cNvPr id="4" name="Content Placeholder 3">
            <a:extLst>
              <a:ext uri="{FF2B5EF4-FFF2-40B4-BE49-F238E27FC236}">
                <a16:creationId xmlns:a16="http://schemas.microsoft.com/office/drawing/2014/main" id="{F2CB7DF9-77AE-AFF8-D8E0-6C13FB34DC2A}"/>
              </a:ext>
            </a:extLst>
          </p:cNvPr>
          <p:cNvSpPr>
            <a:spLocks noGrp="1"/>
          </p:cNvSpPr>
          <p:nvPr>
            <p:ph sz="half" idx="2"/>
          </p:nvPr>
        </p:nvSpPr>
        <p:spPr>
          <a:xfrm>
            <a:off x="6172200" y="1619675"/>
            <a:ext cx="5181600" cy="4351338"/>
          </a:xfrm>
          <a:prstGeom prst="rect">
            <a:avLst/>
          </a:prstGeom>
        </p:spPr>
        <p:txBody>
          <a:bodyPr>
            <a:normAutofit/>
          </a:bodyPr>
          <a:lstStyle>
            <a:lvl1pPr marL="0" indent="0">
              <a:lnSpc>
                <a:spcPct val="100000"/>
              </a:lnSpc>
              <a:buFont typeface="Arial" panose="020B0604020202020204" pitchFamily="34" charset="0"/>
              <a:buNone/>
              <a:defRPr sz="1800"/>
            </a:lvl1pPr>
            <a:lvl2pPr marL="457200" indent="0">
              <a:lnSpc>
                <a:spcPct val="100000"/>
              </a:lnSpc>
              <a:buFont typeface="Arial" panose="020B0604020202020204" pitchFamily="34" charset="0"/>
              <a:buNone/>
              <a:defRPr sz="1600"/>
            </a:lvl2pPr>
            <a:lvl3pPr marL="914400" indent="0">
              <a:lnSpc>
                <a:spcPct val="100000"/>
              </a:lnSpc>
              <a:buFont typeface="Arial" panose="020B0604020202020204" pitchFamily="34" charset="0"/>
              <a:buNone/>
              <a:defRPr sz="1400"/>
            </a:lvl3pPr>
            <a:lvl4pPr marL="1371600" indent="0">
              <a:lnSpc>
                <a:spcPct val="100000"/>
              </a:lnSpc>
              <a:buFont typeface="Arial" panose="020B0604020202020204" pitchFamily="34" charset="0"/>
              <a:buNone/>
              <a:defRPr sz="1200"/>
            </a:lvl4pPr>
            <a:lvl5pPr marL="1828800" indent="0">
              <a:lnSpc>
                <a:spcPct val="100000"/>
              </a:lnSpc>
              <a:buFont typeface="Arial" panose="020B0604020202020204" pitchFamily="34" charset="0"/>
              <a:buNone/>
              <a:defRPr sz="1200"/>
            </a:lvl5pPr>
          </a:lstStyle>
          <a:p>
            <a:pPr lvl="0"/>
            <a:r>
              <a:rPr lang="en-GB"/>
              <a:t>Click to edit Master text styles</a:t>
            </a:r>
          </a:p>
        </p:txBody>
      </p:sp>
      <p:sp>
        <p:nvSpPr>
          <p:cNvPr id="7" name="Slide Number Placeholder 6">
            <a:extLst>
              <a:ext uri="{FF2B5EF4-FFF2-40B4-BE49-F238E27FC236}">
                <a16:creationId xmlns:a16="http://schemas.microsoft.com/office/drawing/2014/main" id="{8DE05D95-029F-5354-14C7-6A01D1625C5B}"/>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8" name="Footer Placeholder 7">
            <a:extLst>
              <a:ext uri="{FF2B5EF4-FFF2-40B4-BE49-F238E27FC236}">
                <a16:creationId xmlns:a16="http://schemas.microsoft.com/office/drawing/2014/main" id="{E2732417-93E9-1EBE-7994-83DD1D786F94}"/>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1343313480"/>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4582341"/>
            <a:ext cx="10515600" cy="1500187"/>
          </a:xfrm>
          <a:prstGeom prst="rect">
            <a:avLst/>
          </a:prstGeom>
        </p:spPr>
        <p:txBody>
          <a:bodyPr>
            <a:normAutofit/>
          </a:bodyPr>
          <a:lstStyle>
            <a:lvl1pPr marL="0" indent="0">
              <a:lnSpc>
                <a:spcPct val="100000"/>
              </a:lnSpc>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1" name="Footer Placeholder 10">
            <a:extLst>
              <a:ext uri="{FF2B5EF4-FFF2-40B4-BE49-F238E27FC236}">
                <a16:creationId xmlns:a16="http://schemas.microsoft.com/office/drawing/2014/main" id="{7748C071-72AF-2149-93E0-18B01285BBA8}"/>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224502191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Circ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3387902" y="707203"/>
            <a:ext cx="5493600" cy="5493600"/>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p:nvPr>
        </p:nvSpPr>
        <p:spPr>
          <a:xfrm>
            <a:off x="3481429" y="707195"/>
            <a:ext cx="5335078" cy="235480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lstStyle>
            <a:lvl1pPr marL="0" indent="0" algn="ctr">
              <a:buFont typeface="Arial" panose="020B0604020202020204" pitchFamily="34" charset="0"/>
              <a:buNone/>
              <a:defRPr/>
            </a:lvl1pPr>
          </a:lstStyle>
          <a:p>
            <a:endParaRPr lang="en-GB"/>
          </a:p>
        </p:txBody>
      </p:sp>
      <p:sp>
        <p:nvSpPr>
          <p:cNvPr id="11" name="Slide Number Placeholder 5">
            <a:extLst>
              <a:ext uri="{FF2B5EF4-FFF2-40B4-BE49-F238E27FC236}">
                <a16:creationId xmlns:a16="http://schemas.microsoft.com/office/drawing/2014/main" id="{16953581-152C-6D9E-013F-624D6BED6D8F}"/>
              </a:ext>
            </a:extLst>
          </p:cNvPr>
          <p:cNvSpPr>
            <a:spLocks noGrp="1"/>
          </p:cNvSpPr>
          <p:nvPr>
            <p:ph type="sldNum" sz="quarter" idx="4"/>
          </p:nvPr>
        </p:nvSpPr>
        <p:spPr>
          <a:xfrm>
            <a:off x="11628645" y="6387881"/>
            <a:ext cx="418837" cy="365125"/>
          </a:xfrm>
          <a:prstGeom prst="rect">
            <a:avLst/>
          </a:prstGeom>
        </p:spPr>
        <p:txBody>
          <a:bodyPr vert="horz" lIns="91440" tIns="45720" rIns="91440" bIns="45720" rtlCol="0" anchor="ctr"/>
          <a:lstStyle>
            <a:lvl1pPr algn="r">
              <a:defRPr sz="1050">
                <a:solidFill>
                  <a:schemeClr val="tx1"/>
                </a:solidFill>
                <a:latin typeface="Arial" panose="020B0604020202020204" pitchFamily="34" charset="0"/>
                <a:cs typeface="Arial" panose="020B0604020202020204" pitchFamily="34" charset="0"/>
              </a:defRPr>
            </a:lvl1pPr>
          </a:lstStyle>
          <a:p>
            <a:fld id="{1E3508AD-6785-9A40-B664-AC186F99CF3B}" type="slidenum">
              <a:rPr lang="en-GB" smtClean="0"/>
              <a:pPr/>
              <a:t>‹#›</a:t>
            </a:fld>
            <a:endParaRPr lang="en-GB"/>
          </a:p>
        </p:txBody>
      </p:sp>
      <p:sp>
        <p:nvSpPr>
          <p:cNvPr id="12" name="Footer Placeholder 11">
            <a:extLst>
              <a:ext uri="{FF2B5EF4-FFF2-40B4-BE49-F238E27FC236}">
                <a16:creationId xmlns:a16="http://schemas.microsoft.com/office/drawing/2014/main" id="{8678D961-DE29-A9D4-7AC1-695606C3CD6A}"/>
              </a:ext>
            </a:extLst>
          </p:cNvPr>
          <p:cNvSpPr>
            <a:spLocks noGrp="1"/>
          </p:cNvSpPr>
          <p:nvPr>
            <p:ph type="ftr" sz="quarter" idx="12"/>
          </p:nvPr>
        </p:nvSpPr>
        <p:spPr/>
        <p:txBody>
          <a:bodyPr/>
          <a:lstStyle/>
          <a:p>
            <a:r>
              <a:rPr lang="en-GB"/>
              <a:t>SDR HUB OVERVIEW</a:t>
            </a:r>
          </a:p>
        </p:txBody>
      </p:sp>
    </p:spTree>
    <p:extLst>
      <p:ext uri="{BB962C8B-B14F-4D97-AF65-F5344CB8AC3E}">
        <p14:creationId xmlns:p14="http://schemas.microsoft.com/office/powerpoint/2010/main" val="613581191"/>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1_Circ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5A039A5-CD3C-96B7-5B42-7CECE48C3501}"/>
              </a:ext>
            </a:extLst>
          </p:cNvPr>
          <p:cNvSpPr/>
          <p:nvPr userDrawn="1"/>
        </p:nvSpPr>
        <p:spPr>
          <a:xfrm>
            <a:off x="6069105" y="0"/>
            <a:ext cx="612289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6924730" y="1393003"/>
            <a:ext cx="4429573" cy="4429573"/>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hasCustomPrompt="1"/>
          </p:nvPr>
        </p:nvSpPr>
        <p:spPr>
          <a:xfrm>
            <a:off x="7000725" y="1392995"/>
            <a:ext cx="4301755" cy="189871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normAutofit/>
          </a:bodyPr>
          <a:lstStyle>
            <a:lvl1pPr marL="0" indent="0" algn="ctr">
              <a:buNone/>
              <a:defRPr sz="1400"/>
            </a:lvl1pPr>
          </a:lstStyle>
          <a:p>
            <a:r>
              <a:rPr lang="en-GB"/>
              <a:t>Add image or colour</a:t>
            </a:r>
          </a:p>
        </p:txBody>
      </p:sp>
      <p:pic>
        <p:nvPicPr>
          <p:cNvPr id="8" name="Graphic 7">
            <a:extLst>
              <a:ext uri="{FF2B5EF4-FFF2-40B4-BE49-F238E27FC236}">
                <a16:creationId xmlns:a16="http://schemas.microsoft.com/office/drawing/2014/main" id="{5ECB0A80-1B0E-170D-E80A-84919FB9126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Slide Number Placeholder 5">
            <a:extLst>
              <a:ext uri="{FF2B5EF4-FFF2-40B4-BE49-F238E27FC236}">
                <a16:creationId xmlns:a16="http://schemas.microsoft.com/office/drawing/2014/main" id="{3A3D167C-9875-FA01-F0EE-48A389E823EA}"/>
              </a:ext>
            </a:extLst>
          </p:cNvPr>
          <p:cNvSpPr>
            <a:spLocks noGrp="1"/>
          </p:cNvSpPr>
          <p:nvPr>
            <p:ph type="sldNum" sz="quarter" idx="12"/>
          </p:nvPr>
        </p:nvSpPr>
        <p:spPr>
          <a:xfrm>
            <a:off x="11628645" y="6387881"/>
            <a:ext cx="418837" cy="365125"/>
          </a:xfrm>
        </p:spPr>
        <p:txBody>
          <a:bodyPr/>
          <a:lstStyle>
            <a:lvl1pPr>
              <a:defRPr sz="1050">
                <a:solidFill>
                  <a:schemeClr val="accent1"/>
                </a:solidFill>
              </a:defRPr>
            </a:lvl1pPr>
          </a:lstStyle>
          <a:p>
            <a:fld id="{1E3508AD-6785-9A40-B664-AC186F99CF3B}" type="slidenum">
              <a:rPr lang="en-GB" smtClean="0"/>
              <a:pPr/>
              <a:t>‹#›</a:t>
            </a:fld>
            <a:endParaRPr lang="en-GB"/>
          </a:p>
        </p:txBody>
      </p:sp>
      <p:sp>
        <p:nvSpPr>
          <p:cNvPr id="11" name="Title 1">
            <a:extLst>
              <a:ext uri="{FF2B5EF4-FFF2-40B4-BE49-F238E27FC236}">
                <a16:creationId xmlns:a16="http://schemas.microsoft.com/office/drawing/2014/main" id="{E4736FBD-C735-A3EB-79E8-81370B63D159}"/>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solidFill>
                  <a:schemeClr val="bg1"/>
                </a:solidFill>
              </a:defRPr>
            </a:lvl1pPr>
          </a:lstStyle>
          <a:p>
            <a:r>
              <a:rPr lang="en-GB"/>
              <a:t>Click to edit Master title style</a:t>
            </a:r>
          </a:p>
        </p:txBody>
      </p:sp>
      <p:sp>
        <p:nvSpPr>
          <p:cNvPr id="12" name="Text Placeholder 10">
            <a:extLst>
              <a:ext uri="{FF2B5EF4-FFF2-40B4-BE49-F238E27FC236}">
                <a16:creationId xmlns:a16="http://schemas.microsoft.com/office/drawing/2014/main" id="{0213EADD-CAB9-DEAA-F13C-E0B9559E8FA6}"/>
              </a:ext>
            </a:extLst>
          </p:cNvPr>
          <p:cNvSpPr>
            <a:spLocks noGrp="1"/>
          </p:cNvSpPr>
          <p:nvPr>
            <p:ph type="body" sz="quarter" idx="15" hasCustomPrompt="1"/>
          </p:nvPr>
        </p:nvSpPr>
        <p:spPr>
          <a:xfrm>
            <a:off x="841094" y="4450181"/>
            <a:ext cx="3888973" cy="1937700"/>
          </a:xfrm>
        </p:spPr>
        <p:txBody>
          <a:bodyPr anchor="b">
            <a:normAutofit/>
          </a:bodyPr>
          <a:lstStyle>
            <a:lvl1pPr marL="0" indent="0">
              <a:lnSpc>
                <a:spcPct val="110000"/>
              </a:lnSpc>
              <a:buFont typeface="Arial" panose="020B0604020202020204" pitchFamily="34" charset="0"/>
              <a:buNone/>
              <a:defRPr sz="1200">
                <a:solidFill>
                  <a:schemeClr val="tx1"/>
                </a:solidFill>
              </a:defRPr>
            </a:lvl1pPr>
          </a:lstStyle>
          <a:p>
            <a:pPr lvl="0"/>
            <a:r>
              <a:rPr lang="en-GB"/>
              <a:t>Add more text</a:t>
            </a:r>
          </a:p>
        </p:txBody>
      </p:sp>
      <p:sp>
        <p:nvSpPr>
          <p:cNvPr id="13" name="Text Placeholder 15">
            <a:extLst>
              <a:ext uri="{FF2B5EF4-FFF2-40B4-BE49-F238E27FC236}">
                <a16:creationId xmlns:a16="http://schemas.microsoft.com/office/drawing/2014/main" id="{518052ED-4900-6F39-B939-C2128A1BC8BC}"/>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4" name="Footer Placeholder 13">
            <a:extLst>
              <a:ext uri="{FF2B5EF4-FFF2-40B4-BE49-F238E27FC236}">
                <a16:creationId xmlns:a16="http://schemas.microsoft.com/office/drawing/2014/main" id="{6E5241F3-02DA-7DC4-A3FE-66BFE75A925A}"/>
              </a:ext>
            </a:extLst>
          </p:cNvPr>
          <p:cNvSpPr>
            <a:spLocks noGrp="1"/>
          </p:cNvSpPr>
          <p:nvPr>
            <p:ph type="ftr" sz="quarter" idx="18"/>
          </p:nvPr>
        </p:nvSpPr>
        <p:spPr/>
        <p:txBody>
          <a:bodyPr/>
          <a:lstStyle>
            <a:lvl1pPr>
              <a:defRPr>
                <a:solidFill>
                  <a:schemeClr val="bg2">
                    <a:lumMod val="75000"/>
                  </a:schemeClr>
                </a:solidFill>
              </a:defRPr>
            </a:lvl1pPr>
          </a:lstStyle>
          <a:p>
            <a:r>
              <a:rPr lang="en-GB"/>
              <a:t>SDR HUB OVERVIEW</a:t>
            </a:r>
          </a:p>
        </p:txBody>
      </p:sp>
      <p:sp>
        <p:nvSpPr>
          <p:cNvPr id="3" name="Text Placeholder 2">
            <a:extLst>
              <a:ext uri="{FF2B5EF4-FFF2-40B4-BE49-F238E27FC236}">
                <a16:creationId xmlns:a16="http://schemas.microsoft.com/office/drawing/2014/main" id="{59F55D7E-B700-5553-B21F-746436B41ADA}"/>
              </a:ext>
            </a:extLst>
          </p:cNvPr>
          <p:cNvSpPr>
            <a:spLocks noGrp="1"/>
          </p:cNvSpPr>
          <p:nvPr>
            <p:ph type="body" sz="quarter" idx="19" hasCustomPrompt="1"/>
          </p:nvPr>
        </p:nvSpPr>
        <p:spPr>
          <a:xfrm>
            <a:off x="7750629" y="2002420"/>
            <a:ext cx="2805403" cy="834085"/>
          </a:xfrm>
        </p:spPr>
        <p:txBody>
          <a:bodyPr>
            <a:normAutofit/>
          </a:bodyPr>
          <a:lstStyle>
            <a:lvl1pPr marL="0" indent="0" algn="ctr">
              <a:buFont typeface="Arial" panose="020B0604020202020204" pitchFamily="34" charset="0"/>
              <a:buNone/>
              <a:defRPr sz="1400" i="1">
                <a:solidFill>
                  <a:schemeClr val="tx1"/>
                </a:solidFill>
              </a:defRPr>
            </a:lvl1pPr>
          </a:lstStyle>
          <a:p>
            <a:pPr lvl="0"/>
            <a:r>
              <a:rPr lang="en-GB"/>
              <a:t>Add text</a:t>
            </a:r>
          </a:p>
        </p:txBody>
      </p:sp>
    </p:spTree>
    <p:extLst>
      <p:ext uri="{BB962C8B-B14F-4D97-AF65-F5344CB8AC3E}">
        <p14:creationId xmlns:p14="http://schemas.microsoft.com/office/powerpoint/2010/main" val="3336824829"/>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07526-6A06-8A3B-DA89-579CB6B550B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C28D75A1-9FB9-35D5-68A4-1C18893BDFBB}"/>
              </a:ext>
            </a:extLst>
          </p:cNvPr>
          <p:cNvSpPr>
            <a:spLocks noGrp="1"/>
          </p:cNvSpPr>
          <p:nvPr>
            <p:ph type="pic" idx="1"/>
          </p:nvPr>
        </p:nvSpPr>
        <p:spPr>
          <a:xfrm>
            <a:off x="5183188" y="1075915"/>
            <a:ext cx="7008812" cy="5197065"/>
          </a:xfrm>
          <a:custGeom>
            <a:avLst/>
            <a:gdLst>
              <a:gd name="connsiteX0" fmla="*/ 0 w 7008812"/>
              <a:gd name="connsiteY0" fmla="*/ 248264 h 5197065"/>
              <a:gd name="connsiteX1" fmla="*/ 248264 w 7008812"/>
              <a:gd name="connsiteY1" fmla="*/ 0 h 5197065"/>
              <a:gd name="connsiteX2" fmla="*/ 6760548 w 7008812"/>
              <a:gd name="connsiteY2" fmla="*/ 0 h 5197065"/>
              <a:gd name="connsiteX3" fmla="*/ 7008812 w 7008812"/>
              <a:gd name="connsiteY3" fmla="*/ 248264 h 5197065"/>
              <a:gd name="connsiteX4" fmla="*/ 7008812 w 7008812"/>
              <a:gd name="connsiteY4" fmla="*/ 4948801 h 5197065"/>
              <a:gd name="connsiteX5" fmla="*/ 6760548 w 7008812"/>
              <a:gd name="connsiteY5" fmla="*/ 5197065 h 5197065"/>
              <a:gd name="connsiteX6" fmla="*/ 248264 w 7008812"/>
              <a:gd name="connsiteY6" fmla="*/ 5197065 h 5197065"/>
              <a:gd name="connsiteX7" fmla="*/ 0 w 7008812"/>
              <a:gd name="connsiteY7" fmla="*/ 4948801 h 5197065"/>
              <a:gd name="connsiteX8" fmla="*/ 0 w 7008812"/>
              <a:gd name="connsiteY8" fmla="*/ 248264 h 5197065"/>
              <a:gd name="connsiteX0" fmla="*/ 0 w 7334920"/>
              <a:gd name="connsiteY0" fmla="*/ 248264 h 5197065"/>
              <a:gd name="connsiteX1" fmla="*/ 248264 w 7334920"/>
              <a:gd name="connsiteY1" fmla="*/ 0 h 5197065"/>
              <a:gd name="connsiteX2" fmla="*/ 6760548 w 7334920"/>
              <a:gd name="connsiteY2" fmla="*/ 0 h 5197065"/>
              <a:gd name="connsiteX3" fmla="*/ 7008812 w 7334920"/>
              <a:gd name="connsiteY3" fmla="*/ 4948801 h 5197065"/>
              <a:gd name="connsiteX4" fmla="*/ 6760548 w 7334920"/>
              <a:gd name="connsiteY4" fmla="*/ 5197065 h 5197065"/>
              <a:gd name="connsiteX5" fmla="*/ 248264 w 7334920"/>
              <a:gd name="connsiteY5" fmla="*/ 5197065 h 5197065"/>
              <a:gd name="connsiteX6" fmla="*/ 0 w 7334920"/>
              <a:gd name="connsiteY6" fmla="*/ 4948801 h 5197065"/>
              <a:gd name="connsiteX7" fmla="*/ 0 w 7334920"/>
              <a:gd name="connsiteY7" fmla="*/ 248264 h 5197065"/>
              <a:gd name="connsiteX0" fmla="*/ 0 w 7574583"/>
              <a:gd name="connsiteY0" fmla="*/ 248264 h 5197065"/>
              <a:gd name="connsiteX1" fmla="*/ 248264 w 7574583"/>
              <a:gd name="connsiteY1" fmla="*/ 0 h 5197065"/>
              <a:gd name="connsiteX2" fmla="*/ 6760548 w 7574583"/>
              <a:gd name="connsiteY2" fmla="*/ 0 h 5197065"/>
              <a:gd name="connsiteX3" fmla="*/ 6760548 w 7574583"/>
              <a:gd name="connsiteY3" fmla="*/ 5197065 h 5197065"/>
              <a:gd name="connsiteX4" fmla="*/ 248264 w 7574583"/>
              <a:gd name="connsiteY4" fmla="*/ 5197065 h 5197065"/>
              <a:gd name="connsiteX5" fmla="*/ 0 w 7574583"/>
              <a:gd name="connsiteY5" fmla="*/ 4948801 h 5197065"/>
              <a:gd name="connsiteX6" fmla="*/ 0 w 7574583"/>
              <a:gd name="connsiteY6" fmla="*/ 248264 h 5197065"/>
              <a:gd name="connsiteX0" fmla="*/ 0 w 7691764"/>
              <a:gd name="connsiteY0" fmla="*/ 248264 h 5197065"/>
              <a:gd name="connsiteX1" fmla="*/ 248264 w 7691764"/>
              <a:gd name="connsiteY1" fmla="*/ 0 h 5197065"/>
              <a:gd name="connsiteX2" fmla="*/ 6760548 w 7691764"/>
              <a:gd name="connsiteY2" fmla="*/ 0 h 5197065"/>
              <a:gd name="connsiteX3" fmla="*/ 6760548 w 7691764"/>
              <a:gd name="connsiteY3" fmla="*/ 5197065 h 5197065"/>
              <a:gd name="connsiteX4" fmla="*/ 248264 w 7691764"/>
              <a:gd name="connsiteY4" fmla="*/ 5197065 h 5197065"/>
              <a:gd name="connsiteX5" fmla="*/ 0 w 7691764"/>
              <a:gd name="connsiteY5" fmla="*/ 4948801 h 5197065"/>
              <a:gd name="connsiteX6" fmla="*/ 0 w 7691764"/>
              <a:gd name="connsiteY6" fmla="*/ 248264 h 5197065"/>
              <a:gd name="connsiteX0" fmla="*/ 0 w 7691764"/>
              <a:gd name="connsiteY0" fmla="*/ 248264 h 5197065"/>
              <a:gd name="connsiteX1" fmla="*/ 248264 w 7691764"/>
              <a:gd name="connsiteY1" fmla="*/ 0 h 5197065"/>
              <a:gd name="connsiteX2" fmla="*/ 6760548 w 7691764"/>
              <a:gd name="connsiteY2" fmla="*/ 0 h 5197065"/>
              <a:gd name="connsiteX3" fmla="*/ 6760548 w 7691764"/>
              <a:gd name="connsiteY3" fmla="*/ 5197065 h 5197065"/>
              <a:gd name="connsiteX4" fmla="*/ 248264 w 7691764"/>
              <a:gd name="connsiteY4" fmla="*/ 5197065 h 5197065"/>
              <a:gd name="connsiteX5" fmla="*/ 0 w 7691764"/>
              <a:gd name="connsiteY5" fmla="*/ 4948801 h 5197065"/>
              <a:gd name="connsiteX6" fmla="*/ 0 w 7691764"/>
              <a:gd name="connsiteY6" fmla="*/ 248264 h 5197065"/>
              <a:gd name="connsiteX0" fmla="*/ 0 w 7242939"/>
              <a:gd name="connsiteY0" fmla="*/ 248264 h 5197065"/>
              <a:gd name="connsiteX1" fmla="*/ 248264 w 7242939"/>
              <a:gd name="connsiteY1" fmla="*/ 0 h 5197065"/>
              <a:gd name="connsiteX2" fmla="*/ 6760548 w 7242939"/>
              <a:gd name="connsiteY2" fmla="*/ 0 h 5197065"/>
              <a:gd name="connsiteX3" fmla="*/ 6760548 w 7242939"/>
              <a:gd name="connsiteY3" fmla="*/ 5197065 h 5197065"/>
              <a:gd name="connsiteX4" fmla="*/ 248264 w 7242939"/>
              <a:gd name="connsiteY4" fmla="*/ 5197065 h 5197065"/>
              <a:gd name="connsiteX5" fmla="*/ 0 w 7242939"/>
              <a:gd name="connsiteY5" fmla="*/ 4948801 h 5197065"/>
              <a:gd name="connsiteX6" fmla="*/ 0 w 7242939"/>
              <a:gd name="connsiteY6" fmla="*/ 248264 h 5197065"/>
              <a:gd name="connsiteX0" fmla="*/ 0 w 6760548"/>
              <a:gd name="connsiteY0" fmla="*/ 248264 h 5197065"/>
              <a:gd name="connsiteX1" fmla="*/ 248264 w 6760548"/>
              <a:gd name="connsiteY1" fmla="*/ 0 h 5197065"/>
              <a:gd name="connsiteX2" fmla="*/ 6760548 w 6760548"/>
              <a:gd name="connsiteY2" fmla="*/ 0 h 5197065"/>
              <a:gd name="connsiteX3" fmla="*/ 6760548 w 6760548"/>
              <a:gd name="connsiteY3" fmla="*/ 5197065 h 5197065"/>
              <a:gd name="connsiteX4" fmla="*/ 248264 w 6760548"/>
              <a:gd name="connsiteY4" fmla="*/ 5197065 h 5197065"/>
              <a:gd name="connsiteX5" fmla="*/ 0 w 6760548"/>
              <a:gd name="connsiteY5" fmla="*/ 4948801 h 5197065"/>
              <a:gd name="connsiteX6" fmla="*/ 0 w 6760548"/>
              <a:gd name="connsiteY6" fmla="*/ 248264 h 5197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60548" h="5197065">
                <a:moveTo>
                  <a:pt x="0" y="248264"/>
                </a:moveTo>
                <a:cubicBezTo>
                  <a:pt x="0" y="111152"/>
                  <a:pt x="111152" y="0"/>
                  <a:pt x="248264" y="0"/>
                </a:cubicBezTo>
                <a:lnTo>
                  <a:pt x="6760548" y="0"/>
                </a:lnTo>
                <a:lnTo>
                  <a:pt x="6760548" y="5197065"/>
                </a:lnTo>
                <a:lnTo>
                  <a:pt x="248264" y="5197065"/>
                </a:lnTo>
                <a:cubicBezTo>
                  <a:pt x="111152" y="5197065"/>
                  <a:pt x="0" y="5085913"/>
                  <a:pt x="0" y="4948801"/>
                </a:cubicBezTo>
                <a:lnTo>
                  <a:pt x="0" y="248264"/>
                </a:lnTo>
                <a:close/>
              </a:path>
            </a:pathLst>
          </a:custGeom>
          <a:ln>
            <a:noFill/>
          </a:ln>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CC23F18B-74B7-FDC5-3C24-D2AAB9E3BB42}"/>
              </a:ext>
            </a:extLst>
          </p:cNvPr>
          <p:cNvSpPr>
            <a:spLocks noGrp="1"/>
          </p:cNvSpPr>
          <p:nvPr>
            <p:ph type="body" sz="half" idx="2"/>
          </p:nvPr>
        </p:nvSpPr>
        <p:spPr>
          <a:xfrm>
            <a:off x="839788" y="2057400"/>
            <a:ext cx="3932237" cy="4215580"/>
          </a:xfrm>
          <a:prstGeom prst="rect">
            <a:avLst/>
          </a:prstGeom>
        </p:spPr>
        <p:txBody>
          <a:bodyPr anchor="b">
            <a:normAutofit/>
          </a:bodyPr>
          <a:lstStyle>
            <a:lvl1pPr marL="0" indent="0">
              <a:lnSpc>
                <a:spcPct val="100000"/>
              </a:lnSpc>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7" name="Slide Number Placeholder 6">
            <a:extLst>
              <a:ext uri="{FF2B5EF4-FFF2-40B4-BE49-F238E27FC236}">
                <a16:creationId xmlns:a16="http://schemas.microsoft.com/office/drawing/2014/main" id="{C9057CFB-761C-61A3-3FD4-38677967D6DC}"/>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8" name="Footer Placeholder 7">
            <a:extLst>
              <a:ext uri="{FF2B5EF4-FFF2-40B4-BE49-F238E27FC236}">
                <a16:creationId xmlns:a16="http://schemas.microsoft.com/office/drawing/2014/main" id="{1F88168A-E09F-C212-892A-5768AA8B9F29}"/>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1398085334"/>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Image rounded corners">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p:cNvSpPr>
          <p:nvPr>
            <p:ph type="pic" sz="quarter" idx="10"/>
          </p:nvPr>
        </p:nvSpPr>
        <p:spPr>
          <a:xfrm>
            <a:off x="209550" y="212602"/>
            <a:ext cx="11772900" cy="6432673"/>
          </a:xfrm>
          <a:prstGeom prst="roundRect">
            <a:avLst>
              <a:gd name="adj" fmla="val 2092"/>
            </a:avLst>
          </a:prstGeom>
        </p:spPr>
        <p:txBody>
          <a:bodyPr/>
          <a:lstStyle/>
          <a:p>
            <a:endParaRPr lang="en-GB"/>
          </a:p>
        </p:txBody>
      </p:sp>
    </p:spTree>
    <p:extLst>
      <p:ext uri="{BB962C8B-B14F-4D97-AF65-F5344CB8AC3E}">
        <p14:creationId xmlns:p14="http://schemas.microsoft.com/office/powerpoint/2010/main" val="2645012137"/>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0087548-065A-2FD2-84C8-203BB1A6A53A}"/>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6" name="Title Placeholder 1">
            <a:extLst>
              <a:ext uri="{FF2B5EF4-FFF2-40B4-BE49-F238E27FC236}">
                <a16:creationId xmlns:a16="http://schemas.microsoft.com/office/drawing/2014/main" id="{ABEA7441-A828-B046-2CD2-CF60712763F3}"/>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endParaRPr lang="en-GB"/>
          </a:p>
        </p:txBody>
      </p:sp>
      <p:sp>
        <p:nvSpPr>
          <p:cNvPr id="7" name="Footer Placeholder 6">
            <a:extLst>
              <a:ext uri="{FF2B5EF4-FFF2-40B4-BE49-F238E27FC236}">
                <a16:creationId xmlns:a16="http://schemas.microsoft.com/office/drawing/2014/main" id="{A2C426D2-7C57-9C3B-F590-3A3BA1F97496}"/>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2187611401"/>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CA693B4-8D93-0C59-89A8-39CA4FE0ABE6}"/>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5" name="Footer Placeholder 4">
            <a:extLst>
              <a:ext uri="{FF2B5EF4-FFF2-40B4-BE49-F238E27FC236}">
                <a16:creationId xmlns:a16="http://schemas.microsoft.com/office/drawing/2014/main" id="{3F39DF28-AEB2-0DF2-6F85-19D75D3F99E5}"/>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1731591411"/>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lgn="ct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5052558"/>
            <a:ext cx="10515600" cy="782139"/>
          </a:xfrm>
          <a:prstGeom prst="rect">
            <a:avLst/>
          </a:prstGeom>
        </p:spPr>
        <p:txBody>
          <a:bodyPr>
            <a:normAutofit/>
          </a:bodyPr>
          <a:lstStyle>
            <a:lvl1pPr marL="0" indent="0" algn="ctr">
              <a:lnSpc>
                <a:spcPct val="100000"/>
              </a:lnSpc>
              <a:buNone/>
              <a:defRPr sz="1600">
                <a:solidFill>
                  <a:schemeClr val="tx1">
                    <a:lumMod val="40000"/>
                    <a:lumOff val="6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3" name="Footer Placeholder 12">
            <a:extLst>
              <a:ext uri="{FF2B5EF4-FFF2-40B4-BE49-F238E27FC236}">
                <a16:creationId xmlns:a16="http://schemas.microsoft.com/office/drawing/2014/main" id="{6D02ABFB-6F3B-6110-5720-080212808FD3}"/>
              </a:ext>
            </a:extLst>
          </p:cNvPr>
          <p:cNvSpPr>
            <a:spLocks noGrp="1"/>
          </p:cNvSpPr>
          <p:nvPr>
            <p:ph type="ftr" sz="quarter" idx="13"/>
          </p:nvPr>
        </p:nvSpPr>
        <p:spPr/>
        <p:txBody>
          <a:bodyPr/>
          <a:lstStyle/>
          <a:p>
            <a:r>
              <a:rPr lang="en-GB"/>
              <a:t>SDR HUB OVERVIEW</a:t>
            </a:r>
          </a:p>
        </p:txBody>
      </p:sp>
      <p:sp>
        <p:nvSpPr>
          <p:cNvPr id="14" name="Text Placeholder 19">
            <a:extLst>
              <a:ext uri="{FF2B5EF4-FFF2-40B4-BE49-F238E27FC236}">
                <a16:creationId xmlns:a16="http://schemas.microsoft.com/office/drawing/2014/main" id="{8585F5B5-E53F-66CC-5BA2-B03414A94605}"/>
              </a:ext>
            </a:extLst>
          </p:cNvPr>
          <p:cNvSpPr>
            <a:spLocks noGrp="1"/>
          </p:cNvSpPr>
          <p:nvPr>
            <p:ph type="body" sz="quarter" idx="14" hasCustomPrompt="1"/>
          </p:nvPr>
        </p:nvSpPr>
        <p:spPr>
          <a:xfrm>
            <a:off x="1524000" y="4659493"/>
            <a:ext cx="4327233" cy="223837"/>
          </a:xfrm>
        </p:spPr>
        <p:txBody>
          <a:bodyPr>
            <a:noAutofit/>
          </a:bodyPr>
          <a:lstStyle>
            <a:lvl1pPr marL="0" indent="0" algn="r">
              <a:buFont typeface="Arial" panose="020B0604020202020204" pitchFamily="34" charset="0"/>
              <a:buNone/>
              <a:defRPr sz="1600"/>
            </a:lvl1pPr>
          </a:lstStyle>
          <a:p>
            <a:r>
              <a:rPr lang="en-GB"/>
              <a:t>Name Surname</a:t>
            </a:r>
          </a:p>
        </p:txBody>
      </p:sp>
      <p:sp>
        <p:nvSpPr>
          <p:cNvPr id="15" name="Text Placeholder 20">
            <a:extLst>
              <a:ext uri="{FF2B5EF4-FFF2-40B4-BE49-F238E27FC236}">
                <a16:creationId xmlns:a16="http://schemas.microsoft.com/office/drawing/2014/main" id="{3772A83B-F776-ADB8-EA5E-158FAE3EC53A}"/>
              </a:ext>
            </a:extLst>
          </p:cNvPr>
          <p:cNvSpPr>
            <a:spLocks noGrp="1"/>
          </p:cNvSpPr>
          <p:nvPr>
            <p:ph type="body" sz="quarter" idx="15" hasCustomPrompt="1"/>
          </p:nvPr>
        </p:nvSpPr>
        <p:spPr>
          <a:xfrm>
            <a:off x="6340766" y="4659493"/>
            <a:ext cx="4327233" cy="223837"/>
          </a:xfrm>
        </p:spPr>
        <p:txBody>
          <a:bodyPr>
            <a:noAutofit/>
          </a:bodyPr>
          <a:lstStyle>
            <a:lvl1pPr marL="0" indent="0">
              <a:buFont typeface="Arial" panose="020B0604020202020204" pitchFamily="34" charset="0"/>
              <a:buNone/>
              <a:defRPr sz="1600"/>
            </a:lvl1pPr>
          </a:lstStyle>
          <a:p>
            <a:r>
              <a:rPr lang="en-GB"/>
              <a:t>Job Title</a:t>
            </a:r>
          </a:p>
        </p:txBody>
      </p:sp>
    </p:spTree>
    <p:extLst>
      <p:ext uri="{BB962C8B-B14F-4D97-AF65-F5344CB8AC3E}">
        <p14:creationId xmlns:p14="http://schemas.microsoft.com/office/powerpoint/2010/main" val="3669575606"/>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102666"/>
            <a:ext cx="9144000" cy="2387600"/>
          </a:xfrm>
          <a:prstGeom prst="rect">
            <a:avLst/>
          </a:prstGeo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4582341"/>
            <a:ext cx="9144000" cy="1062584"/>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subtitle. Add / change background image: right click on the background -&gt; ‘format background’. </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9" name="Text Placeholder 8">
            <a:extLst>
              <a:ext uri="{FF2B5EF4-FFF2-40B4-BE49-F238E27FC236}">
                <a16:creationId xmlns:a16="http://schemas.microsoft.com/office/drawing/2014/main" id="{276E0DA4-BE98-F253-CE15-3E8CEBF9553F}"/>
              </a:ext>
            </a:extLst>
          </p:cNvPr>
          <p:cNvSpPr>
            <a:spLocks noGrp="1"/>
          </p:cNvSpPr>
          <p:nvPr>
            <p:ph type="body" sz="quarter" idx="13" hasCustomPrompt="1"/>
          </p:nvPr>
        </p:nvSpPr>
        <p:spPr>
          <a:xfrm>
            <a:off x="1524000" y="5719763"/>
            <a:ext cx="4327233" cy="223837"/>
          </a:xfrm>
        </p:spPr>
        <p:txBody>
          <a:bodyPr>
            <a:noAutofit/>
          </a:bodyPr>
          <a:lstStyle>
            <a:lvl1pPr marL="0" indent="0" algn="r">
              <a:buFont typeface="Arial" panose="020B0604020202020204" pitchFamily="34" charset="0"/>
              <a:buNone/>
              <a:defRPr sz="1400"/>
            </a:lvl1pPr>
            <a:lvl2pPr marL="457200" indent="0">
              <a:buNone/>
              <a:defRPr/>
            </a:lvl2pPr>
            <a:lvl3pPr marL="914400" indent="0">
              <a:buNone/>
              <a:defRPr/>
            </a:lvl3pPr>
            <a:lvl4pPr marL="1371600" indent="0">
              <a:buNone/>
              <a:defRPr/>
            </a:lvl4pPr>
            <a:lvl5pPr marL="1828800" indent="0">
              <a:buNone/>
              <a:defRPr/>
            </a:lvl5pPr>
          </a:lstStyle>
          <a:p>
            <a:pPr lvl="0"/>
            <a:r>
              <a:rPr lang="en-GB"/>
              <a:t>Name Surname </a:t>
            </a:r>
          </a:p>
        </p:txBody>
      </p:sp>
      <p:sp>
        <p:nvSpPr>
          <p:cNvPr id="10" name="Text Placeholder 8">
            <a:extLst>
              <a:ext uri="{FF2B5EF4-FFF2-40B4-BE49-F238E27FC236}">
                <a16:creationId xmlns:a16="http://schemas.microsoft.com/office/drawing/2014/main" id="{47FF9569-251D-28D9-04A1-30874C376F83}"/>
              </a:ext>
            </a:extLst>
          </p:cNvPr>
          <p:cNvSpPr>
            <a:spLocks noGrp="1"/>
          </p:cNvSpPr>
          <p:nvPr>
            <p:ph type="body" sz="quarter" idx="14" hasCustomPrompt="1"/>
          </p:nvPr>
        </p:nvSpPr>
        <p:spPr>
          <a:xfrm>
            <a:off x="6340766" y="5719763"/>
            <a:ext cx="4327233" cy="223837"/>
          </a:xfrm>
        </p:spPr>
        <p:txBody>
          <a:bodyPr>
            <a:noAutofit/>
          </a:bodyPr>
          <a:lstStyle>
            <a:lvl1pPr marL="0" indent="0" algn="l">
              <a:buFont typeface="Arial" panose="020B0604020202020204" pitchFamily="34" charset="0"/>
              <a:buNone/>
              <a:defRPr sz="1400"/>
            </a:lvl1pPr>
            <a:lvl2pPr marL="457200" indent="0">
              <a:buNone/>
              <a:defRPr/>
            </a:lvl2pPr>
            <a:lvl3pPr marL="914400" indent="0">
              <a:buNone/>
              <a:defRPr/>
            </a:lvl3pPr>
            <a:lvl4pPr marL="1371600" indent="0">
              <a:buNone/>
              <a:defRPr/>
            </a:lvl4pPr>
            <a:lvl5pPr marL="1828800" indent="0">
              <a:buNone/>
              <a:defRPr/>
            </a:lvl5pPr>
          </a:lstStyle>
          <a:p>
            <a:pPr lvl="0"/>
            <a:r>
              <a:rPr lang="en-GB"/>
              <a:t>5 May 2023 13:30</a:t>
            </a:r>
          </a:p>
        </p:txBody>
      </p:sp>
      <p:pic>
        <p:nvPicPr>
          <p:cNvPr id="17" name="Graphic 16">
            <a:extLst>
              <a:ext uri="{FF2B5EF4-FFF2-40B4-BE49-F238E27FC236}">
                <a16:creationId xmlns:a16="http://schemas.microsoft.com/office/drawing/2014/main" id="{50D863FC-F0C7-62AE-69C0-C523970917D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953297" y="5811410"/>
            <a:ext cx="285407" cy="63897"/>
          </a:xfrm>
          <a:prstGeom prst="rect">
            <a:avLst/>
          </a:prstGeom>
        </p:spPr>
      </p:pic>
      <p:sp>
        <p:nvSpPr>
          <p:cNvPr id="18" name="Footer Placeholder 17">
            <a:extLst>
              <a:ext uri="{FF2B5EF4-FFF2-40B4-BE49-F238E27FC236}">
                <a16:creationId xmlns:a16="http://schemas.microsoft.com/office/drawing/2014/main" id="{32780F77-8A04-C3F6-58E2-4E56BC3474E5}"/>
              </a:ext>
            </a:extLst>
          </p:cNvPr>
          <p:cNvSpPr>
            <a:spLocks noGrp="1"/>
          </p:cNvSpPr>
          <p:nvPr>
            <p:ph type="ftr" sz="quarter" idx="15"/>
          </p:nvPr>
        </p:nvSpPr>
        <p:spPr/>
        <p:txBody>
          <a:bodyPr/>
          <a:lstStyle/>
          <a:p>
            <a:r>
              <a:rPr lang="en-GB"/>
              <a:t>SDR HUB OVERVIEW</a:t>
            </a:r>
          </a:p>
        </p:txBody>
      </p:sp>
    </p:spTree>
    <p:extLst>
      <p:ext uri="{BB962C8B-B14F-4D97-AF65-F5344CB8AC3E}">
        <p14:creationId xmlns:p14="http://schemas.microsoft.com/office/powerpoint/2010/main" val="1376274292"/>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3_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477408"/>
            <a:ext cx="9144000" cy="620595"/>
          </a:xfrm>
          <a:prstGeom prst="rect">
            <a:avLst/>
          </a:prstGeom>
        </p:spPr>
        <p:txBody>
          <a:bodyPr anchor="b">
            <a:normAutofit/>
          </a:bodyPr>
          <a:lstStyle>
            <a:lvl1pPr algn="ctr">
              <a:defRPr sz="3600"/>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3242800"/>
            <a:ext cx="9144000" cy="1062584"/>
          </a:xfrm>
          <a:prstGeom prst="rect">
            <a:avLst/>
          </a:prstGeom>
        </p:spPr>
        <p:txBody>
          <a:bodyPr>
            <a:normAutofit/>
          </a:bodyPr>
          <a:lstStyle>
            <a:lvl1pPr marL="0" indent="0" algn="ctr">
              <a:lnSpc>
                <a:spcPct val="100000"/>
              </a:lnSpc>
              <a:buNone/>
              <a:defRPr sz="1600" b="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a:t>
            </a:r>
            <a:r>
              <a:rPr lang="en-GB" err="1"/>
              <a:t>alinea</a:t>
            </a:r>
            <a:r>
              <a:rPr lang="en-GB"/>
              <a:t> text</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2064152" y="4450181"/>
            <a:ext cx="3888973"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2" name="Text Placeholder 10">
            <a:extLst>
              <a:ext uri="{FF2B5EF4-FFF2-40B4-BE49-F238E27FC236}">
                <a16:creationId xmlns:a16="http://schemas.microsoft.com/office/drawing/2014/main" id="{70F7D046-E958-9025-BEA4-08281F97C5CD}"/>
              </a:ext>
            </a:extLst>
          </p:cNvPr>
          <p:cNvSpPr>
            <a:spLocks noGrp="1"/>
          </p:cNvSpPr>
          <p:nvPr>
            <p:ph type="body" sz="quarter" idx="16" hasCustomPrompt="1"/>
          </p:nvPr>
        </p:nvSpPr>
        <p:spPr>
          <a:xfrm>
            <a:off x="6244281" y="4450181"/>
            <a:ext cx="3883567"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1524000" y="2074483"/>
            <a:ext cx="9144000" cy="295275"/>
          </a:xfrm>
        </p:spPr>
        <p:txBody>
          <a:bodyPr anchor="b">
            <a:noAutofit/>
          </a:bodyPr>
          <a:lstStyle>
            <a:lvl1pPr marL="0" indent="0" algn="ctr">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8" name="Footer Placeholder 17">
            <a:extLst>
              <a:ext uri="{FF2B5EF4-FFF2-40B4-BE49-F238E27FC236}">
                <a16:creationId xmlns:a16="http://schemas.microsoft.com/office/drawing/2014/main" id="{A48611BC-1417-DAEB-753E-502273FBC1B3}"/>
              </a:ext>
            </a:extLst>
          </p:cNvPr>
          <p:cNvSpPr>
            <a:spLocks noGrp="1"/>
          </p:cNvSpPr>
          <p:nvPr>
            <p:ph type="ftr" sz="quarter" idx="18"/>
          </p:nvPr>
        </p:nvSpPr>
        <p:spPr/>
        <p:txBody>
          <a:bodyPr/>
          <a:lstStyle/>
          <a:p>
            <a:r>
              <a:rPr lang="en-GB"/>
              <a:t>SDR HUB OVERVIEW</a:t>
            </a:r>
          </a:p>
        </p:txBody>
      </p:sp>
    </p:spTree>
    <p:extLst>
      <p:ext uri="{BB962C8B-B14F-4D97-AF65-F5344CB8AC3E}">
        <p14:creationId xmlns:p14="http://schemas.microsoft.com/office/powerpoint/2010/main" val="2141771514"/>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4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5953125" y="0"/>
            <a:ext cx="6244281"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solidFill>
                  <a:schemeClr val="tx1"/>
                </a:solidFill>
              </a:defRPr>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232260023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FE9B503-272A-F6B4-D58E-93E554E7D5A4}"/>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r>
              <a:rPr lang="en-GB"/>
              <a:t>Click to edit Master title style</a:t>
            </a:r>
          </a:p>
        </p:txBody>
      </p:sp>
      <p:sp>
        <p:nvSpPr>
          <p:cNvPr id="13" name="Content Placeholder 12">
            <a:extLst>
              <a:ext uri="{FF2B5EF4-FFF2-40B4-BE49-F238E27FC236}">
                <a16:creationId xmlns:a16="http://schemas.microsoft.com/office/drawing/2014/main" id="{9C2E8D6E-739C-2F82-AF35-0575C20D81E0}"/>
              </a:ext>
            </a:extLst>
          </p:cNvPr>
          <p:cNvSpPr>
            <a:spLocks noGrp="1"/>
          </p:cNvSpPr>
          <p:nvPr>
            <p:ph sz="quarter" idx="13"/>
          </p:nvPr>
        </p:nvSpPr>
        <p:spPr>
          <a:xfrm>
            <a:off x="838200" y="1622340"/>
            <a:ext cx="10515600" cy="4333617"/>
          </a:xfrm>
        </p:spPr>
        <p:txBody>
          <a:bodyPr>
            <a:normAutofit/>
          </a:bodyPr>
          <a:lstStyle>
            <a:lvl1pPr>
              <a:lnSpc>
                <a:spcPct val="100000"/>
              </a:lnSpc>
              <a:defRPr sz="1800"/>
            </a:lvl1pPr>
            <a:lvl2pPr>
              <a:lnSpc>
                <a:spcPct val="100000"/>
              </a:lnSpc>
              <a:defRPr sz="1600"/>
            </a:lvl2pPr>
            <a:lvl3pPr>
              <a:lnSpc>
                <a:spcPct val="100000"/>
              </a:lnSpc>
              <a:defRPr sz="1400"/>
            </a:lvl3pPr>
            <a:lvl4pPr>
              <a:lnSpc>
                <a:spcPct val="100000"/>
              </a:lnSpc>
              <a:defRPr sz="1200"/>
            </a:lvl4pPr>
            <a:lvl5pPr>
              <a:lnSpc>
                <a:spcPct val="100000"/>
              </a:lnSpc>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14" name="Footer Placeholder 13">
            <a:extLst>
              <a:ext uri="{FF2B5EF4-FFF2-40B4-BE49-F238E27FC236}">
                <a16:creationId xmlns:a16="http://schemas.microsoft.com/office/drawing/2014/main" id="{2F4A3FE5-9A76-CAD0-3DEC-B1E82E294652}"/>
              </a:ext>
            </a:extLst>
          </p:cNvPr>
          <p:cNvSpPr>
            <a:spLocks noGrp="1"/>
          </p:cNvSpPr>
          <p:nvPr>
            <p:ph type="ftr" sz="quarter" idx="14"/>
          </p:nvPr>
        </p:nvSpPr>
        <p:spPr/>
        <p:txBody>
          <a:bodyPr/>
          <a:lstStyle/>
          <a:p>
            <a:r>
              <a:rPr lang="en-GB"/>
              <a:t>SDR HUB OVERVIEW</a:t>
            </a:r>
          </a:p>
        </p:txBody>
      </p:sp>
    </p:spTree>
    <p:extLst>
      <p:ext uri="{BB962C8B-B14F-4D97-AF65-F5344CB8AC3E}">
        <p14:creationId xmlns:p14="http://schemas.microsoft.com/office/powerpoint/2010/main" val="1120629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userDrawn="1">
  <p:cSld name="1_Table SLide">
    <p:bg>
      <p:bgPr>
        <a:solidFill>
          <a:schemeClr val="tx2"/>
        </a:solidFill>
        <a:effectLst/>
      </p:bgPr>
    </p:bg>
    <p:spTree>
      <p:nvGrpSpPr>
        <p:cNvPr id="1" name=""/>
        <p:cNvGrpSpPr/>
        <p:nvPr/>
      </p:nvGrpSpPr>
      <p:grpSpPr>
        <a:xfrm>
          <a:off x="0" y="0"/>
          <a:ext cx="0" cy="0"/>
          <a:chOff x="0" y="0"/>
          <a:chExt cx="0" cy="0"/>
        </a:xfrm>
      </p:grpSpPr>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lvl1pPr>
              <a:defRPr>
                <a:solidFill>
                  <a:schemeClr val="bg1"/>
                </a:solidFill>
              </a:defRPr>
            </a:lvl1pPr>
          </a:lstStyle>
          <a:p>
            <a:r>
              <a:rPr lang="en-GB"/>
              <a:t>Click to edit Master title style</a:t>
            </a:r>
          </a:p>
        </p:txBody>
      </p:sp>
      <p:sp>
        <p:nvSpPr>
          <p:cNvPr id="5" name="Text Placeholder 3">
            <a:extLst>
              <a:ext uri="{FF2B5EF4-FFF2-40B4-BE49-F238E27FC236}">
                <a16:creationId xmlns:a16="http://schemas.microsoft.com/office/drawing/2014/main" id="{49D4168B-B615-3C26-6250-6FA7A8F80E34}"/>
              </a:ext>
            </a:extLst>
          </p:cNvPr>
          <p:cNvSpPr>
            <a:spLocks noGrp="1"/>
          </p:cNvSpPr>
          <p:nvPr>
            <p:ph type="body" sz="quarter" idx="14"/>
          </p:nvPr>
        </p:nvSpPr>
        <p:spPr>
          <a:xfrm>
            <a:off x="838200" y="1604963"/>
            <a:ext cx="10515600" cy="854075"/>
          </a:xfrm>
        </p:spPr>
        <p:txBody>
          <a:bodyPr>
            <a:noAutofit/>
          </a:bodyPr>
          <a:lstStyle>
            <a:lvl1pPr>
              <a:defRPr sz="1800">
                <a:solidFill>
                  <a:schemeClr val="tx1"/>
                </a:solidFill>
              </a:defRPr>
            </a:lvl1pPr>
            <a:lvl2pPr>
              <a:defRPr sz="1600">
                <a:solidFill>
                  <a:schemeClr val="tx1"/>
                </a:solidFill>
              </a:defRPr>
            </a:lvl2pPr>
            <a:lvl3pPr>
              <a:defRPr sz="1400"/>
            </a:lvl3pPr>
            <a:lvl4pPr>
              <a:defRPr sz="1200"/>
            </a:lvl4pPr>
            <a:lvl5pPr>
              <a:defRPr sz="1200"/>
            </a:lvl5pPr>
          </a:lstStyle>
          <a:p>
            <a:pPr lvl="0"/>
            <a:r>
              <a:rPr lang="en-GB"/>
              <a:t>Click to edit Master text styles</a:t>
            </a:r>
          </a:p>
          <a:p>
            <a:pPr lvl="1"/>
            <a:r>
              <a:rPr lang="en-GB"/>
              <a:t>Second level</a:t>
            </a:r>
          </a:p>
        </p:txBody>
      </p:sp>
      <p:sp>
        <p:nvSpPr>
          <p:cNvPr id="7" name="Slide Number Placeholder 5">
            <a:extLst>
              <a:ext uri="{FF2B5EF4-FFF2-40B4-BE49-F238E27FC236}">
                <a16:creationId xmlns:a16="http://schemas.microsoft.com/office/drawing/2014/main" id="{B2916EB5-1DE8-E77A-E383-0BA7ACF67C1B}"/>
              </a:ext>
            </a:extLst>
          </p:cNvPr>
          <p:cNvSpPr>
            <a:spLocks noGrp="1"/>
          </p:cNvSpPr>
          <p:nvPr>
            <p:ph type="sldNum" sz="quarter" idx="12"/>
          </p:nvPr>
        </p:nvSpPr>
        <p:spPr>
          <a:xfrm>
            <a:off x="11628645" y="6387881"/>
            <a:ext cx="418837" cy="365125"/>
          </a:xfrm>
        </p:spPr>
        <p:txBody>
          <a:bodyPr/>
          <a:lstStyle>
            <a:lvl1pPr>
              <a:defRPr sz="1050">
                <a:solidFill>
                  <a:schemeClr val="tx1"/>
                </a:solidFill>
              </a:defRPr>
            </a:lvl1pPr>
          </a:lstStyle>
          <a:p>
            <a:fld id="{1E3508AD-6785-9A40-B664-AC186F99CF3B}" type="slidenum">
              <a:rPr lang="en-GB" smtClean="0"/>
              <a:pPr/>
              <a:t>‹#›</a:t>
            </a:fld>
            <a:endParaRPr lang="en-GB"/>
          </a:p>
        </p:txBody>
      </p:sp>
      <p:pic>
        <p:nvPicPr>
          <p:cNvPr id="8" name="Graphic 7">
            <a:extLst>
              <a:ext uri="{FF2B5EF4-FFF2-40B4-BE49-F238E27FC236}">
                <a16:creationId xmlns:a16="http://schemas.microsoft.com/office/drawing/2014/main" id="{13FCD97A-D507-438F-9DFD-AAF7AAB58B5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Footer Placeholder 8">
            <a:extLst>
              <a:ext uri="{FF2B5EF4-FFF2-40B4-BE49-F238E27FC236}">
                <a16:creationId xmlns:a16="http://schemas.microsoft.com/office/drawing/2014/main" id="{24944B03-692B-6EBC-6279-86EA05C9E8E8}"/>
              </a:ext>
            </a:extLst>
          </p:cNvPr>
          <p:cNvSpPr>
            <a:spLocks noGrp="1"/>
          </p:cNvSpPr>
          <p:nvPr>
            <p:ph type="ftr" sz="quarter" idx="15"/>
          </p:nvPr>
        </p:nvSpPr>
        <p:spPr/>
        <p:txBody>
          <a:bodyPr/>
          <a:lstStyle>
            <a:lvl1pPr>
              <a:defRPr>
                <a:solidFill>
                  <a:schemeClr val="tx2">
                    <a:lumMod val="75000"/>
                  </a:schemeClr>
                </a:solidFill>
              </a:defRPr>
            </a:lvl1pPr>
          </a:lstStyle>
          <a:p>
            <a:r>
              <a:rPr lang="en-GB"/>
              <a:t>SDR HUB OVERVIEW</a:t>
            </a:r>
          </a:p>
        </p:txBody>
      </p:sp>
    </p:spTree>
    <p:extLst>
      <p:ext uri="{BB962C8B-B14F-4D97-AF65-F5344CB8AC3E}">
        <p14:creationId xmlns:p14="http://schemas.microsoft.com/office/powerpoint/2010/main" val="372589941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1_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4582341"/>
            <a:ext cx="10515600" cy="1500187"/>
          </a:xfrm>
          <a:prstGeom prst="rect">
            <a:avLst/>
          </a:prstGeom>
        </p:spPr>
        <p:txBody>
          <a:bodyPr>
            <a:normAutofit/>
          </a:bodyPr>
          <a:lstStyle>
            <a:lvl1pPr marL="0" indent="0">
              <a:lnSpc>
                <a:spcPct val="100000"/>
              </a:lnSpc>
              <a:buNone/>
              <a:defRPr sz="16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1" name="Footer Placeholder 10">
            <a:extLst>
              <a:ext uri="{FF2B5EF4-FFF2-40B4-BE49-F238E27FC236}">
                <a16:creationId xmlns:a16="http://schemas.microsoft.com/office/drawing/2014/main" id="{7748C071-72AF-2149-93E0-18B01285BBA8}"/>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78688652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3_Circ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3387902" y="707203"/>
            <a:ext cx="5493600" cy="5493600"/>
          </a:xfrm>
          <a:prstGeom prst="ellipse">
            <a:avLst/>
          </a:prstGeom>
        </p:spPr>
        <p:txBody>
          <a:bodyPr/>
          <a:lstStyle/>
          <a:p>
            <a:r>
              <a:rPr lang="en-GB"/>
              <a:t>Click icon to add picture</a:t>
            </a:r>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p:nvPr>
        </p:nvSpPr>
        <p:spPr>
          <a:xfrm>
            <a:off x="3481429" y="707195"/>
            <a:ext cx="5335078" cy="235480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lstStyle>
            <a:lvl1pPr marL="0" indent="0" algn="ctr">
              <a:buFont typeface="Arial" panose="020B0604020202020204" pitchFamily="34" charset="0"/>
              <a:buNone/>
              <a:defRPr/>
            </a:lvl1pPr>
          </a:lstStyle>
          <a:p>
            <a:r>
              <a:rPr lang="en-GB"/>
              <a:t>Click icon to add picture</a:t>
            </a:r>
          </a:p>
        </p:txBody>
      </p:sp>
      <p:sp>
        <p:nvSpPr>
          <p:cNvPr id="11" name="Slide Number Placeholder 5">
            <a:extLst>
              <a:ext uri="{FF2B5EF4-FFF2-40B4-BE49-F238E27FC236}">
                <a16:creationId xmlns:a16="http://schemas.microsoft.com/office/drawing/2014/main" id="{16953581-152C-6D9E-013F-624D6BED6D8F}"/>
              </a:ext>
            </a:extLst>
          </p:cNvPr>
          <p:cNvSpPr>
            <a:spLocks noGrp="1"/>
          </p:cNvSpPr>
          <p:nvPr>
            <p:ph type="sldNum" sz="quarter" idx="4"/>
          </p:nvPr>
        </p:nvSpPr>
        <p:spPr>
          <a:xfrm>
            <a:off x="11628645" y="6387881"/>
            <a:ext cx="418837" cy="365125"/>
          </a:xfrm>
          <a:prstGeom prst="rect">
            <a:avLst/>
          </a:prstGeom>
        </p:spPr>
        <p:txBody>
          <a:bodyPr vert="horz" lIns="91440" tIns="45720" rIns="91440" bIns="45720" rtlCol="0" anchor="ctr"/>
          <a:lstStyle>
            <a:lvl1pPr algn="r">
              <a:defRPr sz="1050">
                <a:solidFill>
                  <a:srgbClr val="ABB4BD"/>
                </a:solidFill>
                <a:latin typeface="Arial" panose="020B0604020202020204" pitchFamily="34" charset="0"/>
                <a:cs typeface="Arial" panose="020B0604020202020204" pitchFamily="34" charset="0"/>
              </a:defRPr>
            </a:lvl1pPr>
          </a:lstStyle>
          <a:p>
            <a:fld id="{1E3508AD-6785-9A40-B664-AC186F99CF3B}" type="slidenum">
              <a:rPr lang="en-GB" smtClean="0"/>
              <a:pPr/>
              <a:t>‹#›</a:t>
            </a:fld>
            <a:endParaRPr lang="en-GB"/>
          </a:p>
        </p:txBody>
      </p:sp>
      <p:sp>
        <p:nvSpPr>
          <p:cNvPr id="12" name="Footer Placeholder 11">
            <a:extLst>
              <a:ext uri="{FF2B5EF4-FFF2-40B4-BE49-F238E27FC236}">
                <a16:creationId xmlns:a16="http://schemas.microsoft.com/office/drawing/2014/main" id="{8678D961-DE29-A9D4-7AC1-695606C3CD6A}"/>
              </a:ext>
            </a:extLst>
          </p:cNvPr>
          <p:cNvSpPr>
            <a:spLocks noGrp="1"/>
          </p:cNvSpPr>
          <p:nvPr>
            <p:ph type="ftr" sz="quarter" idx="12"/>
          </p:nvPr>
        </p:nvSpPr>
        <p:spPr/>
        <p:txBody>
          <a:bodyPr/>
          <a:lstStyle/>
          <a:p>
            <a:r>
              <a:rPr lang="en-GB"/>
              <a:t>SDR HUB OVERVIEW</a:t>
            </a:r>
          </a:p>
        </p:txBody>
      </p:sp>
    </p:spTree>
    <p:extLst>
      <p:ext uri="{BB962C8B-B14F-4D97-AF65-F5344CB8AC3E}">
        <p14:creationId xmlns:p14="http://schemas.microsoft.com/office/powerpoint/2010/main" val="25394443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1_Image rounded corners">
    <p:bg>
      <p:bgPr>
        <a:solidFill>
          <a:schemeClr val="accent3"/>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p:cNvSpPr>
          <p:nvPr>
            <p:ph type="pic" sz="quarter" idx="10"/>
          </p:nvPr>
        </p:nvSpPr>
        <p:spPr>
          <a:xfrm>
            <a:off x="209550" y="212602"/>
            <a:ext cx="11772900" cy="6432673"/>
          </a:xfrm>
          <a:prstGeom prst="roundRect">
            <a:avLst>
              <a:gd name="adj" fmla="val 2092"/>
            </a:avLst>
          </a:prstGeom>
        </p:spPr>
        <p:txBody>
          <a:bodyPr/>
          <a:lstStyle/>
          <a:p>
            <a:r>
              <a:rPr lang="en-GB"/>
              <a:t>Click icon to add picture</a:t>
            </a:r>
          </a:p>
        </p:txBody>
      </p:sp>
    </p:spTree>
    <p:extLst>
      <p:ext uri="{BB962C8B-B14F-4D97-AF65-F5344CB8AC3E}">
        <p14:creationId xmlns:p14="http://schemas.microsoft.com/office/powerpoint/2010/main" val="406684473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accent3"/>
        </a:solidFill>
        <a:effectLst/>
      </p:bgPr>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0087548-065A-2FD2-84C8-203BB1A6A53A}"/>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6" name="Title Placeholder 1">
            <a:extLst>
              <a:ext uri="{FF2B5EF4-FFF2-40B4-BE49-F238E27FC236}">
                <a16:creationId xmlns:a16="http://schemas.microsoft.com/office/drawing/2014/main" id="{ABEA7441-A828-B046-2CD2-CF60712763F3}"/>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r>
              <a:rPr lang="en-GB"/>
              <a:t>Click to edit Master title style</a:t>
            </a:r>
          </a:p>
        </p:txBody>
      </p:sp>
      <p:sp>
        <p:nvSpPr>
          <p:cNvPr id="7" name="Footer Placeholder 6">
            <a:extLst>
              <a:ext uri="{FF2B5EF4-FFF2-40B4-BE49-F238E27FC236}">
                <a16:creationId xmlns:a16="http://schemas.microsoft.com/office/drawing/2014/main" id="{A2C426D2-7C57-9C3B-F590-3A3BA1F97496}"/>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782427525"/>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1_Thank you Slid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lgn="ct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5052558"/>
            <a:ext cx="10515600" cy="782139"/>
          </a:xfrm>
          <a:prstGeom prst="rect">
            <a:avLst/>
          </a:prstGeom>
        </p:spPr>
        <p:txBody>
          <a:bodyPr>
            <a:normAutofit/>
          </a:bodyPr>
          <a:lstStyle>
            <a:lvl1pPr marL="0" indent="0" algn="ctr">
              <a:lnSpc>
                <a:spcPct val="100000"/>
              </a:lnSpc>
              <a:buNone/>
              <a:defRPr sz="16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3" name="Footer Placeholder 12">
            <a:extLst>
              <a:ext uri="{FF2B5EF4-FFF2-40B4-BE49-F238E27FC236}">
                <a16:creationId xmlns:a16="http://schemas.microsoft.com/office/drawing/2014/main" id="{6D02ABFB-6F3B-6110-5720-080212808FD3}"/>
              </a:ext>
            </a:extLst>
          </p:cNvPr>
          <p:cNvSpPr>
            <a:spLocks noGrp="1"/>
          </p:cNvSpPr>
          <p:nvPr>
            <p:ph type="ftr" sz="quarter" idx="13"/>
          </p:nvPr>
        </p:nvSpPr>
        <p:spPr/>
        <p:txBody>
          <a:bodyPr/>
          <a:lstStyle/>
          <a:p>
            <a:r>
              <a:rPr lang="en-GB"/>
              <a:t>SDR HUB OVERVIEW</a:t>
            </a:r>
          </a:p>
        </p:txBody>
      </p:sp>
      <p:sp>
        <p:nvSpPr>
          <p:cNvPr id="14" name="Text Placeholder 19">
            <a:extLst>
              <a:ext uri="{FF2B5EF4-FFF2-40B4-BE49-F238E27FC236}">
                <a16:creationId xmlns:a16="http://schemas.microsoft.com/office/drawing/2014/main" id="{8585F5B5-E53F-66CC-5BA2-B03414A94605}"/>
              </a:ext>
            </a:extLst>
          </p:cNvPr>
          <p:cNvSpPr>
            <a:spLocks noGrp="1"/>
          </p:cNvSpPr>
          <p:nvPr>
            <p:ph type="body" sz="quarter" idx="14" hasCustomPrompt="1"/>
          </p:nvPr>
        </p:nvSpPr>
        <p:spPr>
          <a:xfrm>
            <a:off x="1524000" y="4659493"/>
            <a:ext cx="4327233" cy="223837"/>
          </a:xfrm>
        </p:spPr>
        <p:txBody>
          <a:bodyPr>
            <a:noAutofit/>
          </a:bodyPr>
          <a:lstStyle>
            <a:lvl1pPr marL="0" indent="0" algn="r">
              <a:buFont typeface="Arial" panose="020B0604020202020204" pitchFamily="34" charset="0"/>
              <a:buNone/>
              <a:defRPr sz="1600"/>
            </a:lvl1pPr>
          </a:lstStyle>
          <a:p>
            <a:r>
              <a:rPr lang="en-GB"/>
              <a:t>Name Surname</a:t>
            </a:r>
          </a:p>
        </p:txBody>
      </p:sp>
      <p:sp>
        <p:nvSpPr>
          <p:cNvPr id="15" name="Text Placeholder 20">
            <a:extLst>
              <a:ext uri="{FF2B5EF4-FFF2-40B4-BE49-F238E27FC236}">
                <a16:creationId xmlns:a16="http://schemas.microsoft.com/office/drawing/2014/main" id="{3772A83B-F776-ADB8-EA5E-158FAE3EC53A}"/>
              </a:ext>
            </a:extLst>
          </p:cNvPr>
          <p:cNvSpPr>
            <a:spLocks noGrp="1"/>
          </p:cNvSpPr>
          <p:nvPr>
            <p:ph type="body" sz="quarter" idx="15" hasCustomPrompt="1"/>
          </p:nvPr>
        </p:nvSpPr>
        <p:spPr>
          <a:xfrm>
            <a:off x="6340766" y="4659493"/>
            <a:ext cx="4327233" cy="223837"/>
          </a:xfrm>
        </p:spPr>
        <p:txBody>
          <a:bodyPr>
            <a:noAutofit/>
          </a:bodyPr>
          <a:lstStyle>
            <a:lvl1pPr marL="0" indent="0">
              <a:buFont typeface="Arial" panose="020B0604020202020204" pitchFamily="34" charset="0"/>
              <a:buNone/>
              <a:defRPr sz="1600"/>
            </a:lvl1pPr>
          </a:lstStyle>
          <a:p>
            <a:r>
              <a:rPr lang="en-GB"/>
              <a:t>Job Title</a:t>
            </a:r>
          </a:p>
        </p:txBody>
      </p:sp>
    </p:spTree>
    <p:extLst>
      <p:ext uri="{BB962C8B-B14F-4D97-AF65-F5344CB8AC3E}">
        <p14:creationId xmlns:p14="http://schemas.microsoft.com/office/powerpoint/2010/main" val="219198921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userDrawn="1">
  <p:cSld name="4_Circ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5A039A5-CD3C-96B7-5B42-7CECE48C3501}"/>
              </a:ext>
            </a:extLst>
          </p:cNvPr>
          <p:cNvSpPr/>
          <p:nvPr userDrawn="1"/>
        </p:nvSpPr>
        <p:spPr>
          <a:xfrm>
            <a:off x="6069105" y="0"/>
            <a:ext cx="612289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6924730" y="1393003"/>
            <a:ext cx="4429573" cy="4429573"/>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hasCustomPrompt="1"/>
          </p:nvPr>
        </p:nvSpPr>
        <p:spPr>
          <a:xfrm>
            <a:off x="7000725" y="1392995"/>
            <a:ext cx="4301755" cy="189871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normAutofit/>
          </a:bodyPr>
          <a:lstStyle>
            <a:lvl1pPr marL="0" indent="0" algn="ctr">
              <a:buNone/>
              <a:defRPr sz="1400"/>
            </a:lvl1pPr>
          </a:lstStyle>
          <a:p>
            <a:r>
              <a:rPr lang="en-GB"/>
              <a:t>Add image or colour</a:t>
            </a:r>
          </a:p>
        </p:txBody>
      </p:sp>
      <p:pic>
        <p:nvPicPr>
          <p:cNvPr id="8" name="Graphic 7">
            <a:extLst>
              <a:ext uri="{FF2B5EF4-FFF2-40B4-BE49-F238E27FC236}">
                <a16:creationId xmlns:a16="http://schemas.microsoft.com/office/drawing/2014/main" id="{5ECB0A80-1B0E-170D-E80A-84919FB9126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Slide Number Placeholder 5">
            <a:extLst>
              <a:ext uri="{FF2B5EF4-FFF2-40B4-BE49-F238E27FC236}">
                <a16:creationId xmlns:a16="http://schemas.microsoft.com/office/drawing/2014/main" id="{3A3D167C-9875-FA01-F0EE-48A389E823EA}"/>
              </a:ext>
            </a:extLst>
          </p:cNvPr>
          <p:cNvSpPr>
            <a:spLocks noGrp="1"/>
          </p:cNvSpPr>
          <p:nvPr>
            <p:ph type="sldNum" sz="quarter" idx="12"/>
          </p:nvPr>
        </p:nvSpPr>
        <p:spPr>
          <a:xfrm>
            <a:off x="11628645" y="6387881"/>
            <a:ext cx="418837" cy="365125"/>
          </a:xfrm>
        </p:spPr>
        <p:txBody>
          <a:bodyPr/>
          <a:lstStyle>
            <a:lvl1pPr>
              <a:defRPr sz="1050">
                <a:solidFill>
                  <a:schemeClr val="accent1"/>
                </a:solidFill>
              </a:defRPr>
            </a:lvl1pPr>
          </a:lstStyle>
          <a:p>
            <a:fld id="{1E3508AD-6785-9A40-B664-AC186F99CF3B}" type="slidenum">
              <a:rPr lang="en-GB" smtClean="0"/>
              <a:pPr/>
              <a:t>‹#›</a:t>
            </a:fld>
            <a:endParaRPr lang="en-GB"/>
          </a:p>
        </p:txBody>
      </p:sp>
      <p:sp>
        <p:nvSpPr>
          <p:cNvPr id="11" name="Title 1">
            <a:extLst>
              <a:ext uri="{FF2B5EF4-FFF2-40B4-BE49-F238E27FC236}">
                <a16:creationId xmlns:a16="http://schemas.microsoft.com/office/drawing/2014/main" id="{E4736FBD-C735-A3EB-79E8-81370B63D159}"/>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solidFill>
                  <a:schemeClr val="bg1"/>
                </a:solidFill>
              </a:defRPr>
            </a:lvl1pPr>
          </a:lstStyle>
          <a:p>
            <a:r>
              <a:rPr lang="en-GB"/>
              <a:t>Click to edit Master title style</a:t>
            </a:r>
          </a:p>
        </p:txBody>
      </p:sp>
      <p:sp>
        <p:nvSpPr>
          <p:cNvPr id="12" name="Text Placeholder 10">
            <a:extLst>
              <a:ext uri="{FF2B5EF4-FFF2-40B4-BE49-F238E27FC236}">
                <a16:creationId xmlns:a16="http://schemas.microsoft.com/office/drawing/2014/main" id="{0213EADD-CAB9-DEAA-F13C-E0B9559E8FA6}"/>
              </a:ext>
            </a:extLst>
          </p:cNvPr>
          <p:cNvSpPr>
            <a:spLocks noGrp="1"/>
          </p:cNvSpPr>
          <p:nvPr>
            <p:ph type="body" sz="quarter" idx="15" hasCustomPrompt="1"/>
          </p:nvPr>
        </p:nvSpPr>
        <p:spPr>
          <a:xfrm>
            <a:off x="841094" y="4450181"/>
            <a:ext cx="3888973" cy="1937700"/>
          </a:xfrm>
        </p:spPr>
        <p:txBody>
          <a:bodyPr anchor="b">
            <a:normAutofit/>
          </a:bodyPr>
          <a:lstStyle>
            <a:lvl1pPr marL="0" indent="0">
              <a:lnSpc>
                <a:spcPct val="110000"/>
              </a:lnSpc>
              <a:buFont typeface="Arial" panose="020B0604020202020204" pitchFamily="34" charset="0"/>
              <a:buNone/>
              <a:defRPr sz="1200">
                <a:solidFill>
                  <a:schemeClr val="tx1"/>
                </a:solidFill>
              </a:defRPr>
            </a:lvl1pPr>
          </a:lstStyle>
          <a:p>
            <a:pPr lvl="0"/>
            <a:r>
              <a:rPr lang="en-GB"/>
              <a:t>Add more text</a:t>
            </a:r>
          </a:p>
        </p:txBody>
      </p:sp>
      <p:sp>
        <p:nvSpPr>
          <p:cNvPr id="13" name="Text Placeholder 15">
            <a:extLst>
              <a:ext uri="{FF2B5EF4-FFF2-40B4-BE49-F238E27FC236}">
                <a16:creationId xmlns:a16="http://schemas.microsoft.com/office/drawing/2014/main" id="{518052ED-4900-6F39-B939-C2128A1BC8BC}"/>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4" name="Footer Placeholder 13">
            <a:extLst>
              <a:ext uri="{FF2B5EF4-FFF2-40B4-BE49-F238E27FC236}">
                <a16:creationId xmlns:a16="http://schemas.microsoft.com/office/drawing/2014/main" id="{6E5241F3-02DA-7DC4-A3FE-66BFE75A925A}"/>
              </a:ext>
            </a:extLst>
          </p:cNvPr>
          <p:cNvSpPr>
            <a:spLocks noGrp="1"/>
          </p:cNvSpPr>
          <p:nvPr>
            <p:ph type="ftr" sz="quarter" idx="18"/>
          </p:nvPr>
        </p:nvSpPr>
        <p:spPr/>
        <p:txBody>
          <a:bodyPr/>
          <a:lstStyle>
            <a:lvl1pPr>
              <a:defRPr>
                <a:solidFill>
                  <a:schemeClr val="bg2">
                    <a:lumMod val="75000"/>
                  </a:schemeClr>
                </a:solidFill>
              </a:defRPr>
            </a:lvl1pPr>
          </a:lstStyle>
          <a:p>
            <a:r>
              <a:rPr lang="en-GB"/>
              <a:t>SDR HUB OVERVIEW</a:t>
            </a:r>
          </a:p>
        </p:txBody>
      </p:sp>
      <p:sp>
        <p:nvSpPr>
          <p:cNvPr id="3" name="Text Placeholder 2">
            <a:extLst>
              <a:ext uri="{FF2B5EF4-FFF2-40B4-BE49-F238E27FC236}">
                <a16:creationId xmlns:a16="http://schemas.microsoft.com/office/drawing/2014/main" id="{59F55D7E-B700-5553-B21F-746436B41ADA}"/>
              </a:ext>
            </a:extLst>
          </p:cNvPr>
          <p:cNvSpPr>
            <a:spLocks noGrp="1"/>
          </p:cNvSpPr>
          <p:nvPr>
            <p:ph type="body" sz="quarter" idx="19" hasCustomPrompt="1"/>
          </p:nvPr>
        </p:nvSpPr>
        <p:spPr>
          <a:xfrm>
            <a:off x="7750629" y="2002420"/>
            <a:ext cx="2805403" cy="834085"/>
          </a:xfrm>
        </p:spPr>
        <p:txBody>
          <a:bodyPr>
            <a:normAutofit/>
          </a:bodyPr>
          <a:lstStyle>
            <a:lvl1pPr marL="0" indent="0" algn="ctr">
              <a:buFont typeface="Arial" panose="020B0604020202020204" pitchFamily="34" charset="0"/>
              <a:buNone/>
              <a:defRPr sz="1400" i="1">
                <a:solidFill>
                  <a:schemeClr val="tx1"/>
                </a:solidFill>
              </a:defRPr>
            </a:lvl1pPr>
          </a:lstStyle>
          <a:p>
            <a:pPr lvl="0"/>
            <a:r>
              <a:rPr lang="en-GB"/>
              <a:t>Add text</a:t>
            </a:r>
          </a:p>
        </p:txBody>
      </p:sp>
    </p:spTree>
    <p:extLst>
      <p:ext uri="{BB962C8B-B14F-4D97-AF65-F5344CB8AC3E}">
        <p14:creationId xmlns:p14="http://schemas.microsoft.com/office/powerpoint/2010/main" val="13194930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svg"/><Relationship Id="rId19" Type="http://schemas.openxmlformats.org/officeDocument/2006/relationships/image" Target="../media/image3.png"/><Relationship Id="rId20" Type="http://schemas.openxmlformats.org/officeDocument/2006/relationships/image" Target="../media/image4.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theme" Target="../theme/theme2.xml"/><Relationship Id="rId10" Type="http://schemas.openxmlformats.org/officeDocument/2006/relationships/image" Target="../media/image1.png"/><Relationship Id="rId11" Type="http://schemas.openxmlformats.org/officeDocument/2006/relationships/image" Target="../media/image2.svg"/><Relationship Id="rId12" Type="http://schemas.openxmlformats.org/officeDocument/2006/relationships/image" Target="../media/image6.png"/><Relationship Id="rId13" Type="http://schemas.openxmlformats.org/officeDocument/2006/relationships/image" Target="../media/image7.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theme" Target="../theme/theme3.xml"/><Relationship Id="rId9" Type="http://schemas.openxmlformats.org/officeDocument/2006/relationships/image" Target="../media/image1.png"/><Relationship Id="rId10" Type="http://schemas.openxmlformats.org/officeDocument/2006/relationships/image" Target="../media/image2.svg"/><Relationship Id="rId11" Type="http://schemas.openxmlformats.org/officeDocument/2006/relationships/image" Target="../media/image6.png"/><Relationship Id="rId12" Type="http://schemas.openxmlformats.org/officeDocument/2006/relationships/image" Target="../media/image7.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slideLayout" Target="../slideLayouts/slideLayout41.xml"/><Relationship Id="rId12" Type="http://schemas.openxmlformats.org/officeDocument/2006/relationships/slideLayout" Target="../slideLayouts/slideLayout42.xml"/><Relationship Id="rId13" Type="http://schemas.openxmlformats.org/officeDocument/2006/relationships/slideLayout" Target="../slideLayouts/slideLayout43.xml"/><Relationship Id="rId14" Type="http://schemas.openxmlformats.org/officeDocument/2006/relationships/slideLayout" Target="../slideLayouts/slideLayout44.xml"/><Relationship Id="rId15" Type="http://schemas.openxmlformats.org/officeDocument/2006/relationships/slideLayout" Target="../slideLayouts/slideLayout45.xml"/><Relationship Id="rId16" Type="http://schemas.openxmlformats.org/officeDocument/2006/relationships/slideLayout" Target="../slideLayouts/slideLayout46.xml"/><Relationship Id="rId17" Type="http://schemas.openxmlformats.org/officeDocument/2006/relationships/slideLayout" Target="../slideLayouts/slideLayout47.xml"/><Relationship Id="rId18" Type="http://schemas.openxmlformats.org/officeDocument/2006/relationships/slideLayout" Target="../slideLayouts/slideLayout48.xml"/><Relationship Id="rId19" Type="http://schemas.openxmlformats.org/officeDocument/2006/relationships/slideLayout" Target="../slideLayouts/slideLayout49.xml"/><Relationship Id="rId20" Type="http://schemas.openxmlformats.org/officeDocument/2006/relationships/slideLayout" Target="../slideLayouts/slideLayout50.xml"/><Relationship Id="rId21" Type="http://schemas.openxmlformats.org/officeDocument/2006/relationships/slideLayout" Target="../slideLayouts/slideLayout51.xml"/><Relationship Id="rId22" Type="http://schemas.openxmlformats.org/officeDocument/2006/relationships/slideLayout" Target="../slideLayouts/slideLayout52.xml"/><Relationship Id="rId23" Type="http://schemas.openxmlformats.org/officeDocument/2006/relationships/slideLayout" Target="../slideLayouts/slideLayout53.xml"/><Relationship Id="rId24" Type="http://schemas.openxmlformats.org/officeDocument/2006/relationships/slideLayout" Target="../slideLayouts/slideLayout54.xml"/><Relationship Id="rId25" Type="http://schemas.openxmlformats.org/officeDocument/2006/relationships/slideLayout" Target="../slideLayouts/slideLayout55.xml"/><Relationship Id="rId26" Type="http://schemas.openxmlformats.org/officeDocument/2006/relationships/slideLayout" Target="../slideLayouts/slideLayout56.xml"/><Relationship Id="rId27" Type="http://schemas.openxmlformats.org/officeDocument/2006/relationships/slideLayout" Target="../slideLayouts/slideLayout57.xml"/><Relationship Id="rId28" Type="http://schemas.openxmlformats.org/officeDocument/2006/relationships/slideLayout" Target="../slideLayouts/slideLayout58.xml"/><Relationship Id="rId29" Type="http://schemas.openxmlformats.org/officeDocument/2006/relationships/slideLayout" Target="../slideLayouts/slideLayout59.xml"/><Relationship Id="rId30" Type="http://schemas.openxmlformats.org/officeDocument/2006/relationships/slideLayout" Target="../slideLayouts/slideLayout60.xml"/><Relationship Id="rId31" Type="http://schemas.openxmlformats.org/officeDocument/2006/relationships/slideLayout" Target="../slideLayouts/slideLayout61.xml"/><Relationship Id="rId32" Type="http://schemas.openxmlformats.org/officeDocument/2006/relationships/slideLayout" Target="../slideLayouts/slideLayout62.xml"/><Relationship Id="rId33" Type="http://schemas.openxmlformats.org/officeDocument/2006/relationships/slideLayout" Target="../slideLayouts/slideLayout63.xml"/><Relationship Id="rId34" Type="http://schemas.openxmlformats.org/officeDocument/2006/relationships/slideLayout" Target="../slideLayouts/slideLayout64.xml"/><Relationship Id="rId35" Type="http://schemas.openxmlformats.org/officeDocument/2006/relationships/slideLayout" Target="../slideLayouts/slideLayout65.xml"/><Relationship Id="rId36" Type="http://schemas.openxmlformats.org/officeDocument/2006/relationships/theme" Target="../theme/theme4.xml"/><Relationship Id="rId37" Type="http://schemas.openxmlformats.org/officeDocument/2006/relationships/image" Target="../media/image8.png"/><Relationship Id="rId38" Type="http://schemas.openxmlformats.org/officeDocument/2006/relationships/image" Target="../media/image9.svg"/><Relationship Id="rId39" Type="http://schemas.openxmlformats.org/officeDocument/2006/relationships/image" Target="../media/image10.png"/><Relationship Id="rId40" Type="http://schemas.openxmlformats.org/officeDocument/2006/relationships/image" Target="../media/image11.sv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slideLayout" Target="../slideLayouts/slideLayout67.xml"/><Relationship Id="rId3" Type="http://schemas.openxmlformats.org/officeDocument/2006/relationships/slideLayout" Target="../slideLayouts/slideLayout68.xml"/><Relationship Id="rId4" Type="http://schemas.openxmlformats.org/officeDocument/2006/relationships/slideLayout" Target="../slideLayouts/slideLayout69.xml"/><Relationship Id="rId5" Type="http://schemas.openxmlformats.org/officeDocument/2006/relationships/slideLayout" Target="../slideLayouts/slideLayout70.xml"/><Relationship Id="rId6" Type="http://schemas.openxmlformats.org/officeDocument/2006/relationships/slideLayout" Target="../slideLayouts/slideLayout71.xml"/><Relationship Id="rId7" Type="http://schemas.openxmlformats.org/officeDocument/2006/relationships/slideLayout" Target="../slideLayouts/slideLayout72.xml"/><Relationship Id="rId8" Type="http://schemas.openxmlformats.org/officeDocument/2006/relationships/slideLayout" Target="../slideLayouts/slideLayout73.xml"/><Relationship Id="rId9" Type="http://schemas.openxmlformats.org/officeDocument/2006/relationships/slideLayout" Target="../slideLayouts/slideLayout74.xml"/><Relationship Id="rId10" Type="http://schemas.openxmlformats.org/officeDocument/2006/relationships/slideLayout" Target="../slideLayouts/slideLayout75.xml"/><Relationship Id="rId11" Type="http://schemas.openxmlformats.org/officeDocument/2006/relationships/slideLayout" Target="../slideLayouts/slideLayout76.xml"/><Relationship Id="rId12" Type="http://schemas.openxmlformats.org/officeDocument/2006/relationships/slideLayout" Target="../slideLayouts/slideLayout77.xml"/><Relationship Id="rId13" Type="http://schemas.openxmlformats.org/officeDocument/2006/relationships/slideLayout" Target="../slideLayouts/slideLayout78.xml"/><Relationship Id="rId14" Type="http://schemas.openxmlformats.org/officeDocument/2006/relationships/slideLayout" Target="../slideLayouts/slideLayout79.xml"/><Relationship Id="rId15" Type="http://schemas.openxmlformats.org/officeDocument/2006/relationships/slideLayout" Target="../slideLayouts/slideLayout80.xml"/><Relationship Id="rId16" Type="http://schemas.openxmlformats.org/officeDocument/2006/relationships/slideLayout" Target="../slideLayouts/slideLayout81.xml"/><Relationship Id="rId17" Type="http://schemas.openxmlformats.org/officeDocument/2006/relationships/slideLayout" Target="../slideLayouts/slideLayout82.xml"/><Relationship Id="rId18" Type="http://schemas.openxmlformats.org/officeDocument/2006/relationships/slideLayout" Target="../slideLayouts/slideLayout83.xml"/><Relationship Id="rId19" Type="http://schemas.openxmlformats.org/officeDocument/2006/relationships/slideLayout" Target="../slideLayouts/slideLayout84.xml"/><Relationship Id="rId20" Type="http://schemas.openxmlformats.org/officeDocument/2006/relationships/slideLayout" Target="../slideLayouts/slideLayout85.xml"/><Relationship Id="rId21" Type="http://schemas.openxmlformats.org/officeDocument/2006/relationships/slideLayout" Target="../slideLayouts/slideLayout86.xml"/><Relationship Id="rId22" Type="http://schemas.openxmlformats.org/officeDocument/2006/relationships/slideLayout" Target="../slideLayouts/slideLayout87.xml"/><Relationship Id="rId23" Type="http://schemas.openxmlformats.org/officeDocument/2006/relationships/slideLayout" Target="../slideLayouts/slideLayout88.xml"/><Relationship Id="rId24" Type="http://schemas.openxmlformats.org/officeDocument/2006/relationships/slideLayout" Target="../slideLayouts/slideLayout89.xml"/><Relationship Id="rId25" Type="http://schemas.openxmlformats.org/officeDocument/2006/relationships/slideLayout" Target="../slideLayouts/slideLayout90.xml"/><Relationship Id="rId26" Type="http://schemas.openxmlformats.org/officeDocument/2006/relationships/slideLayout" Target="../slideLayouts/slideLayout91.xml"/><Relationship Id="rId27" Type="http://schemas.openxmlformats.org/officeDocument/2006/relationships/theme" Target="../theme/theme5.xml"/><Relationship Id="rId28" Type="http://schemas.openxmlformats.org/officeDocument/2006/relationships/image" Target="../media/image8.png"/><Relationship Id="rId29" Type="http://schemas.openxmlformats.org/officeDocument/2006/relationships/image" Target="../media/image9.svg"/><Relationship Id="rId30" Type="http://schemas.openxmlformats.org/officeDocument/2006/relationships/image" Target="../media/image10.png"/><Relationship Id="rId31" Type="http://schemas.openxmlformats.org/officeDocument/2006/relationships/image" Target="../media/image1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BE54E82E-502B-5243-8899-4AA4E37551C2}"/>
              </a:ext>
            </a:extLst>
          </p:cNvPr>
          <p:cNvSpPr>
            <a:spLocks noGrp="1"/>
          </p:cNvSpPr>
          <p:nvPr>
            <p:ph type="title"/>
          </p:nvPr>
        </p:nvSpPr>
        <p:spPr>
          <a:xfrm>
            <a:off x="838200" y="782256"/>
            <a:ext cx="10515600" cy="703137"/>
          </a:xfrm>
          <a:prstGeom prst="rect">
            <a:avLst/>
          </a:prstGeom>
        </p:spPr>
        <p:txBody>
          <a:bodyPr vert="horz" lIns="91440" tIns="45720" rIns="91440" bIns="45720" rtlCol="0" anchor="ctr">
            <a:normAutofit/>
          </a:bodyPr>
          <a:lstStyle/>
          <a:p>
            <a:r>
              <a:rPr lang="en-US" noProof="0"/>
              <a:t>Double tab to add title</a:t>
            </a:r>
          </a:p>
        </p:txBody>
      </p:sp>
      <p:sp>
        <p:nvSpPr>
          <p:cNvPr id="3" name="Tijdelijke aanduiding voor tekst 2">
            <a:extLst>
              <a:ext uri="{FF2B5EF4-FFF2-40B4-BE49-F238E27FC236}">
                <a16:creationId xmlns:a16="http://schemas.microsoft.com/office/drawing/2014/main" id="{5A1A8819-1A5B-234A-A9C4-E1D6F524C7C9}"/>
              </a:ext>
            </a:extLst>
          </p:cNvPr>
          <p:cNvSpPr>
            <a:spLocks noGrp="1"/>
          </p:cNvSpPr>
          <p:nvPr>
            <p:ph type="body" idx="1"/>
          </p:nvPr>
        </p:nvSpPr>
        <p:spPr>
          <a:xfrm>
            <a:off x="838200" y="1620330"/>
            <a:ext cx="10515600" cy="4455414"/>
          </a:xfrm>
          <a:prstGeom prst="rect">
            <a:avLst/>
          </a:prstGeom>
        </p:spPr>
        <p:txBody>
          <a:bodyPr vert="horz" lIns="91440" tIns="45720" rIns="91440" bIns="45720" rtlCol="0">
            <a:normAutofit/>
          </a:bodyPr>
          <a:lstStyle/>
          <a:p>
            <a:pPr lvl="0"/>
            <a:r>
              <a:rPr lang="en-US" noProof="0"/>
              <a:t>Double tab to add title</a:t>
            </a:r>
          </a:p>
          <a:p>
            <a:pPr lvl="1"/>
            <a:r>
              <a:rPr lang="en-US" noProof="0"/>
              <a:t>Second level</a:t>
            </a:r>
          </a:p>
          <a:p>
            <a:pPr lvl="2"/>
            <a:r>
              <a:rPr lang="en-US" noProof="0"/>
              <a:t>Third level</a:t>
            </a:r>
          </a:p>
          <a:p>
            <a:pPr lvl="3"/>
            <a:r>
              <a:rPr lang="en-US" noProof="0"/>
              <a:t>Fourth level</a:t>
            </a:r>
          </a:p>
          <a:p>
            <a:pPr lvl="4"/>
            <a:r>
              <a:rPr lang="en-US" noProof="0"/>
              <a:t>Fifth level</a:t>
            </a:r>
          </a:p>
        </p:txBody>
      </p:sp>
      <p:pic>
        <p:nvPicPr>
          <p:cNvPr id="8" name="Graphic 7">
            <a:extLst>
              <a:ext uri="{FF2B5EF4-FFF2-40B4-BE49-F238E27FC236}">
                <a16:creationId xmlns:a16="http://schemas.microsoft.com/office/drawing/2014/main" id="{69CAF13F-FCA9-BC4B-98D3-C20C377A929A}"/>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11421976" y="328548"/>
            <a:ext cx="492754" cy="622427"/>
          </a:xfrm>
          <a:prstGeom prst="rect">
            <a:avLst/>
          </a:prstGeom>
        </p:spPr>
      </p:pic>
      <p:pic>
        <p:nvPicPr>
          <p:cNvPr id="9" name="Graphic 8">
            <a:extLst>
              <a:ext uri="{FF2B5EF4-FFF2-40B4-BE49-F238E27FC236}">
                <a16:creationId xmlns:a16="http://schemas.microsoft.com/office/drawing/2014/main" id="{636B2EBC-3A69-C540-9003-318EF234BB2E}"/>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1795760" y="5282767"/>
            <a:ext cx="377952" cy="1547801"/>
          </a:xfrm>
          <a:prstGeom prst="rect">
            <a:avLst/>
          </a:prstGeom>
        </p:spPr>
      </p:pic>
      <p:sp>
        <p:nvSpPr>
          <p:cNvPr id="7" name="Rechthoek 6">
            <a:extLst>
              <a:ext uri="{FF2B5EF4-FFF2-40B4-BE49-F238E27FC236}">
                <a16:creationId xmlns:a16="http://schemas.microsoft.com/office/drawing/2014/main" id="{14DD6A20-0222-3B4A-ABFF-E1585F3E292A}"/>
              </a:ext>
            </a:extLst>
          </p:cNvPr>
          <p:cNvSpPr/>
          <p:nvPr/>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6" name="Tijdelijke aanduiding voor dianummer 5">
            <a:extLst>
              <a:ext uri="{FF2B5EF4-FFF2-40B4-BE49-F238E27FC236}">
                <a16:creationId xmlns:a16="http://schemas.microsoft.com/office/drawing/2014/main" id="{635C8825-CED4-A74F-A778-521E93C11B96}"/>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pic>
        <p:nvPicPr>
          <p:cNvPr id="10" name="Graphic 9">
            <a:extLst>
              <a:ext uri="{FF2B5EF4-FFF2-40B4-BE49-F238E27FC236}">
                <a16:creationId xmlns:a16="http://schemas.microsoft.com/office/drawing/2014/main" id="{9AC60EEA-386F-CF46-AD72-4C68EEF43BD4}"/>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11421976" y="328548"/>
            <a:ext cx="492754" cy="622427"/>
          </a:xfrm>
          <a:prstGeom prst="rect">
            <a:avLst/>
          </a:prstGeom>
        </p:spPr>
      </p:pic>
      <p:pic>
        <p:nvPicPr>
          <p:cNvPr id="11" name="Graphic 10">
            <a:extLst>
              <a:ext uri="{FF2B5EF4-FFF2-40B4-BE49-F238E27FC236}">
                <a16:creationId xmlns:a16="http://schemas.microsoft.com/office/drawing/2014/main" id="{8234DDC0-CA63-EB46-A525-461382A5EBED}"/>
              </a:ext>
            </a:extLst>
          </p:cNvPr>
          <p:cNvPicPr>
            <a:picLocks noChangeAspect="1"/>
          </p:cNvPicPr>
          <p:nvPr userDrawn="1"/>
        </p:nvPicPr>
        <p:blipFill>
          <a:blip r:embed="rId19">
            <a:extLst>
              <a:ext uri="{96DAC541-7B7A-43D3-8B79-37D633B846F1}">
                <asvg:svgBlip xmlns:asvg="http://schemas.microsoft.com/office/drawing/2016/SVG/main" r:embed="rId20"/>
              </a:ext>
            </a:extLst>
          </a:blip>
          <a:stretch>
            <a:fillRect/>
          </a:stretch>
        </p:blipFill>
        <p:spPr>
          <a:xfrm>
            <a:off x="11795760" y="5282767"/>
            <a:ext cx="377952" cy="1547801"/>
          </a:xfrm>
          <a:prstGeom prst="rect">
            <a:avLst/>
          </a:prstGeom>
        </p:spPr>
      </p:pic>
      <p:sp>
        <p:nvSpPr>
          <p:cNvPr id="12" name="Rechthoek 11">
            <a:extLst>
              <a:ext uri="{FF2B5EF4-FFF2-40B4-BE49-F238E27FC236}">
                <a16:creationId xmlns:a16="http://schemas.microsoft.com/office/drawing/2014/main" id="{05173645-CD09-AC4A-BC09-0D4D628318EB}"/>
              </a:ext>
            </a:extLst>
          </p:cNvPr>
          <p:cNvSpPr/>
          <p:nvPr userDrawn="1"/>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203932053"/>
      </p:ext>
    </p:extLst>
  </p:cSld>
  <p:clrMap bg1="lt1" tx1="dk1" bg2="lt2" tx2="dk2" accent1="accent1" accent2="accent2" accent3="accent3" accent4="accent4" accent5="accent5" accent6="accent6" hlink="hlink" folHlink="folHlink"/>
  <p:sldLayoutIdLst>
    <p:sldLayoutId id="2147483694" r:id="rId1"/>
    <p:sldLayoutId id="2147483695" r:id="rId2"/>
    <p:sldLayoutId id="2147483710" r:id="rId3"/>
    <p:sldLayoutId id="2147483696" r:id="rId4"/>
    <p:sldLayoutId id="2147483697" r:id="rId5"/>
    <p:sldLayoutId id="2147483698" r:id="rId6"/>
    <p:sldLayoutId id="2147483699" r:id="rId7"/>
    <p:sldLayoutId id="2147483700" r:id="rId8"/>
    <p:sldLayoutId id="2147483743" r:id="rId9"/>
    <p:sldLayoutId id="2147483651" r:id="rId10"/>
    <p:sldLayoutId id="2147483652" r:id="rId11"/>
    <p:sldLayoutId id="2147483653" r:id="rId12"/>
    <p:sldLayoutId id="2147483659" r:id="rId13"/>
    <p:sldLayoutId id="2147483688" r:id="rId14"/>
    <p:sldLayoutId id="2147483690" r:id="rId15"/>
  </p:sldLayoutIdLst>
  <p:hf hdr="0" ftr="0" dt="0"/>
  <p:txStyles>
    <p:titleStyle>
      <a:lvl1pPr algn="l" defTabSz="914400" rtl="0" eaLnBrk="1" latinLnBrk="0" hangingPunct="1">
        <a:lnSpc>
          <a:spcPct val="90000"/>
        </a:lnSpc>
        <a:spcBef>
          <a:spcPct val="0"/>
        </a:spcBef>
        <a:buNone/>
        <a:defRPr sz="3600" b="0"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chemeClr val="bg2"/>
        </a:buClr>
        <a:buFont typeface="Wingdings" pitchFamily="2" charset="2"/>
        <a:buChar char="§"/>
        <a:defRPr sz="2400" kern="1200">
          <a:solidFill>
            <a:schemeClr val="accent6"/>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chemeClr val="bg2"/>
        </a:buClr>
        <a:buFont typeface="Wingdings" pitchFamily="2" charset="2"/>
        <a:buChar char="§"/>
        <a:defRPr sz="2000" kern="1200">
          <a:solidFill>
            <a:schemeClr val="accent6"/>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chemeClr val="bg2"/>
        </a:buClr>
        <a:buFont typeface="Wingdings" pitchFamily="2" charset="2"/>
        <a:buChar char="§"/>
        <a:defRPr sz="1800" kern="1200">
          <a:solidFill>
            <a:schemeClr val="accent6"/>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chemeClr val="bg2"/>
        </a:buClr>
        <a:buFont typeface="Wingdings" pitchFamily="2" charset="2"/>
        <a:buChar char="§"/>
        <a:defRPr sz="1600" kern="1200">
          <a:solidFill>
            <a:schemeClr val="accent6"/>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chemeClr val="bg2"/>
        </a:buClr>
        <a:buFont typeface="Wingdings" pitchFamily="2" charset="2"/>
        <a:buChar char="§"/>
        <a:defRPr sz="1600" kern="1200">
          <a:solidFill>
            <a:schemeClr val="accent6"/>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BE54E82E-502B-5243-8899-4AA4E37551C2}"/>
              </a:ext>
            </a:extLst>
          </p:cNvPr>
          <p:cNvSpPr>
            <a:spLocks noGrp="1"/>
          </p:cNvSpPr>
          <p:nvPr>
            <p:ph type="title"/>
          </p:nvPr>
        </p:nvSpPr>
        <p:spPr>
          <a:xfrm>
            <a:off x="838200" y="782256"/>
            <a:ext cx="10515600" cy="703137"/>
          </a:xfrm>
          <a:prstGeom prst="rect">
            <a:avLst/>
          </a:prstGeom>
        </p:spPr>
        <p:txBody>
          <a:bodyPr vert="horz" lIns="91440" tIns="45720" rIns="91440" bIns="45720" rtlCol="0" anchor="t">
            <a:normAutofit/>
          </a:bodyPr>
          <a:lstStyle/>
          <a:p>
            <a:r>
              <a:rPr lang="en-US" noProof="0"/>
              <a:t>Double tab to add title</a:t>
            </a:r>
          </a:p>
        </p:txBody>
      </p:sp>
      <p:sp>
        <p:nvSpPr>
          <p:cNvPr id="3" name="Tijdelijke aanduiding voor tekst 2">
            <a:extLst>
              <a:ext uri="{FF2B5EF4-FFF2-40B4-BE49-F238E27FC236}">
                <a16:creationId xmlns:a16="http://schemas.microsoft.com/office/drawing/2014/main" id="{5A1A8819-1A5B-234A-A9C4-E1D6F524C7C9}"/>
              </a:ext>
            </a:extLst>
          </p:cNvPr>
          <p:cNvSpPr>
            <a:spLocks noGrp="1"/>
          </p:cNvSpPr>
          <p:nvPr>
            <p:ph type="body" idx="1"/>
          </p:nvPr>
        </p:nvSpPr>
        <p:spPr>
          <a:xfrm>
            <a:off x="838200" y="1631905"/>
            <a:ext cx="10515600" cy="4455414"/>
          </a:xfrm>
          <a:prstGeom prst="rect">
            <a:avLst/>
          </a:prstGeom>
        </p:spPr>
        <p:txBody>
          <a:bodyPr vert="horz" lIns="91440" tIns="45720" rIns="91440" bIns="45720" rtlCol="0">
            <a:normAutofit/>
          </a:body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pic>
        <p:nvPicPr>
          <p:cNvPr id="8" name="Graphic 7">
            <a:extLst>
              <a:ext uri="{FF2B5EF4-FFF2-40B4-BE49-F238E27FC236}">
                <a16:creationId xmlns:a16="http://schemas.microsoft.com/office/drawing/2014/main" id="{69CAF13F-FCA9-BC4B-98D3-C20C377A929A}"/>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11421976" y="328548"/>
            <a:ext cx="492754" cy="622427"/>
          </a:xfrm>
          <a:prstGeom prst="rect">
            <a:avLst/>
          </a:prstGeom>
        </p:spPr>
      </p:pic>
      <p:pic>
        <p:nvPicPr>
          <p:cNvPr id="9" name="Graphic 8">
            <a:extLst>
              <a:ext uri="{FF2B5EF4-FFF2-40B4-BE49-F238E27FC236}">
                <a16:creationId xmlns:a16="http://schemas.microsoft.com/office/drawing/2014/main" id="{636B2EBC-3A69-C540-9003-318EF234BB2E}"/>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11795760" y="5282767"/>
            <a:ext cx="377952" cy="1547801"/>
          </a:xfrm>
          <a:prstGeom prst="rect">
            <a:avLst/>
          </a:prstGeom>
        </p:spPr>
      </p:pic>
      <p:sp>
        <p:nvSpPr>
          <p:cNvPr id="7" name="Rechthoek 6">
            <a:extLst>
              <a:ext uri="{FF2B5EF4-FFF2-40B4-BE49-F238E27FC236}">
                <a16:creationId xmlns:a16="http://schemas.microsoft.com/office/drawing/2014/main" id="{14DD6A20-0222-3B4A-ABFF-E1585F3E292A}"/>
              </a:ext>
            </a:extLst>
          </p:cNvPr>
          <p:cNvSpPr/>
          <p:nvPr userDrawn="1"/>
        </p:nvSpPr>
        <p:spPr>
          <a:xfrm>
            <a:off x="202878" y="6422717"/>
            <a:ext cx="249407" cy="249407"/>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6" name="Tijdelijke aanduiding voor dianummer 5">
            <a:extLst>
              <a:ext uri="{FF2B5EF4-FFF2-40B4-BE49-F238E27FC236}">
                <a16:creationId xmlns:a16="http://schemas.microsoft.com/office/drawing/2014/main" id="{635C8825-CED4-A74F-A778-521E93C11B96}"/>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Tree>
    <p:extLst>
      <p:ext uri="{BB962C8B-B14F-4D97-AF65-F5344CB8AC3E}">
        <p14:creationId xmlns:p14="http://schemas.microsoft.com/office/powerpoint/2010/main" val="1270112436"/>
      </p:ext>
    </p:extLst>
  </p:cSld>
  <p:clrMap bg1="lt1" tx1="dk1" bg2="lt2" tx2="dk2" accent1="accent1" accent2="accent2" accent3="accent3" accent4="accent4" accent5="accent5" accent6="accent6" hlink="hlink" folHlink="folHlink"/>
  <p:sldLayoutIdLst>
    <p:sldLayoutId id="2147483657" r:id="rId1"/>
    <p:sldLayoutId id="2147483709" r:id="rId2"/>
    <p:sldLayoutId id="2147483658" r:id="rId3"/>
    <p:sldLayoutId id="2147483656" r:id="rId4"/>
    <p:sldLayoutId id="2147483687" r:id="rId5"/>
    <p:sldLayoutId id="2147483692" r:id="rId6"/>
    <p:sldLayoutId id="2147483689" r:id="rId7"/>
    <p:sldLayoutId id="2147483691" r:id="rId8"/>
  </p:sldLayoutIdLst>
  <p:hf hdr="0" ftr="0" dt="0"/>
  <p:txStyles>
    <p:titleStyle>
      <a:lvl1pPr algn="l" defTabSz="914400" rtl="0" eaLnBrk="1" latinLnBrk="0" hangingPunct="1">
        <a:lnSpc>
          <a:spcPct val="90000"/>
        </a:lnSpc>
        <a:spcBef>
          <a:spcPct val="0"/>
        </a:spcBef>
        <a:buNone/>
        <a:defRPr sz="3600" b="0" kern="1200">
          <a:solidFill>
            <a:schemeClr val="bg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chemeClr val="bg2"/>
        </a:buClr>
        <a:buFont typeface="Wingdings" pitchFamily="2" charset="2"/>
        <a:buChar char="§"/>
        <a:defRPr sz="24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chemeClr val="bg2"/>
        </a:buClr>
        <a:buFont typeface="Wingdings" pitchFamily="2" charset="2"/>
        <a:buChar char="§"/>
        <a:defRPr sz="20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chemeClr val="bg2"/>
        </a:buClr>
        <a:buFont typeface="Wingdings" pitchFamily="2" charset="2"/>
        <a:buChar char="§"/>
        <a:defRPr sz="18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chemeClr val="bg2"/>
        </a:buClr>
        <a:buFont typeface="Wingdings" pitchFamily="2" charset="2"/>
        <a:buChar char="§"/>
        <a:defRPr sz="16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chemeClr val="bg2"/>
        </a:buClr>
        <a:buFont typeface="Wingdings" pitchFamily="2" charset="2"/>
        <a:buChar char="§"/>
        <a:defRPr sz="16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BE54E82E-502B-5243-8899-4AA4E37551C2}"/>
              </a:ext>
            </a:extLst>
          </p:cNvPr>
          <p:cNvSpPr>
            <a:spLocks noGrp="1"/>
          </p:cNvSpPr>
          <p:nvPr>
            <p:ph type="title"/>
          </p:nvPr>
        </p:nvSpPr>
        <p:spPr>
          <a:xfrm>
            <a:off x="838200" y="782256"/>
            <a:ext cx="10515600" cy="703137"/>
          </a:xfrm>
          <a:prstGeom prst="rect">
            <a:avLst/>
          </a:prstGeom>
        </p:spPr>
        <p:txBody>
          <a:bodyPr vert="horz" lIns="91440" tIns="45720" rIns="91440" bIns="45720" rtlCol="0" anchor="t">
            <a:normAutofit/>
          </a:bodyPr>
          <a:lstStyle/>
          <a:p>
            <a:r>
              <a:rPr lang="en-US" noProof="0"/>
              <a:t>Double tab to add title</a:t>
            </a:r>
          </a:p>
        </p:txBody>
      </p:sp>
      <p:sp>
        <p:nvSpPr>
          <p:cNvPr id="3" name="Tijdelijke aanduiding voor tekst 2">
            <a:extLst>
              <a:ext uri="{FF2B5EF4-FFF2-40B4-BE49-F238E27FC236}">
                <a16:creationId xmlns:a16="http://schemas.microsoft.com/office/drawing/2014/main" id="{5A1A8819-1A5B-234A-A9C4-E1D6F524C7C9}"/>
              </a:ext>
            </a:extLst>
          </p:cNvPr>
          <p:cNvSpPr>
            <a:spLocks noGrp="1"/>
          </p:cNvSpPr>
          <p:nvPr>
            <p:ph type="body" idx="1"/>
          </p:nvPr>
        </p:nvSpPr>
        <p:spPr>
          <a:xfrm>
            <a:off x="838200" y="1631905"/>
            <a:ext cx="10515600" cy="4455414"/>
          </a:xfrm>
          <a:prstGeom prst="rect">
            <a:avLst/>
          </a:prstGeom>
        </p:spPr>
        <p:txBody>
          <a:bodyPr vert="horz" lIns="91440" tIns="45720" rIns="91440" bIns="45720" rtlCol="0">
            <a:normAutofit/>
          </a:body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pic>
        <p:nvPicPr>
          <p:cNvPr id="8" name="Graphic 7">
            <a:extLst>
              <a:ext uri="{FF2B5EF4-FFF2-40B4-BE49-F238E27FC236}">
                <a16:creationId xmlns:a16="http://schemas.microsoft.com/office/drawing/2014/main" id="{69CAF13F-FCA9-BC4B-98D3-C20C377A929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421976" y="328548"/>
            <a:ext cx="492754" cy="622427"/>
          </a:xfrm>
          <a:prstGeom prst="rect">
            <a:avLst/>
          </a:prstGeom>
        </p:spPr>
      </p:pic>
      <p:pic>
        <p:nvPicPr>
          <p:cNvPr id="9" name="Graphic 8">
            <a:extLst>
              <a:ext uri="{FF2B5EF4-FFF2-40B4-BE49-F238E27FC236}">
                <a16:creationId xmlns:a16="http://schemas.microsoft.com/office/drawing/2014/main" id="{636B2EBC-3A69-C540-9003-318EF234BB2E}"/>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795760" y="5282767"/>
            <a:ext cx="377952" cy="1547801"/>
          </a:xfrm>
          <a:prstGeom prst="rect">
            <a:avLst/>
          </a:prstGeom>
        </p:spPr>
      </p:pic>
      <p:sp>
        <p:nvSpPr>
          <p:cNvPr id="7" name="Rechthoek 6">
            <a:extLst>
              <a:ext uri="{FF2B5EF4-FFF2-40B4-BE49-F238E27FC236}">
                <a16:creationId xmlns:a16="http://schemas.microsoft.com/office/drawing/2014/main" id="{14DD6A20-0222-3B4A-ABFF-E1585F3E292A}"/>
              </a:ext>
            </a:extLst>
          </p:cNvPr>
          <p:cNvSpPr/>
          <p:nvPr/>
        </p:nvSpPr>
        <p:spPr>
          <a:xfrm>
            <a:off x="202878" y="6422717"/>
            <a:ext cx="249407" cy="249407"/>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6" name="Tijdelijke aanduiding voor dianummer 5">
            <a:extLst>
              <a:ext uri="{FF2B5EF4-FFF2-40B4-BE49-F238E27FC236}">
                <a16:creationId xmlns:a16="http://schemas.microsoft.com/office/drawing/2014/main" id="{635C8825-CED4-A74F-A778-521E93C11B96}"/>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Tree>
    <p:extLst>
      <p:ext uri="{BB962C8B-B14F-4D97-AF65-F5344CB8AC3E}">
        <p14:creationId xmlns:p14="http://schemas.microsoft.com/office/powerpoint/2010/main" val="3888399135"/>
      </p:ext>
    </p:extLst>
  </p:cSld>
  <p:clrMap bg1="lt1" tx1="dk1" bg2="lt2" tx2="dk2" accent1="accent1" accent2="accent2" accent3="accent3" accent4="accent4" accent5="accent5" accent6="accent6" hlink="hlink" folHlink="folHlink"/>
  <p:sldLayoutIdLst>
    <p:sldLayoutId id="2147483702" r:id="rId1"/>
    <p:sldLayoutId id="2147483703" r:id="rId2"/>
    <p:sldLayoutId id="2147483704" r:id="rId3"/>
    <p:sldLayoutId id="2147483705" r:id="rId4"/>
    <p:sldLayoutId id="2147483706" r:id="rId5"/>
    <p:sldLayoutId id="2147483707" r:id="rId6"/>
    <p:sldLayoutId id="2147483708" r:id="rId7"/>
  </p:sldLayoutIdLst>
  <p:hf hdr="0" ftr="0" dt="0"/>
  <p:txStyles>
    <p:titleStyle>
      <a:lvl1pPr algn="l" defTabSz="914400" rtl="0" eaLnBrk="1" latinLnBrk="0" hangingPunct="1">
        <a:lnSpc>
          <a:spcPct val="90000"/>
        </a:lnSpc>
        <a:spcBef>
          <a:spcPct val="0"/>
        </a:spcBef>
        <a:buNone/>
        <a:defRPr sz="3600" b="0" kern="1200">
          <a:solidFill>
            <a:schemeClr val="bg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chemeClr val="bg2"/>
        </a:buClr>
        <a:buFont typeface="Wingdings" pitchFamily="2" charset="2"/>
        <a:buChar char="§"/>
        <a:defRPr sz="24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chemeClr val="bg2"/>
        </a:buClr>
        <a:buFont typeface="Wingdings" pitchFamily="2" charset="2"/>
        <a:buChar char="§"/>
        <a:defRPr sz="20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chemeClr val="bg2"/>
        </a:buClr>
        <a:buFont typeface="Wingdings" pitchFamily="2" charset="2"/>
        <a:buChar char="§"/>
        <a:defRPr sz="18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chemeClr val="bg2"/>
        </a:buClr>
        <a:buFont typeface="Wingdings" pitchFamily="2" charset="2"/>
        <a:buChar char="§"/>
        <a:defRPr sz="16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chemeClr val="bg2"/>
        </a:buClr>
        <a:buFont typeface="Wingdings" pitchFamily="2" charset="2"/>
        <a:buChar char="§"/>
        <a:defRPr sz="16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2D82317-3E26-114E-0076-4161C3CE17D8}"/>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endParaRPr lang="en-GB"/>
          </a:p>
        </p:txBody>
      </p:sp>
      <p:sp>
        <p:nvSpPr>
          <p:cNvPr id="3" name="Text Placeholder 2">
            <a:extLst>
              <a:ext uri="{FF2B5EF4-FFF2-40B4-BE49-F238E27FC236}">
                <a16:creationId xmlns:a16="http://schemas.microsoft.com/office/drawing/2014/main" id="{D2D985A4-FDE0-6A61-2C3A-62A3699838E1}"/>
              </a:ext>
            </a:extLst>
          </p:cNvPr>
          <p:cNvSpPr>
            <a:spLocks noGrp="1"/>
          </p:cNvSpPr>
          <p:nvPr>
            <p:ph type="body" idx="1"/>
          </p:nvPr>
        </p:nvSpPr>
        <p:spPr>
          <a:xfrm>
            <a:off x="838200" y="1620330"/>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Slide Number Placeholder 5">
            <a:extLst>
              <a:ext uri="{FF2B5EF4-FFF2-40B4-BE49-F238E27FC236}">
                <a16:creationId xmlns:a16="http://schemas.microsoft.com/office/drawing/2014/main" id="{3B19C1C1-FAD7-604E-86EC-BF33B4CEFE57}"/>
              </a:ext>
            </a:extLst>
          </p:cNvPr>
          <p:cNvSpPr>
            <a:spLocks noGrp="1"/>
          </p:cNvSpPr>
          <p:nvPr>
            <p:ph type="sldNum" sz="quarter" idx="4"/>
          </p:nvPr>
        </p:nvSpPr>
        <p:spPr>
          <a:xfrm>
            <a:off x="11628645" y="6387881"/>
            <a:ext cx="418837" cy="365125"/>
          </a:xfrm>
          <a:prstGeom prst="rect">
            <a:avLst/>
          </a:prstGeom>
        </p:spPr>
        <p:txBody>
          <a:bodyPr vert="horz" lIns="91440" tIns="45720" rIns="91440" bIns="45720" rtlCol="0" anchor="ctr"/>
          <a:lstStyle>
            <a:lvl1pPr algn="r">
              <a:defRPr sz="1050">
                <a:solidFill>
                  <a:schemeClr val="tx1"/>
                </a:solidFill>
                <a:latin typeface="Arial" panose="020B0604020202020204" pitchFamily="34" charset="0"/>
                <a:cs typeface="Arial" panose="020B0604020202020204" pitchFamily="34" charset="0"/>
              </a:defRPr>
            </a:lvl1pPr>
          </a:lstStyle>
          <a:p>
            <a:fld id="{1E3508AD-6785-9A40-B664-AC186F99CF3B}" type="slidenum">
              <a:rPr lang="en-GB" smtClean="0"/>
              <a:pPr/>
              <a:t>‹#›</a:t>
            </a:fld>
            <a:endParaRPr lang="en-GB"/>
          </a:p>
        </p:txBody>
      </p:sp>
      <p:pic>
        <p:nvPicPr>
          <p:cNvPr id="11" name="Graphic 10">
            <a:extLst>
              <a:ext uri="{FF2B5EF4-FFF2-40B4-BE49-F238E27FC236}">
                <a16:creationId xmlns:a16="http://schemas.microsoft.com/office/drawing/2014/main" id="{78AD4F7A-28D7-1754-3C25-ACEA15E3F153}"/>
              </a:ext>
            </a:extLst>
          </p:cNvPr>
          <p:cNvPicPr>
            <a:picLocks noChangeAspect="1"/>
          </p:cNvPicPr>
          <p:nvPr userDrawn="1"/>
        </p:nvPicPr>
        <p:blipFill>
          <a:blip r:embed="rId37">
            <a:extLst>
              <a:ext uri="{96DAC541-7B7A-43D3-8B79-37D633B846F1}">
                <asvg:svgBlip xmlns:asvg="http://schemas.microsoft.com/office/drawing/2016/SVG/main" r:embed="rId38"/>
              </a:ext>
            </a:extLst>
          </a:blip>
          <a:stretch>
            <a:fillRect/>
          </a:stretch>
        </p:blipFill>
        <p:spPr>
          <a:xfrm>
            <a:off x="11343640" y="411459"/>
            <a:ext cx="457200" cy="457200"/>
          </a:xfrm>
          <a:prstGeom prst="rect">
            <a:avLst/>
          </a:prstGeom>
        </p:spPr>
      </p:pic>
      <p:sp>
        <p:nvSpPr>
          <p:cNvPr id="12" name="Footer Placeholder 11">
            <a:extLst>
              <a:ext uri="{FF2B5EF4-FFF2-40B4-BE49-F238E27FC236}">
                <a16:creationId xmlns:a16="http://schemas.microsoft.com/office/drawing/2014/main" id="{5D21AF28-CD96-56A4-1BED-B99C7443AB3B}"/>
              </a:ext>
            </a:extLst>
          </p:cNvPr>
          <p:cNvSpPr>
            <a:spLocks noGrp="1"/>
          </p:cNvSpPr>
          <p:nvPr>
            <p:ph type="ftr" sz="quarter" idx="3"/>
          </p:nvPr>
        </p:nvSpPr>
        <p:spPr>
          <a:xfrm>
            <a:off x="7609840" y="6396990"/>
            <a:ext cx="4114800" cy="365125"/>
          </a:xfrm>
          <a:prstGeom prst="rect">
            <a:avLst/>
          </a:prstGeom>
        </p:spPr>
        <p:txBody>
          <a:bodyPr vert="horz" lIns="91440" tIns="45720" rIns="91440" bIns="45720" rtlCol="0" anchor="ctr"/>
          <a:lstStyle>
            <a:lvl1pPr algn="r">
              <a:defRPr sz="1000" b="0" i="0" spc="200" baseline="0">
                <a:solidFill>
                  <a:schemeClr val="tx1">
                    <a:lumMod val="40000"/>
                    <a:lumOff val="60000"/>
                  </a:schemeClr>
                </a:solidFill>
                <a:latin typeface="Arial" panose="020B0604020202020204" pitchFamily="34" charset="0"/>
                <a:cs typeface="Arial" panose="020B0604020202020204" pitchFamily="34" charset="0"/>
              </a:defRPr>
            </a:lvl1pPr>
          </a:lstStyle>
          <a:p>
            <a:r>
              <a:rPr lang="en-GB"/>
              <a:t>SDR HUB OVERVIEW</a:t>
            </a:r>
          </a:p>
        </p:txBody>
      </p:sp>
    </p:spTree>
    <p:extLst>
      <p:ext uri="{BB962C8B-B14F-4D97-AF65-F5344CB8AC3E}">
        <p14:creationId xmlns:p14="http://schemas.microsoft.com/office/powerpoint/2010/main" val="1214850786"/>
      </p:ext>
    </p:extLst>
  </p:cSld>
  <p:clrMap bg1="lt1" tx1="dk1" bg2="lt2" tx2="dk2" accent1="accent1" accent2="accent2" accent3="accent3" accent4="accent4" accent5="accent5" accent6="accent6" hlink="hlink" folHlink="folHlink"/>
  <p:sldLayoutIdLst>
    <p:sldLayoutId id="2147483666" r:id="rId1"/>
    <p:sldLayoutId id="2147483661" r:id="rId2"/>
    <p:sldLayoutId id="2147483662" r:id="rId3"/>
    <p:sldLayoutId id="2147483668" r:id="rId4"/>
    <p:sldLayoutId id="2147483680" r:id="rId5"/>
    <p:sldLayoutId id="2147483663" r:id="rId6"/>
    <p:sldLayoutId id="2147483745" r:id="rId7"/>
    <p:sldLayoutId id="2147483665" r:id="rId8"/>
    <p:sldLayoutId id="2147483670" r:id="rId9"/>
    <p:sldLayoutId id="2147483738" r:id="rId10"/>
    <p:sldLayoutId id="2147483667" r:id="rId11"/>
    <p:sldLayoutId id="2147483739" r:id="rId12"/>
    <p:sldLayoutId id="2147483669" r:id="rId13"/>
    <p:sldLayoutId id="2147483674" r:id="rId14"/>
    <p:sldLayoutId id="2147483741" r:id="rId15"/>
    <p:sldLayoutId id="2147483671" r:id="rId16"/>
    <p:sldLayoutId id="2147483672" r:id="rId17"/>
    <p:sldLayoutId id="2147483673" r:id="rId18"/>
    <p:sldLayoutId id="2147483742" r:id="rId19"/>
    <p:sldLayoutId id="2147483675" r:id="rId20"/>
    <p:sldLayoutId id="2147483649" r:id="rId21"/>
    <p:sldLayoutId id="2147483676" r:id="rId22"/>
    <p:sldLayoutId id="2147483677" r:id="rId23"/>
    <p:sldLayoutId id="2147483660" r:id="rId24"/>
    <p:sldLayoutId id="2147483678" r:id="rId25"/>
    <p:sldLayoutId id="2147483679" r:id="rId26"/>
    <p:sldLayoutId id="2147483664" r:id="rId27"/>
    <p:sldLayoutId id="2147483740" r:id="rId28"/>
    <p:sldLayoutId id="2147483746" r:id="rId29"/>
    <p:sldLayoutId id="2147483682" r:id="rId30"/>
    <p:sldLayoutId id="2147483683" r:id="rId31"/>
    <p:sldLayoutId id="2147483684" r:id="rId32"/>
    <p:sldLayoutId id="2147483685" r:id="rId33"/>
    <p:sldLayoutId id="2147483681" r:id="rId34"/>
    <p:sldLayoutId id="2147483686" r:id="rId35"/>
  </p:sldLayoutIdLst>
  <p:hf hdr="0" dt="0"/>
  <p:txStyles>
    <p:titleStyle>
      <a:lvl1pPr algn="l" defTabSz="914400" rtl="0" eaLnBrk="1" latinLnBrk="0" hangingPunct="1">
        <a:lnSpc>
          <a:spcPct val="90000"/>
        </a:lnSpc>
        <a:spcBef>
          <a:spcPct val="0"/>
        </a:spcBef>
        <a:buNone/>
        <a:defRPr sz="36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SzPct val="80000"/>
        <a:buFontTx/>
        <a:buBlip>
          <a:blip r:embed="rId39">
            <a:extLst>
              <a:ext uri="{96DAC541-7B7A-43D3-8B79-37D633B846F1}">
                <asvg:svgBlip xmlns:asvg="http://schemas.microsoft.com/office/drawing/2016/SVG/main" r:embed="rId40"/>
              </a:ext>
            </a:extLst>
          </a:blip>
        </a:buBlip>
        <a:defRPr sz="2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SzPct val="80000"/>
        <a:buFontTx/>
        <a:buBlip>
          <a:blip r:embed="rId39">
            <a:extLst>
              <a:ext uri="{96DAC541-7B7A-43D3-8B79-37D633B846F1}">
                <asvg:svgBlip xmlns:asvg="http://schemas.microsoft.com/office/drawing/2016/SVG/main" r:embed="rId40"/>
              </a:ext>
            </a:extLst>
          </a:blip>
        </a:buBlip>
        <a:defRPr sz="20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SzPct val="80000"/>
        <a:buFontTx/>
        <a:buBlip>
          <a:blip r:embed="rId39">
            <a:extLst>
              <a:ext uri="{96DAC541-7B7A-43D3-8B79-37D633B846F1}">
                <asvg:svgBlip xmlns:asvg="http://schemas.microsoft.com/office/drawing/2016/SVG/main" r:embed="rId40"/>
              </a:ext>
            </a:extLst>
          </a:blip>
        </a:buBlip>
        <a:defRPr sz="18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SzPct val="80000"/>
        <a:buFontTx/>
        <a:buBlip>
          <a:blip r:embed="rId39">
            <a:extLst>
              <a:ext uri="{96DAC541-7B7A-43D3-8B79-37D633B846F1}">
                <asvg:svgBlip xmlns:asvg="http://schemas.microsoft.com/office/drawing/2016/SVG/main" r:embed="rId40"/>
              </a:ext>
            </a:extLst>
          </a:blip>
        </a:buBlip>
        <a:defRPr sz="16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SzPct val="80000"/>
        <a:buFontTx/>
        <a:buBlip>
          <a:blip r:embed="rId39">
            <a:extLst>
              <a:ext uri="{96DAC541-7B7A-43D3-8B79-37D633B846F1}">
                <asvg:svgBlip xmlns:asvg="http://schemas.microsoft.com/office/drawing/2016/SVG/main" r:embed="rId40"/>
              </a:ext>
            </a:extLst>
          </a:blip>
        </a:buBlip>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2D82317-3E26-114E-0076-4161C3CE17D8}"/>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endParaRPr lang="en-GB"/>
          </a:p>
        </p:txBody>
      </p:sp>
      <p:sp>
        <p:nvSpPr>
          <p:cNvPr id="3" name="Text Placeholder 2">
            <a:extLst>
              <a:ext uri="{FF2B5EF4-FFF2-40B4-BE49-F238E27FC236}">
                <a16:creationId xmlns:a16="http://schemas.microsoft.com/office/drawing/2014/main" id="{D2D985A4-FDE0-6A61-2C3A-62A3699838E1}"/>
              </a:ext>
            </a:extLst>
          </p:cNvPr>
          <p:cNvSpPr>
            <a:spLocks noGrp="1"/>
          </p:cNvSpPr>
          <p:nvPr>
            <p:ph type="body" idx="1"/>
          </p:nvPr>
        </p:nvSpPr>
        <p:spPr>
          <a:xfrm>
            <a:off x="838200" y="1620330"/>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Slide Number Placeholder 5">
            <a:extLst>
              <a:ext uri="{FF2B5EF4-FFF2-40B4-BE49-F238E27FC236}">
                <a16:creationId xmlns:a16="http://schemas.microsoft.com/office/drawing/2014/main" id="{3B19C1C1-FAD7-604E-86EC-BF33B4CEFE57}"/>
              </a:ext>
            </a:extLst>
          </p:cNvPr>
          <p:cNvSpPr>
            <a:spLocks noGrp="1"/>
          </p:cNvSpPr>
          <p:nvPr>
            <p:ph type="sldNum" sz="quarter" idx="4"/>
          </p:nvPr>
        </p:nvSpPr>
        <p:spPr>
          <a:xfrm>
            <a:off x="11628645" y="6387881"/>
            <a:ext cx="418837" cy="365125"/>
          </a:xfrm>
          <a:prstGeom prst="rect">
            <a:avLst/>
          </a:prstGeom>
        </p:spPr>
        <p:txBody>
          <a:bodyPr vert="horz" lIns="91440" tIns="45720" rIns="91440" bIns="45720" rtlCol="0" anchor="ctr"/>
          <a:lstStyle>
            <a:lvl1pPr algn="r">
              <a:defRPr sz="1050">
                <a:solidFill>
                  <a:schemeClr val="tx1"/>
                </a:solidFill>
                <a:latin typeface="Arial" panose="020B0604020202020204" pitchFamily="34" charset="0"/>
                <a:cs typeface="Arial" panose="020B0604020202020204" pitchFamily="34" charset="0"/>
              </a:defRPr>
            </a:lvl1pPr>
          </a:lstStyle>
          <a:p>
            <a:fld id="{1E3508AD-6785-9A40-B664-AC186F99CF3B}" type="slidenum">
              <a:rPr lang="en-GB" smtClean="0"/>
              <a:pPr/>
              <a:t>‹#›</a:t>
            </a:fld>
            <a:endParaRPr lang="en-GB"/>
          </a:p>
        </p:txBody>
      </p:sp>
      <p:pic>
        <p:nvPicPr>
          <p:cNvPr id="11" name="Graphic 10">
            <a:extLst>
              <a:ext uri="{FF2B5EF4-FFF2-40B4-BE49-F238E27FC236}">
                <a16:creationId xmlns:a16="http://schemas.microsoft.com/office/drawing/2014/main" id="{78AD4F7A-28D7-1754-3C25-ACEA15E3F153}"/>
              </a:ext>
            </a:extLst>
          </p:cNvPr>
          <p:cNvPicPr>
            <a:picLocks noChangeAspect="1"/>
          </p:cNvPicPr>
          <p:nvPr userDrawn="1"/>
        </p:nvPicPr>
        <p:blipFill>
          <a:blip r:embed="rId28">
            <a:extLst>
              <a:ext uri="{96DAC541-7B7A-43D3-8B79-37D633B846F1}">
                <asvg:svgBlip xmlns:asvg="http://schemas.microsoft.com/office/drawing/2016/SVG/main" r:embed="rId29"/>
              </a:ext>
            </a:extLst>
          </a:blip>
          <a:stretch>
            <a:fillRect/>
          </a:stretch>
        </p:blipFill>
        <p:spPr>
          <a:xfrm>
            <a:off x="11343640" y="411459"/>
            <a:ext cx="457200" cy="457200"/>
          </a:xfrm>
          <a:prstGeom prst="rect">
            <a:avLst/>
          </a:prstGeom>
        </p:spPr>
      </p:pic>
      <p:sp>
        <p:nvSpPr>
          <p:cNvPr id="12" name="Footer Placeholder 11">
            <a:extLst>
              <a:ext uri="{FF2B5EF4-FFF2-40B4-BE49-F238E27FC236}">
                <a16:creationId xmlns:a16="http://schemas.microsoft.com/office/drawing/2014/main" id="{5D21AF28-CD96-56A4-1BED-B99C7443AB3B}"/>
              </a:ext>
            </a:extLst>
          </p:cNvPr>
          <p:cNvSpPr>
            <a:spLocks noGrp="1"/>
          </p:cNvSpPr>
          <p:nvPr>
            <p:ph type="ftr" sz="quarter" idx="3"/>
          </p:nvPr>
        </p:nvSpPr>
        <p:spPr>
          <a:xfrm>
            <a:off x="7609840" y="6396990"/>
            <a:ext cx="4114800" cy="365125"/>
          </a:xfrm>
          <a:prstGeom prst="rect">
            <a:avLst/>
          </a:prstGeom>
        </p:spPr>
        <p:txBody>
          <a:bodyPr vert="horz" lIns="91440" tIns="45720" rIns="91440" bIns="45720" rtlCol="0" anchor="ctr"/>
          <a:lstStyle>
            <a:lvl1pPr algn="r">
              <a:defRPr sz="1000" b="0" i="0" spc="200" baseline="0">
                <a:solidFill>
                  <a:schemeClr val="tx1">
                    <a:lumMod val="40000"/>
                    <a:lumOff val="60000"/>
                  </a:schemeClr>
                </a:solidFill>
                <a:latin typeface="Arial" panose="020B0604020202020204" pitchFamily="34" charset="0"/>
                <a:cs typeface="Arial" panose="020B0604020202020204" pitchFamily="34" charset="0"/>
              </a:defRPr>
            </a:lvl1pPr>
          </a:lstStyle>
          <a:p>
            <a:r>
              <a:rPr lang="en-GB"/>
              <a:t>SDR HUB OVERVIEW</a:t>
            </a:r>
          </a:p>
        </p:txBody>
      </p:sp>
    </p:spTree>
    <p:extLst>
      <p:ext uri="{BB962C8B-B14F-4D97-AF65-F5344CB8AC3E}">
        <p14:creationId xmlns:p14="http://schemas.microsoft.com/office/powerpoint/2010/main" val="1214850786"/>
      </p:ext>
    </p:extLst>
  </p:cSld>
  <p:clrMap bg1="lt1" tx1="dk1" bg2="lt2" tx2="dk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 id="2147483726" r:id="rId15"/>
    <p:sldLayoutId id="2147483727" r:id="rId16"/>
    <p:sldLayoutId id="2147483728" r:id="rId17"/>
    <p:sldLayoutId id="2147483729" r:id="rId18"/>
    <p:sldLayoutId id="2147483730" r:id="rId19"/>
    <p:sldLayoutId id="2147483731" r:id="rId20"/>
    <p:sldLayoutId id="2147483732" r:id="rId21"/>
    <p:sldLayoutId id="2147483733" r:id="rId22"/>
    <p:sldLayoutId id="2147483734" r:id="rId23"/>
    <p:sldLayoutId id="2147483735" r:id="rId24"/>
    <p:sldLayoutId id="2147483736" r:id="rId25"/>
    <p:sldLayoutId id="2147483737" r:id="rId26"/>
  </p:sldLayoutIdLst>
  <p:hf hdr="0" dt="0"/>
  <p:txStyles>
    <p:titleStyle>
      <a:lvl1pPr algn="l" defTabSz="914400" rtl="0" eaLnBrk="1" latinLnBrk="0" hangingPunct="1">
        <a:lnSpc>
          <a:spcPct val="90000"/>
        </a:lnSpc>
        <a:spcBef>
          <a:spcPct val="0"/>
        </a:spcBef>
        <a:buNone/>
        <a:defRPr sz="36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SzPct val="80000"/>
        <a:buFontTx/>
        <a:buBlip>
          <a:blip r:embed="rId30">
            <a:extLst>
              <a:ext uri="{96DAC541-7B7A-43D3-8B79-37D633B846F1}">
                <asvg:svgBlip xmlns:asvg="http://schemas.microsoft.com/office/drawing/2016/SVG/main" r:embed="rId31"/>
              </a:ext>
            </a:extLst>
          </a:blip>
        </a:buBlip>
        <a:defRPr sz="2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SzPct val="80000"/>
        <a:buFontTx/>
        <a:buBlip>
          <a:blip r:embed="rId30">
            <a:extLst>
              <a:ext uri="{96DAC541-7B7A-43D3-8B79-37D633B846F1}">
                <asvg:svgBlip xmlns:asvg="http://schemas.microsoft.com/office/drawing/2016/SVG/main" r:embed="rId31"/>
              </a:ext>
            </a:extLst>
          </a:blip>
        </a:buBlip>
        <a:defRPr sz="20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SzPct val="80000"/>
        <a:buFontTx/>
        <a:buBlip>
          <a:blip r:embed="rId30">
            <a:extLst>
              <a:ext uri="{96DAC541-7B7A-43D3-8B79-37D633B846F1}">
                <asvg:svgBlip xmlns:asvg="http://schemas.microsoft.com/office/drawing/2016/SVG/main" r:embed="rId31"/>
              </a:ext>
            </a:extLst>
          </a:blip>
        </a:buBlip>
        <a:defRPr sz="18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SzPct val="80000"/>
        <a:buFontTx/>
        <a:buBlip>
          <a:blip r:embed="rId30">
            <a:extLst>
              <a:ext uri="{96DAC541-7B7A-43D3-8B79-37D633B846F1}">
                <asvg:svgBlip xmlns:asvg="http://schemas.microsoft.com/office/drawing/2016/SVG/main" r:embed="rId31"/>
              </a:ext>
            </a:extLst>
          </a:blip>
        </a:buBlip>
        <a:defRPr sz="16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SzPct val="80000"/>
        <a:buFontTx/>
        <a:buBlip>
          <a:blip r:embed="rId30">
            <a:extLst>
              <a:ext uri="{96DAC541-7B7A-43D3-8B79-37D633B846F1}">
                <asvg:svgBlip xmlns:asvg="http://schemas.microsoft.com/office/drawing/2016/SVG/main" r:embed="rId31"/>
              </a:ext>
            </a:extLst>
          </a:blip>
        </a:buBlip>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600">
                <a:solidFill>
                  <a:srgbClr val="0A5455"/>
                </a:solidFill>
                <a:latin typeface="Inter"/>
              </a:rPr>
              <a:t>From Ocean Accounts to Policy Action: Crafting a Policy Brief</a:t>
            </a:r>
          </a:p>
        </p:txBody>
      </p:sp>
      <p:sp>
        <p:nvSpPr>
          <p:cNvPr id="3" name="Subtitle 2"/>
          <p:cNvSpPr>
            <a:spLocks noGrp="1"/>
          </p:cNvSpPr>
          <p:nvPr>
            <p:ph type="subTitle" idx="1"/>
          </p:nvPr>
        </p:nvSpPr>
        <p:spPr/>
        <p:txBody>
          <a:bodyPr/>
          <a:lstStyle/>
          <a:p>
            <a:r>
              <a:rPr sz="1800">
                <a:solidFill>
                  <a:srgbClr val="30302F"/>
                </a:solidFill>
                <a:latin typeface="Inter"/>
              </a:rPr>
              <a:t>Ocean Accounting Clinic Pt.2</a:t>
            </a:r>
          </a:p>
          <a:p>
            <a:r>
              <a:rPr sz="1800">
                <a:solidFill>
                  <a:srgbClr val="30302F"/>
                </a:solidFill>
                <a:latin typeface="Inter"/>
              </a:rPr>
              <a:t>Day 3 -- 1 April 2026</a:t>
            </a:r>
          </a:p>
        </p:txBody>
      </p:sp>
      <p:sp>
        <p:nvSpPr>
          <p:cNvPr id="4" name="Text Placeholder 3"/>
          <p:cNvSpPr>
            <a:spLocks noGrp="1"/>
          </p:cNvSpPr>
          <p:nvPr>
            <p:ph type="body" idx="10" sz="quarter"/>
          </p:nvPr>
        </p:nvSpPr>
        <p:spPr/>
        <p:txBody>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Inter"/>
              </a:rPr>
              <a:t>Slide 1: What you will leave with today</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400" b="0">
                <a:solidFill>
                  <a:srgbClr val="30302F"/>
                </a:solidFill>
                <a:latin typeface="Inter"/>
              </a:rPr>
              <a:t>By the end of this session, you will have two things in hand:</a:t>
            </a:r>
          </a:p>
          <a:p>
            <a:pPr>
              <a:spcBef>
                <a:spcPts val="600"/>
              </a:spcBef>
            </a:pPr>
            <a:r>
              <a:rPr sz="1400" b="0">
                <a:solidFill>
                  <a:srgbClr val="30302F"/>
                </a:solidFill>
                <a:latin typeface="Inter"/>
              </a:rPr>
              <a:t>1. A completed COMPASS Message Box that distils your ocean account results into a clear, audience-ready message</a:t>
            </a:r>
          </a:p>
          <a:p>
            <a:pPr>
              <a:spcBef>
                <a:spcPts val="600"/>
              </a:spcBef>
            </a:pPr>
            <a:r>
              <a:rPr sz="1400" b="0">
                <a:solidFill>
                  <a:srgbClr val="30302F"/>
                </a:solidFill>
                <a:latin typeface="Inter"/>
              </a:rPr>
              <a:t>2. A draft policy brief that translates your account findings into a document a decision-maker can act on</a:t>
            </a:r>
          </a:p>
          <a:p>
            <a:pPr>
              <a:spcBef>
                <a:spcPts val="600"/>
              </a:spcBef>
            </a:pPr>
            <a:r>
              <a:rPr sz="1400" b="0">
                <a:solidFill>
                  <a:srgbClr val="30302F"/>
                </a:solidFill>
                <a:latin typeface="Inter"/>
              </a:rPr>
              <a:t>This is hands-on. You will spend more time writing than listening.</a:t>
            </a:r>
          </a:p>
        </p:txBody>
      </p:sp>
      <p:graphicFrame>
        <p:nvGraphicFramePr>
          <p:cNvPr id="6" name="Table 5"/>
          <p:cNvGraphicFramePr>
            <a:graphicFrameLocks noGrp="1"/>
          </p:cNvGraphicFramePr>
          <p:nvPr/>
        </p:nvGraphicFramePr>
        <p:xfrm>
          <a:off x="731520" y="3200400"/>
          <a:ext cx="10058400" cy="960119"/>
        </p:xfrm>
        <a:graphic>
          <a:graphicData uri="http://schemas.openxmlformats.org/drawingml/2006/table">
            <a:tbl>
              <a:tblPr firstRow="1" bandRow="1">
                <a:tableStyleId>{5C22544A-7EE6-4342-B048-85BDC9FD1C3A}</a:tableStyleId>
              </a:tblPr>
              <a:tblGrid>
                <a:gridCol w="2514600"/>
                <a:gridCol w="2514600"/>
                <a:gridCol w="2514600"/>
                <a:gridCol w="2514600"/>
              </a:tblGrid>
              <a:tr h="320039">
                <a:tc>
                  <a:txBody>
                    <a:bodyPr/>
                    <a:lstStyle/>
                    <a:p>
                      <a:r>
                        <a:rPr sz="1100" b="1">
                          <a:solidFill>
                            <a:srgbClr val="FFFFFF"/>
                          </a:solidFill>
                          <a:latin typeface="Inter"/>
                        </a:rPr>
                        <a:t>Part</a:t>
                      </a:r>
                    </a:p>
                  </a:txBody>
                  <a:tcPr>
                    <a:solidFill>
                      <a:srgbClr val="3B9C7B"/>
                    </a:solidFill>
                  </a:tcPr>
                </a:tc>
                <a:tc>
                  <a:txBody>
                    <a:bodyPr/>
                    <a:lstStyle/>
                    <a:p>
                      <a:r>
                        <a:rPr sz="1100" b="1">
                          <a:solidFill>
                            <a:srgbClr val="FFFFFF"/>
                          </a:solidFill>
                          <a:latin typeface="Inter"/>
                        </a:rPr>
                        <a:t>Time</a:t>
                      </a:r>
                    </a:p>
                  </a:txBody>
                  <a:tcPr>
                    <a:solidFill>
                      <a:srgbClr val="3B9C7B"/>
                    </a:solidFill>
                  </a:tcPr>
                </a:tc>
                <a:tc>
                  <a:txBody>
                    <a:bodyPr/>
                    <a:lstStyle/>
                    <a:p>
                      <a:r>
                        <a:rPr sz="1100" b="1">
                          <a:solidFill>
                            <a:srgbClr val="FFFFFF"/>
                          </a:solidFill>
                          <a:latin typeface="Inter"/>
                        </a:rPr>
                        <a:t>Tool</a:t>
                      </a:r>
                    </a:p>
                  </a:txBody>
                  <a:tcPr>
                    <a:solidFill>
                      <a:srgbClr val="3B9C7B"/>
                    </a:solidFill>
                  </a:tcPr>
                </a:tc>
                <a:tc>
                  <a:txBody>
                    <a:bodyPr/>
                    <a:lstStyle/>
                    <a:p>
                      <a:r>
                        <a:rPr sz="1100" b="1">
                          <a:solidFill>
                            <a:srgbClr val="FFFFFF"/>
                          </a:solidFill>
                          <a:latin typeface="Inter"/>
                        </a:rPr>
                        <a:t>Output</a:t>
                      </a:r>
                    </a:p>
                  </a:txBody>
                  <a:tcPr>
                    <a:solidFill>
                      <a:srgbClr val="3B9C7B"/>
                    </a:solidFill>
                  </a:tcPr>
                </a:tc>
              </a:tr>
              <a:tr h="320039">
                <a:tc>
                  <a:txBody>
                    <a:bodyPr/>
                    <a:lstStyle/>
                    <a:p>
                      <a:r>
                        <a:rPr sz="1000">
                          <a:solidFill>
                            <a:srgbClr val="30302F"/>
                          </a:solidFill>
                          <a:latin typeface="Inter"/>
                        </a:rPr>
                        <a:t>Part 1</a:t>
                      </a:r>
                    </a:p>
                  </a:txBody>
                  <a:tcPr/>
                </a:tc>
                <a:tc>
                  <a:txBody>
                    <a:bodyPr/>
                    <a:lstStyle/>
                    <a:p>
                      <a:r>
                        <a:rPr sz="1000">
                          <a:solidFill>
                            <a:srgbClr val="30302F"/>
                          </a:solidFill>
                          <a:latin typeface="Inter"/>
                        </a:rPr>
                        <a:t>09:10-10:30</a:t>
                      </a:r>
                    </a:p>
                  </a:txBody>
                  <a:tcPr/>
                </a:tc>
                <a:tc>
                  <a:txBody>
                    <a:bodyPr/>
                    <a:lstStyle/>
                    <a:p>
                      <a:r>
                        <a:rPr sz="1000">
                          <a:solidFill>
                            <a:srgbClr val="30302F"/>
                          </a:solidFill>
                          <a:latin typeface="Inter"/>
                        </a:rPr>
                        <a:t>COMPASS Message Box</a:t>
                      </a:r>
                    </a:p>
                  </a:txBody>
                  <a:tcPr/>
                </a:tc>
                <a:tc>
                  <a:txBody>
                    <a:bodyPr/>
                    <a:lstStyle/>
                    <a:p>
                      <a:r>
                        <a:rPr sz="1000">
                          <a:solidFill>
                            <a:srgbClr val="30302F"/>
                          </a:solidFill>
                          <a:latin typeface="Inter"/>
                        </a:rPr>
                        <a:t>Your "elevator pitch" for ocean accounts</a:t>
                      </a:r>
                    </a:p>
                  </a:txBody>
                  <a:tcPr/>
                </a:tc>
              </a:tr>
              <a:tr h="320041">
                <a:tc>
                  <a:txBody>
                    <a:bodyPr/>
                    <a:lstStyle/>
                    <a:p>
                      <a:r>
                        <a:rPr sz="1000">
                          <a:solidFill>
                            <a:srgbClr val="30302F"/>
                          </a:solidFill>
                          <a:latin typeface="Inter"/>
                        </a:rPr>
                        <a:t>Part 2</a:t>
                      </a:r>
                    </a:p>
                  </a:txBody>
                  <a:tcPr/>
                </a:tc>
                <a:tc>
                  <a:txBody>
                    <a:bodyPr/>
                    <a:lstStyle/>
                    <a:p>
                      <a:r>
                        <a:rPr sz="1000">
                          <a:solidFill>
                            <a:srgbClr val="30302F"/>
                          </a:solidFill>
                          <a:latin typeface="Inter"/>
                        </a:rPr>
                        <a:t>10:45-12:00</a:t>
                      </a:r>
                    </a:p>
                  </a:txBody>
                  <a:tcPr/>
                </a:tc>
                <a:tc>
                  <a:txBody>
                    <a:bodyPr/>
                    <a:lstStyle/>
                    <a:p>
                      <a:r>
                        <a:rPr sz="1000">
                          <a:solidFill>
                            <a:srgbClr val="30302F"/>
                          </a:solidFill>
                          <a:latin typeface="Inter"/>
                        </a:rPr>
                        <a:t>Policy brief template</a:t>
                      </a:r>
                    </a:p>
                  </a:txBody>
                  <a:tcPr/>
                </a:tc>
                <a:tc>
                  <a:txBody>
                    <a:bodyPr/>
                    <a:lstStyle/>
                    <a:p>
                      <a:r>
                        <a:rPr sz="1000">
                          <a:solidFill>
                            <a:srgbClr val="30302F"/>
                          </a:solidFill>
                          <a:latin typeface="Inter"/>
                        </a:rPr>
                        <a:t>A 2-4 page draft brief</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Inter"/>
              </a:rPr>
              <a:t>Slide 2: The science-policy gap</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400" b="0">
                <a:solidFill>
                  <a:srgbClr val="30302F"/>
                </a:solidFill>
                <a:latin typeface="Inter"/>
              </a:rPr>
              <a:t>Scientists and policymakers think about information in opposite order.</a:t>
            </a:r>
          </a:p>
          <a:p>
            <a:pPr>
              <a:spcBef>
                <a:spcPts val="600"/>
              </a:spcBef>
            </a:pPr>
            <a:r>
              <a:rPr sz="1400" b="0">
                <a:solidFill>
                  <a:srgbClr val="30302F"/>
                </a:solidFill>
                <a:latin typeface="Inter"/>
              </a:rPr>
              <a:t>How scientists present:</a:t>
            </a:r>
          </a:p>
          <a:p>
            <a:pPr>
              <a:spcBef>
                <a:spcPts val="600"/>
              </a:spcBef>
            </a:pPr>
            <a:r>
              <a:rPr sz="1400" b="0">
                <a:solidFill>
                  <a:srgbClr val="30302F"/>
                </a:solidFill>
                <a:latin typeface="Inter"/>
              </a:rPr>
              <a:t>1. Background and literature</a:t>
            </a:r>
          </a:p>
          <a:p>
            <a:pPr>
              <a:spcBef>
                <a:spcPts val="600"/>
              </a:spcBef>
            </a:pPr>
            <a:r>
              <a:rPr sz="1400" b="0">
                <a:solidFill>
                  <a:srgbClr val="30302F"/>
                </a:solidFill>
                <a:latin typeface="Inter"/>
              </a:rPr>
              <a:t>2. Methods</a:t>
            </a:r>
          </a:p>
          <a:p>
            <a:pPr>
              <a:spcBef>
                <a:spcPts val="600"/>
              </a:spcBef>
            </a:pPr>
            <a:r>
              <a:rPr sz="1400" b="0">
                <a:solidFill>
                  <a:srgbClr val="30302F"/>
                </a:solidFill>
                <a:latin typeface="Inter"/>
              </a:rPr>
              <a:t>3. Results</a:t>
            </a:r>
          </a:p>
          <a:p>
            <a:pPr>
              <a:spcBef>
                <a:spcPts val="600"/>
              </a:spcBef>
            </a:pPr>
            <a:r>
              <a:rPr sz="1400" b="0">
                <a:solidFill>
                  <a:srgbClr val="30302F"/>
                </a:solidFill>
                <a:latin typeface="Inter"/>
              </a:rPr>
              <a:t>4. Conclusions</a:t>
            </a:r>
          </a:p>
          <a:p>
            <a:pPr>
              <a:spcBef>
                <a:spcPts val="600"/>
              </a:spcBef>
            </a:pPr>
            <a:r>
              <a:rPr sz="1400" b="0">
                <a:solidFill>
                  <a:srgbClr val="30302F"/>
                </a:solidFill>
                <a:latin typeface="Inter"/>
              </a:rPr>
              <a:t>What policymakers want:</a:t>
            </a:r>
          </a:p>
          <a:p>
            <a:pPr>
              <a:spcBef>
                <a:spcPts val="600"/>
              </a:spcBef>
            </a:pPr>
            <a:r>
              <a:rPr sz="1400" b="0">
                <a:solidFill>
                  <a:srgbClr val="30302F"/>
                </a:solidFill>
                <a:latin typeface="Inter"/>
              </a:rPr>
              <a:t>1. Results -- what did you find?</a:t>
            </a:r>
          </a:p>
          <a:p>
            <a:pPr>
              <a:spcBef>
                <a:spcPts val="600"/>
              </a:spcBef>
            </a:pPr>
            <a:r>
              <a:rPr sz="1400" b="0">
                <a:solidFill>
                  <a:srgbClr val="30302F"/>
                </a:solidFill>
                <a:latin typeface="Inter"/>
              </a:rPr>
              <a:t>2. So what -- why does it matter for my decisions?</a:t>
            </a:r>
          </a:p>
          <a:p>
            <a:pPr>
              <a:spcBef>
                <a:spcPts val="600"/>
              </a:spcBef>
            </a:pPr>
            <a:r>
              <a:rPr sz="1400" b="0">
                <a:solidFill>
                  <a:srgbClr val="30302F"/>
                </a:solidFill>
                <a:latin typeface="Inter"/>
              </a:rPr>
              <a:t>3. Background -- only if I need more detail</a:t>
            </a:r>
          </a:p>
          <a:p>
            <a:pPr>
              <a:spcBef>
                <a:spcPts val="600"/>
              </a:spcBef>
            </a:pPr>
            <a:r>
              <a:rPr sz="1400" b="0">
                <a:solidFill>
                  <a:srgbClr val="30302F"/>
                </a:solidFill>
                <a:latin typeface="Inter"/>
              </a:rPr>
              <a:t>(Adapted from Baron, 2010. Escape from the Ivory Tower: A Guide to Making Your Science Matter.)</a:t>
            </a:r>
          </a:p>
          <a:p>
            <a:pPr>
              <a:spcBef>
                <a:spcPts val="600"/>
              </a:spcBef>
            </a:pPr>
            <a:r>
              <a:rPr sz="1400" b="0">
                <a:solidFill>
                  <a:srgbClr val="30302F"/>
                </a:solidFill>
                <a:latin typeface="Inter"/>
              </a:rPr>
              <a:t>The challenge is not that your research is irrelevant. The challenge is that the way scientists are trained to communicate puts the most important information last. Policy briefs fix this by leading with findings and implications.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Inter"/>
              </a:rPr>
              <a:t>Slide 3: Science is one input among many</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400" b="0">
                <a:solidFill>
                  <a:srgbClr val="30302F"/>
                </a:solidFill>
                <a:latin typeface="Inter"/>
              </a:rPr>
              <a:t>Policy decisions are shaped by six elements, not just evidence (Cairney and Heikkila, 2014):</a:t>
            </a:r>
          </a:p>
          <a:p>
            <a:pPr>
              <a:spcBef>
                <a:spcPts val="600"/>
              </a:spcBef>
            </a:pPr>
            <a:r>
              <a:rPr sz="1400" b="0">
                <a:solidFill>
                  <a:srgbClr val="30302F"/>
                </a:solidFill>
                <a:latin typeface="Inter"/>
              </a:rPr>
              <a:t>Your ocean account results enter this system as evidence. A good policy brief positions your evidence within the elements your audience cares about.</a:t>
            </a:r>
          </a:p>
          <a:p>
            <a:pPr>
              <a:spcBef>
                <a:spcPts val="600"/>
              </a:spcBef>
            </a:pPr>
            <a:r>
              <a:rPr sz="1400" b="0">
                <a:solidFill>
                  <a:srgbClr val="30302F"/>
                </a:solidFill>
                <a:latin typeface="Inter"/>
              </a:rPr>
              <a:t>(Evans and Cvitanovic, 2018)</a:t>
            </a:r>
          </a:p>
        </p:txBody>
      </p:sp>
      <p:graphicFrame>
        <p:nvGraphicFramePr>
          <p:cNvPr id="6" name="Table 5"/>
          <p:cNvGraphicFramePr>
            <a:graphicFrameLocks noGrp="1"/>
          </p:cNvGraphicFramePr>
          <p:nvPr/>
        </p:nvGraphicFramePr>
        <p:xfrm>
          <a:off x="731520" y="3200400"/>
          <a:ext cx="10058400" cy="2240279"/>
        </p:xfrm>
        <a:graphic>
          <a:graphicData uri="http://schemas.openxmlformats.org/drawingml/2006/table">
            <a:tbl>
              <a:tblPr firstRow="1" bandRow="1">
                <a:tableStyleId>{5C22544A-7EE6-4342-B048-85BDC9FD1C3A}</a:tableStyleId>
              </a:tblPr>
              <a:tblGrid>
                <a:gridCol w="3352800"/>
                <a:gridCol w="3352800"/>
                <a:gridCol w="3352800"/>
              </a:tblGrid>
              <a:tr h="320039">
                <a:tc>
                  <a:txBody>
                    <a:bodyPr/>
                    <a:lstStyle/>
                    <a:p>
                      <a:r>
                        <a:rPr sz="1100" b="1">
                          <a:solidFill>
                            <a:srgbClr val="FFFFFF"/>
                          </a:solidFill>
                          <a:latin typeface="Inter"/>
                        </a:rPr>
                        <a:t>Element</a:t>
                      </a:r>
                    </a:p>
                  </a:txBody>
                  <a:tcPr>
                    <a:solidFill>
                      <a:srgbClr val="3B9C7B"/>
                    </a:solidFill>
                  </a:tcPr>
                </a:tc>
                <a:tc>
                  <a:txBody>
                    <a:bodyPr/>
                    <a:lstStyle/>
                    <a:p>
                      <a:r>
                        <a:rPr sz="1100" b="1">
                          <a:solidFill>
                            <a:srgbClr val="FFFFFF"/>
                          </a:solidFill>
                          <a:latin typeface="Inter"/>
                        </a:rPr>
                        <a:t>What it means</a:t>
                      </a:r>
                    </a:p>
                  </a:txBody>
                  <a:tcPr>
                    <a:solidFill>
                      <a:srgbClr val="3B9C7B"/>
                    </a:solidFill>
                  </a:tcPr>
                </a:tc>
                <a:tc>
                  <a:txBody>
                    <a:bodyPr/>
                    <a:lstStyle/>
                    <a:p>
                      <a:r>
                        <a:rPr sz="1100" b="1">
                          <a:solidFill>
                            <a:srgbClr val="FFFFFF"/>
                          </a:solidFill>
                          <a:latin typeface="Inter"/>
                        </a:rPr>
                        <a:t>Example</a:t>
                      </a:r>
                    </a:p>
                  </a:txBody>
                  <a:tcPr>
                    <a:solidFill>
                      <a:srgbClr val="3B9C7B"/>
                    </a:solidFill>
                  </a:tcPr>
                </a:tc>
              </a:tr>
              <a:tr h="320039">
                <a:tc>
                  <a:txBody>
                    <a:bodyPr/>
                    <a:lstStyle/>
                    <a:p>
                      <a:r>
                        <a:rPr sz="1000">
                          <a:solidFill>
                            <a:srgbClr val="30302F"/>
                          </a:solidFill>
                          <a:latin typeface="Inter"/>
                        </a:rPr>
                        <a:t>Policy actors</a:t>
                      </a:r>
                    </a:p>
                  </a:txBody>
                  <a:tcPr/>
                </a:tc>
                <a:tc>
                  <a:txBody>
                    <a:bodyPr/>
                    <a:lstStyle/>
                    <a:p>
                      <a:r>
                        <a:rPr sz="1000">
                          <a:solidFill>
                            <a:srgbClr val="30302F"/>
                          </a:solidFill>
                          <a:latin typeface="Inter"/>
                        </a:rPr>
                        <a:t>People and organizations involved in the process</a:t>
                      </a:r>
                    </a:p>
                  </a:txBody>
                  <a:tcPr/>
                </a:tc>
                <a:tc>
                  <a:txBody>
                    <a:bodyPr/>
                    <a:lstStyle/>
                    <a:p>
                      <a:r>
                        <a:rPr sz="1000">
                          <a:solidFill>
                            <a:srgbClr val="30302F"/>
                          </a:solidFill>
                          <a:latin typeface="Inter"/>
                        </a:rPr>
                        <a:t>Ministry of Environment, fishing cooperatives, tourism boards</a:t>
                      </a:r>
                    </a:p>
                  </a:txBody>
                  <a:tcPr/>
                </a:tc>
              </a:tr>
              <a:tr h="320039">
                <a:tc>
                  <a:txBody>
                    <a:bodyPr/>
                    <a:lstStyle/>
                    <a:p>
                      <a:r>
                        <a:rPr sz="1000">
                          <a:solidFill>
                            <a:srgbClr val="30302F"/>
                          </a:solidFill>
                          <a:latin typeface="Inter"/>
                        </a:rPr>
                        <a:t>Networks</a:t>
                      </a:r>
                    </a:p>
                  </a:txBody>
                  <a:tcPr/>
                </a:tc>
                <a:tc>
                  <a:txBody>
                    <a:bodyPr/>
                    <a:lstStyle/>
                    <a:p>
                      <a:r>
                        <a:rPr sz="1000">
                          <a:solidFill>
                            <a:srgbClr val="30302F"/>
                          </a:solidFill>
                          <a:latin typeface="Inter"/>
                        </a:rPr>
                        <a:t>Relationships between actors</a:t>
                      </a:r>
                    </a:p>
                  </a:txBody>
                  <a:tcPr/>
                </a:tc>
                <a:tc>
                  <a:txBody>
                    <a:bodyPr/>
                    <a:lstStyle/>
                    <a:p>
                      <a:r>
                        <a:rPr sz="1000">
                          <a:solidFill>
                            <a:srgbClr val="30302F"/>
                          </a:solidFill>
                          <a:latin typeface="Inter"/>
                        </a:rPr>
                        <a:t>Regional fisheries management organizations, GOAP community</a:t>
                      </a:r>
                    </a:p>
                  </a:txBody>
                  <a:tcPr/>
                </a:tc>
              </a:tr>
              <a:tr h="320039">
                <a:tc>
                  <a:txBody>
                    <a:bodyPr/>
                    <a:lstStyle/>
                    <a:p>
                      <a:r>
                        <a:rPr sz="1000">
                          <a:solidFill>
                            <a:srgbClr val="30302F"/>
                          </a:solidFill>
                          <a:latin typeface="Inter"/>
                        </a:rPr>
                        <a:t>Institutions</a:t>
                      </a:r>
                    </a:p>
                  </a:txBody>
                  <a:tcPr/>
                </a:tc>
                <a:tc>
                  <a:txBody>
                    <a:bodyPr/>
                    <a:lstStyle/>
                    <a:p>
                      <a:r>
                        <a:rPr sz="1000">
                          <a:solidFill>
                            <a:srgbClr val="30302F"/>
                          </a:solidFill>
                          <a:latin typeface="Inter"/>
                        </a:rPr>
                        <a:t>Rules, norms, and traditions</a:t>
                      </a:r>
                    </a:p>
                  </a:txBody>
                  <a:tcPr/>
                </a:tc>
                <a:tc>
                  <a:txBody>
                    <a:bodyPr/>
                    <a:lstStyle/>
                    <a:p>
                      <a:r>
                        <a:rPr sz="1000">
                          <a:solidFill>
                            <a:srgbClr val="30302F"/>
                          </a:solidFill>
                          <a:latin typeface="Inter"/>
                        </a:rPr>
                        <a:t>National accounting standards, SEEA framework, budget cycles</a:t>
                      </a:r>
                    </a:p>
                  </a:txBody>
                  <a:tcPr/>
                </a:tc>
              </a:tr>
              <a:tr h="320039">
                <a:tc>
                  <a:txBody>
                    <a:bodyPr/>
                    <a:lstStyle/>
                    <a:p>
                      <a:r>
                        <a:rPr sz="1000">
                          <a:solidFill>
                            <a:srgbClr val="30302F"/>
                          </a:solidFill>
                          <a:latin typeface="Inter"/>
                        </a:rPr>
                        <a:t>Ideas</a:t>
                      </a:r>
                    </a:p>
                  </a:txBody>
                  <a:tcPr/>
                </a:tc>
                <a:tc>
                  <a:txBody>
                    <a:bodyPr/>
                    <a:lstStyle/>
                    <a:p>
                      <a:r>
                        <a:rPr sz="1000">
                          <a:solidFill>
                            <a:srgbClr val="30302F"/>
                          </a:solidFill>
                          <a:latin typeface="Inter"/>
                        </a:rPr>
                        <a:t>Beliefs and worldviews</a:t>
                      </a:r>
                    </a:p>
                  </a:txBody>
                  <a:tcPr/>
                </a:tc>
                <a:tc>
                  <a:txBody>
                    <a:bodyPr/>
                    <a:lstStyle/>
                    <a:p>
                      <a:r>
                        <a:rPr sz="1000">
                          <a:solidFill>
                            <a:srgbClr val="30302F"/>
                          </a:solidFill>
                          <a:latin typeface="Inter"/>
                        </a:rPr>
                        <a:t>"Blue economy" framing, sustainability vs growth priorities</a:t>
                      </a:r>
                    </a:p>
                  </a:txBody>
                  <a:tcPr/>
                </a:tc>
              </a:tr>
              <a:tr h="320039">
                <a:tc>
                  <a:txBody>
                    <a:bodyPr/>
                    <a:lstStyle/>
                    <a:p>
                      <a:r>
                        <a:rPr sz="1000">
                          <a:solidFill>
                            <a:srgbClr val="30302F"/>
                          </a:solidFill>
                          <a:latin typeface="Inter"/>
                        </a:rPr>
                        <a:t>Events</a:t>
                      </a:r>
                    </a:p>
                  </a:txBody>
                  <a:tcPr/>
                </a:tc>
                <a:tc>
                  <a:txBody>
                    <a:bodyPr/>
                    <a:lstStyle/>
                    <a:p>
                      <a:r>
                        <a:rPr sz="1000">
                          <a:solidFill>
                            <a:srgbClr val="30302F"/>
                          </a:solidFill>
                          <a:latin typeface="Inter"/>
                        </a:rPr>
                        <a:t>Shocks that open policy windows</a:t>
                      </a:r>
                    </a:p>
                  </a:txBody>
                  <a:tcPr/>
                </a:tc>
                <a:tc>
                  <a:txBody>
                    <a:bodyPr/>
                    <a:lstStyle/>
                    <a:p>
                      <a:r>
                        <a:rPr sz="1000">
                          <a:solidFill>
                            <a:srgbClr val="30302F"/>
                          </a:solidFill>
                          <a:latin typeface="Inter"/>
                        </a:rPr>
                        <a:t>Coral bleaching event, oil spill, new government, UNOC3</a:t>
                      </a:r>
                    </a:p>
                  </a:txBody>
                  <a:tcPr/>
                </a:tc>
              </a:tr>
              <a:tr h="320045">
                <a:tc>
                  <a:txBody>
                    <a:bodyPr/>
                    <a:lstStyle/>
                    <a:p>
                      <a:r>
                        <a:rPr sz="1000">
                          <a:solidFill>
                            <a:srgbClr val="30302F"/>
                          </a:solidFill>
                          <a:latin typeface="Inter"/>
                        </a:rPr>
                        <a:t>Socioeconomic context</a:t>
                      </a:r>
                    </a:p>
                  </a:txBody>
                  <a:tcPr/>
                </a:tc>
                <a:tc>
                  <a:txBody>
                    <a:bodyPr/>
                    <a:lstStyle/>
                    <a:p>
                      <a:r>
                        <a:rPr sz="1000">
                          <a:solidFill>
                            <a:srgbClr val="30302F"/>
                          </a:solidFill>
                          <a:latin typeface="Inter"/>
                        </a:rPr>
                        <a:t>Economic conditions, demographics</a:t>
                      </a:r>
                    </a:p>
                  </a:txBody>
                  <a:tcPr/>
                </a:tc>
                <a:tc>
                  <a:txBody>
                    <a:bodyPr/>
                    <a:lstStyle/>
                    <a:p>
                      <a:r>
                        <a:rPr sz="1000">
                          <a:solidFill>
                            <a:srgbClr val="30302F"/>
                          </a:solidFill>
                          <a:latin typeface="Inter"/>
                        </a:rPr>
                        <a:t>Coastal poverty rates, tourism dependency, climate exposure</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Inter"/>
              </a:rPr>
              <a:t>Slide 4: Know your audience</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400" b="0">
                <a:solidFill>
                  <a:srgbClr val="30302F"/>
                </a:solidFill>
                <a:latin typeface="Inter"/>
              </a:rPr>
              <a:t>Different audiences ask different questions about the same information.</a:t>
            </a:r>
          </a:p>
          <a:p>
            <a:pPr>
              <a:spcBef>
                <a:spcPts val="600"/>
              </a:spcBef>
            </a:pPr>
            <a:r>
              <a:rPr sz="1400" b="0">
                <a:solidFill>
                  <a:srgbClr val="30302F"/>
                </a:solidFill>
                <a:latin typeface="Inter"/>
              </a:rPr>
              <a:t>(Baron, 2010)</a:t>
            </a:r>
          </a:p>
          <a:p>
            <a:pPr>
              <a:spcBef>
                <a:spcPts val="600"/>
              </a:spcBef>
            </a:pPr>
            <a:r>
              <a:rPr sz="1400" b="0">
                <a:solidFill>
                  <a:srgbClr val="30302F"/>
                </a:solidFill>
                <a:latin typeface="Inter"/>
              </a:rPr>
              <a:t>Before you write anything, name a specific person or office as your reader. "Policymakers" is too vague. Try: "The Director of Fisheries in my country" or "The NBSAP focal point at our Ministry of Environment."</a:t>
            </a:r>
          </a:p>
        </p:txBody>
      </p:sp>
      <p:graphicFrame>
        <p:nvGraphicFramePr>
          <p:cNvPr id="6" name="Table 5"/>
          <p:cNvGraphicFramePr>
            <a:graphicFrameLocks noGrp="1"/>
          </p:cNvGraphicFramePr>
          <p:nvPr/>
        </p:nvGraphicFramePr>
        <p:xfrm>
          <a:off x="731520" y="3200400"/>
          <a:ext cx="10058400" cy="2560320"/>
        </p:xfrm>
        <a:graphic>
          <a:graphicData uri="http://schemas.openxmlformats.org/drawingml/2006/table">
            <a:tbl>
              <a:tblPr firstRow="1" bandRow="1">
                <a:tableStyleId>{5C22544A-7EE6-4342-B048-85BDC9FD1C3A}</a:tableStyleId>
              </a:tblPr>
              <a:tblGrid>
                <a:gridCol w="5029200"/>
                <a:gridCol w="5029200"/>
              </a:tblGrid>
              <a:tr h="320040">
                <a:tc>
                  <a:txBody>
                    <a:bodyPr/>
                    <a:lstStyle/>
                    <a:p>
                      <a:r>
                        <a:rPr sz="1100" b="1">
                          <a:solidFill>
                            <a:srgbClr val="FFFFFF"/>
                          </a:solidFill>
                          <a:latin typeface="Inter"/>
                        </a:rPr>
                        <a:t>Audience</a:t>
                      </a:r>
                    </a:p>
                  </a:txBody>
                  <a:tcPr>
                    <a:solidFill>
                      <a:srgbClr val="3B9C7B"/>
                    </a:solidFill>
                  </a:tcPr>
                </a:tc>
                <a:tc>
                  <a:txBody>
                    <a:bodyPr/>
                    <a:lstStyle/>
                    <a:p>
                      <a:r>
                        <a:rPr sz="1100" b="1">
                          <a:solidFill>
                            <a:srgbClr val="FFFFFF"/>
                          </a:solidFill>
                          <a:latin typeface="Inter"/>
                        </a:rPr>
                        <a:t>What they ask</a:t>
                      </a:r>
                    </a:p>
                  </a:txBody>
                  <a:tcPr>
                    <a:solidFill>
                      <a:srgbClr val="3B9C7B"/>
                    </a:solidFill>
                  </a:tcPr>
                </a:tc>
              </a:tr>
              <a:tr h="320040">
                <a:tc>
                  <a:txBody>
                    <a:bodyPr/>
                    <a:lstStyle/>
                    <a:p>
                      <a:r>
                        <a:rPr sz="1000">
                          <a:solidFill>
                            <a:srgbClr val="30302F"/>
                          </a:solidFill>
                          <a:latin typeface="Inter"/>
                        </a:rPr>
                        <a:t>Policymakers</a:t>
                      </a:r>
                    </a:p>
                  </a:txBody>
                  <a:tcPr/>
                </a:tc>
                <a:tc>
                  <a:txBody>
                    <a:bodyPr/>
                    <a:lstStyle/>
                    <a:p>
                      <a:r>
                        <a:rPr sz="1000">
                          <a:solidFill>
                            <a:srgbClr val="30302F"/>
                          </a:solidFill>
                          <a:latin typeface="Inter"/>
                        </a:rPr>
                        <a:t>Does this support my agenda? Do my constituents care?</a:t>
                      </a:r>
                    </a:p>
                  </a:txBody>
                  <a:tcPr/>
                </a:tc>
              </a:tr>
              <a:tr h="320040">
                <a:tc>
                  <a:txBody>
                    <a:bodyPr/>
                    <a:lstStyle/>
                    <a:p>
                      <a:r>
                        <a:rPr sz="1000">
                          <a:solidFill>
                            <a:srgbClr val="30302F"/>
                          </a:solidFill>
                          <a:latin typeface="Inter"/>
                        </a:rPr>
                        <a:t>Managers</a:t>
                      </a:r>
                    </a:p>
                  </a:txBody>
                  <a:tcPr/>
                </a:tc>
                <a:tc>
                  <a:txBody>
                    <a:bodyPr/>
                    <a:lstStyle/>
                    <a:p>
                      <a:r>
                        <a:rPr sz="1000">
                          <a:solidFill>
                            <a:srgbClr val="30302F"/>
                          </a:solidFill>
                          <a:latin typeface="Inter"/>
                        </a:rPr>
                        <a:t>What will it cost -- time, effort, money? Who supports this?</a:t>
                      </a:r>
                    </a:p>
                  </a:txBody>
                  <a:tcPr/>
                </a:tc>
              </a:tr>
              <a:tr h="320040">
                <a:tc>
                  <a:txBody>
                    <a:bodyPr/>
                    <a:lstStyle/>
                    <a:p>
                      <a:r>
                        <a:rPr sz="1000">
                          <a:solidFill>
                            <a:srgbClr val="30302F"/>
                          </a:solidFill>
                          <a:latin typeface="Inter"/>
                        </a:rPr>
                        <a:t>NGOs</a:t>
                      </a:r>
                    </a:p>
                  </a:txBody>
                  <a:tcPr/>
                </a:tc>
                <a:tc>
                  <a:txBody>
                    <a:bodyPr/>
                    <a:lstStyle/>
                    <a:p>
                      <a:r>
                        <a:rPr sz="1000">
                          <a:solidFill>
                            <a:srgbClr val="30302F"/>
                          </a:solidFill>
                          <a:latin typeface="Inter"/>
                        </a:rPr>
                        <a:t>How does this fit our agenda?</a:t>
                      </a:r>
                    </a:p>
                  </a:txBody>
                  <a:tcPr/>
                </a:tc>
              </a:tr>
              <a:tr h="320040">
                <a:tc>
                  <a:txBody>
                    <a:bodyPr/>
                    <a:lstStyle/>
                    <a:p>
                      <a:r>
                        <a:rPr sz="1000">
                          <a:solidFill>
                            <a:srgbClr val="30302F"/>
                          </a:solidFill>
                          <a:latin typeface="Inter"/>
                        </a:rPr>
                        <a:t>Scientists</a:t>
                      </a:r>
                    </a:p>
                  </a:txBody>
                  <a:tcPr/>
                </a:tc>
                <a:tc>
                  <a:txBody>
                    <a:bodyPr/>
                    <a:lstStyle/>
                    <a:p>
                      <a:r>
                        <a:rPr sz="1000">
                          <a:solidFill>
                            <a:srgbClr val="30302F"/>
                          </a:solidFill>
                          <a:latin typeface="Inter"/>
                        </a:rPr>
                        <a:t>Is it groundbreaking? Is it robust? How does it affect my work?</a:t>
                      </a:r>
                    </a:p>
                  </a:txBody>
                  <a:tcPr/>
                </a:tc>
              </a:tr>
              <a:tr h="320040">
                <a:tc>
                  <a:txBody>
                    <a:bodyPr/>
                    <a:lstStyle/>
                    <a:p>
                      <a:r>
                        <a:rPr sz="1000">
                          <a:solidFill>
                            <a:srgbClr val="30302F"/>
                          </a:solidFill>
                          <a:latin typeface="Inter"/>
                        </a:rPr>
                        <a:t>Media</a:t>
                      </a:r>
                    </a:p>
                  </a:txBody>
                  <a:tcPr/>
                </a:tc>
                <a:tc>
                  <a:txBody>
                    <a:bodyPr/>
                    <a:lstStyle/>
                    <a:p>
                      <a:r>
                        <a:rPr sz="1000">
                          <a:solidFill>
                            <a:srgbClr val="30302F"/>
                          </a:solidFill>
                          <a:latin typeface="Inter"/>
                        </a:rPr>
                        <a:t>Is it news? Will it sell? Is it a good story?</a:t>
                      </a:r>
                    </a:p>
                  </a:txBody>
                  <a:tcPr/>
                </a:tc>
              </a:tr>
              <a:tr h="320040">
                <a:tc>
                  <a:txBody>
                    <a:bodyPr/>
                    <a:lstStyle/>
                    <a:p>
                      <a:r>
                        <a:rPr sz="1000">
                          <a:solidFill>
                            <a:srgbClr val="30302F"/>
                          </a:solidFill>
                          <a:latin typeface="Inter"/>
                        </a:rPr>
                        <a:t>Foundations</a:t>
                      </a:r>
                    </a:p>
                  </a:txBody>
                  <a:tcPr/>
                </a:tc>
                <a:tc>
                  <a:txBody>
                    <a:bodyPr/>
                    <a:lstStyle/>
                    <a:p>
                      <a:r>
                        <a:rPr sz="1000">
                          <a:solidFill>
                            <a:srgbClr val="30302F"/>
                          </a:solidFill>
                          <a:latin typeface="Inter"/>
                        </a:rPr>
                        <a:t>Does this fit within our portfolio?</a:t>
                      </a:r>
                    </a:p>
                  </a:txBody>
                  <a:tcPr/>
                </a:tc>
              </a:tr>
              <a:tr h="320040">
                <a:tc>
                  <a:txBody>
                    <a:bodyPr/>
                    <a:lstStyle/>
                    <a:p>
                      <a:r>
                        <a:rPr sz="1000">
                          <a:solidFill>
                            <a:srgbClr val="30302F"/>
                          </a:solidFill>
                          <a:latin typeface="Inter"/>
                        </a:rPr>
                        <a:t>Communities</a:t>
                      </a:r>
                    </a:p>
                  </a:txBody>
                  <a:tcPr/>
                </a:tc>
                <a:tc>
                  <a:txBody>
                    <a:bodyPr/>
                    <a:lstStyle/>
                    <a:p>
                      <a:r>
                        <a:rPr sz="1000">
                          <a:solidFill>
                            <a:srgbClr val="30302F"/>
                          </a:solidFill>
                          <a:latin typeface="Inter"/>
                        </a:rPr>
                        <a:t>How does this affect safety, health, livelihoods, and natural resources?</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Inter"/>
              </a:rPr>
              <a:t>Slide 5: Tool 1 -- The COMPASS Message Box</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400" b="0">
                <a:solidFill>
                  <a:srgbClr val="30302F"/>
                </a:solidFill>
                <a:latin typeface="Inter"/>
              </a:rPr>
              <a:t>The Message Box is a thinking tool that forces you to distil your research into five clear components. It was developed by COMPASS (Communication Partnership for Science and the Sea).</a:t>
            </a:r>
          </a:p>
          <a:p>
            <a:pPr>
              <a:spcBef>
                <a:spcPts val="600"/>
              </a:spcBef>
            </a:pPr>
            <a:r>
              <a:rPr sz="1400" b="0">
                <a:solidFill>
                  <a:srgbClr val="30302F"/>
                </a:solidFill>
                <a:latin typeface="Inter"/>
              </a:rPr>
              <a:t>+--------------------------------------------------+</a:t>
            </a:r>
          </a:p>
          <a:p>
            <a:pPr>
              <a:spcBef>
                <a:spcPts val="600"/>
              </a:spcBef>
            </a:pPr>
            <a:r>
              <a:rPr sz="1400" b="0">
                <a:solidFill>
                  <a:srgbClr val="30302F"/>
                </a:solidFill>
                <a:latin typeface="Inter"/>
              </a:rPr>
              <a:t>+----------+                        +---------------+</a:t>
            </a:r>
          </a:p>
          <a:p>
            <a:pPr>
              <a:spcBef>
                <a:spcPts val="600"/>
              </a:spcBef>
            </a:pPr>
            <a:r>
              <a:rPr sz="1400" b="0">
                <a:solidFill>
                  <a:srgbClr val="30302F"/>
                </a:solidFill>
                <a:latin typeface="Inter"/>
              </a:rPr>
              <a:t>+----------+                        +---------------+</a:t>
            </a:r>
          </a:p>
          <a:p>
            <a:pPr>
              <a:spcBef>
                <a:spcPts val="600"/>
              </a:spcBef>
            </a:pPr>
            <a:r>
              <a:rPr sz="1400" b="0">
                <a:solidFill>
                  <a:srgbClr val="30302F"/>
                </a:solidFill>
                <a:latin typeface="Inter"/>
              </a:rPr>
              <a:t>+--------------------------------------------------+</a:t>
            </a:r>
          </a:p>
          <a:p>
            <a:pPr>
              <a:spcBef>
                <a:spcPts val="600"/>
              </a:spcBef>
            </a:pPr>
            <a:r>
              <a:rPr sz="1400" b="0">
                <a:solidFill>
                  <a:srgbClr val="30302F"/>
                </a:solidFill>
                <a:latin typeface="Inter"/>
              </a:rPr>
              <a:t>The Issue sits at the center. It is the overarching topic, summarized in a short clear phrase. The four surrounding sections build your case: what is wrong (Problems), why it matters (So What), what can be done (Solutions), and what improves if action is taken (Benefits).</a:t>
            </a:r>
          </a:p>
          <a:p>
            <a:pPr>
              <a:spcBef>
                <a:spcPts val="600"/>
              </a:spcBef>
            </a:pPr>
            <a:r>
              <a:rPr sz="1400" b="0">
                <a:solidFill>
                  <a:srgbClr val="30302F"/>
                </a:solidFill>
                <a:latin typeface="Inter"/>
              </a:rPr>
              <a:t>Start with the Issue, then fill in the So What -- it is the hardest and most important section.</a:t>
            </a:r>
          </a:p>
        </p:txBody>
      </p:sp>
      <p:graphicFrame>
        <p:nvGraphicFramePr>
          <p:cNvPr id="6" name="Table 5"/>
          <p:cNvGraphicFramePr>
            <a:graphicFrameLocks noGrp="1"/>
          </p:cNvGraphicFramePr>
          <p:nvPr/>
        </p:nvGraphicFramePr>
        <p:xfrm>
          <a:off x="731520" y="3200400"/>
          <a:ext cx="10058400" cy="640080"/>
        </p:xfrm>
        <a:graphic>
          <a:graphicData uri="http://schemas.openxmlformats.org/drawingml/2006/table">
            <a:tbl>
              <a:tblPr firstRow="1" bandRow="1">
                <a:tableStyleId>{5C22544A-7EE6-4342-B048-85BDC9FD1C3A}</a:tableStyleId>
              </a:tblPr>
              <a:tblGrid>
                <a:gridCol w="10058400"/>
              </a:tblGrid>
              <a:tr h="320040">
                <a:tc>
                  <a:txBody>
                    <a:bodyPr/>
                    <a:lstStyle/>
                    <a:p>
                      <a:r>
                        <a:rPr sz="1100" b="1">
                          <a:solidFill>
                            <a:srgbClr val="FFFFFF"/>
                          </a:solidFill>
                          <a:latin typeface="Inter"/>
                        </a:rPr>
                        <a:t>PROBLEMS</a:t>
                      </a:r>
                    </a:p>
                  </a:txBody>
                  <a:tcPr>
                    <a:solidFill>
                      <a:srgbClr val="3B9C7B"/>
                    </a:solidFill>
                  </a:tcPr>
                </a:tc>
              </a:tr>
              <a:tr h="320040">
                <a:tc>
                  <a:txBody>
                    <a:bodyPr/>
                    <a:lstStyle/>
                    <a:p>
                      <a:r>
                        <a:rPr sz="1000">
                          <a:solidFill>
                            <a:srgbClr val="30302F"/>
                          </a:solidFill>
                          <a:latin typeface="Inter"/>
                        </a:rPr>
                        <a:t>What specific problems exist?</a:t>
                      </a:r>
                    </a:p>
                  </a:txBody>
                  <a:tcPr/>
                </a:tc>
              </a:tr>
            </a:tbl>
          </a:graphicData>
        </a:graphic>
      </p:graphicFrame>
      <p:graphicFrame>
        <p:nvGraphicFramePr>
          <p:cNvPr id="7" name="Table 6"/>
          <p:cNvGraphicFramePr>
            <a:graphicFrameLocks noGrp="1"/>
          </p:cNvGraphicFramePr>
          <p:nvPr/>
        </p:nvGraphicFramePr>
        <p:xfrm>
          <a:off x="731520" y="3200400"/>
          <a:ext cx="10058400" cy="2240279"/>
        </p:xfrm>
        <a:graphic>
          <a:graphicData uri="http://schemas.openxmlformats.org/drawingml/2006/table">
            <a:tbl>
              <a:tblPr firstRow="1" bandRow="1">
                <a:tableStyleId>{5C22544A-7EE6-4342-B048-85BDC9FD1C3A}</a:tableStyleId>
              </a:tblPr>
              <a:tblGrid>
                <a:gridCol w="3352800"/>
                <a:gridCol w="3352800"/>
                <a:gridCol w="3352800"/>
              </a:tblGrid>
              <a:tr h="320039">
                <a:tc>
                  <a:txBody>
                    <a:bodyPr/>
                    <a:lstStyle/>
                    <a:p>
                      <a:r>
                        <a:rPr sz="1100" b="1">
                          <a:solidFill>
                            <a:srgbClr val="FFFFFF"/>
                          </a:solidFill>
                          <a:latin typeface="Inter"/>
                        </a:rPr>
                        <a:t/>
                      </a:r>
                    </a:p>
                  </a:txBody>
                  <a:tcPr>
                    <a:solidFill>
                      <a:srgbClr val="3B9C7B"/>
                    </a:solidFill>
                  </a:tcPr>
                </a:tc>
                <a:tc>
                  <a:txBody>
                    <a:bodyPr/>
                    <a:lstStyle/>
                    <a:p>
                      <a:r>
                        <a:rPr sz="1100" b="1">
                          <a:solidFill>
                            <a:srgbClr val="FFFFFF"/>
                          </a:solidFill>
                          <a:latin typeface="Inter"/>
                        </a:rPr>
                        <a:t/>
                      </a:r>
                    </a:p>
                  </a:txBody>
                  <a:tcPr>
                    <a:solidFill>
                      <a:srgbClr val="3B9C7B"/>
                    </a:solidFill>
                  </a:tcPr>
                </a:tc>
                <a:tc>
                  <a:txBody>
                    <a:bodyPr/>
                    <a:lstStyle/>
                    <a:p>
                      <a:r>
                        <a:rPr sz="1100" b="1">
                          <a:solidFill>
                            <a:srgbClr val="FFFFFF"/>
                          </a:solidFill>
                          <a:latin typeface="Inter"/>
                        </a:rPr>
                        <a:t/>
                      </a:r>
                    </a:p>
                  </a:txBody>
                  <a:tcPr>
                    <a:solidFill>
                      <a:srgbClr val="3B9C7B"/>
                    </a:solidFill>
                  </a:tcPr>
                </a:tc>
              </a:tr>
              <a:tr h="320039">
                <a:tc>
                  <a:txBody>
                    <a:bodyPr/>
                    <a:lstStyle/>
                    <a:p>
                      <a:r>
                        <a:rPr sz="1000">
                          <a:solidFill>
                            <a:srgbClr val="30302F"/>
                          </a:solidFill>
                          <a:latin typeface="Inter"/>
                        </a:rPr>
                        <a:t>BENEFITS</a:t>
                      </a:r>
                    </a:p>
                  </a:txBody>
                  <a:tcPr/>
                </a:tc>
                <a:tc>
                  <a:txBody>
                    <a:bodyPr/>
                    <a:lstStyle/>
                    <a:p>
                      <a:r>
                        <a:rPr sz="1000">
                          <a:solidFill>
                            <a:srgbClr val="30302F"/>
                          </a:solidFill>
                          <a:latin typeface="Inter"/>
                        </a:rPr>
                        <a:t>ISSUE</a:t>
                      </a:r>
                    </a:p>
                  </a:txBody>
                  <a:tcPr/>
                </a:tc>
                <a:tc>
                  <a:txBody>
                    <a:bodyPr/>
                    <a:lstStyle/>
                    <a:p>
                      <a:r>
                        <a:rPr sz="1000">
                          <a:solidFill>
                            <a:srgbClr val="30302F"/>
                          </a:solidFill>
                          <a:latin typeface="Inter"/>
                        </a:rPr>
                        <a:t>SO WHAT</a:t>
                      </a:r>
                    </a:p>
                  </a:txBody>
                  <a:tcPr/>
                </a:tc>
              </a:tr>
              <a:tr h="320039">
                <a:tc>
                  <a:txBody>
                    <a:bodyPr/>
                    <a:lstStyle/>
                    <a:p>
                      <a:r>
                        <a:rPr sz="1000">
                          <a:solidFill>
                            <a:srgbClr val="30302F"/>
                          </a:solidFill>
                          <a:latin typeface="Inter"/>
                        </a:rPr>
                        <a:t/>
                      </a:r>
                    </a:p>
                  </a:txBody>
                  <a:tcPr/>
                </a:tc>
                <a:tc>
                  <a:txBody>
                    <a:bodyPr/>
                    <a:lstStyle/>
                    <a:p>
                      <a:r>
                        <a:rPr sz="1000">
                          <a:solidFill>
                            <a:srgbClr val="30302F"/>
                          </a:solidFill>
                          <a:latin typeface="Inter"/>
                        </a:rPr>
                        <a:t>(your overarching</a:t>
                      </a:r>
                    </a:p>
                  </a:txBody>
                  <a:tcPr/>
                </a:tc>
                <a:tc>
                  <a:txBody>
                    <a:bodyPr/>
                    <a:lstStyle/>
                    <a:p>
                      <a:r>
                        <a:rPr sz="1000">
                          <a:solidFill>
                            <a:srgbClr val="30302F"/>
                          </a:solidFill>
                          <a:latin typeface="Inter"/>
                        </a:rPr>
                        <a:t/>
                      </a:r>
                    </a:p>
                  </a:txBody>
                  <a:tcPr/>
                </a:tc>
              </a:tr>
              <a:tr h="320039">
                <a:tc>
                  <a:txBody>
                    <a:bodyPr/>
                    <a:lstStyle/>
                    <a:p>
                      <a:r>
                        <a:rPr sz="1000">
                          <a:solidFill>
                            <a:srgbClr val="30302F"/>
                          </a:solidFill>
                          <a:latin typeface="Inter"/>
                        </a:rPr>
                        <a:t>What</a:t>
                      </a:r>
                    </a:p>
                  </a:txBody>
                  <a:tcPr/>
                </a:tc>
                <a:tc>
                  <a:txBody>
                    <a:bodyPr/>
                    <a:lstStyle/>
                    <a:p>
                      <a:r>
                        <a:rPr sz="1000">
                          <a:solidFill>
                            <a:srgbClr val="30302F"/>
                          </a:solidFill>
                          <a:latin typeface="Inter"/>
                        </a:rPr>
                        <a:t>ocean topic)</a:t>
                      </a:r>
                    </a:p>
                  </a:txBody>
                  <a:tcPr/>
                </a:tc>
                <a:tc>
                  <a:txBody>
                    <a:bodyPr/>
                    <a:lstStyle/>
                    <a:p>
                      <a:r>
                        <a:rPr sz="1000">
                          <a:solidFill>
                            <a:srgbClr val="30302F"/>
                          </a:solidFill>
                          <a:latin typeface="Inter"/>
                        </a:rPr>
                        <a:t>Why should</a:t>
                      </a:r>
                    </a:p>
                  </a:txBody>
                  <a:tcPr/>
                </a:tc>
              </a:tr>
              <a:tr h="320039">
                <a:tc>
                  <a:txBody>
                    <a:bodyPr/>
                    <a:lstStyle/>
                    <a:p>
                      <a:r>
                        <a:rPr sz="1000">
                          <a:solidFill>
                            <a:srgbClr val="30302F"/>
                          </a:solidFill>
                          <a:latin typeface="Inter"/>
                        </a:rPr>
                        <a:t>improves</a:t>
                      </a:r>
                    </a:p>
                  </a:txBody>
                  <a:tcPr/>
                </a:tc>
                <a:tc>
                  <a:txBody>
                    <a:bodyPr/>
                    <a:lstStyle/>
                    <a:p>
                      <a:r>
                        <a:rPr sz="1000">
                          <a:solidFill>
                            <a:srgbClr val="30302F"/>
                          </a:solidFill>
                          <a:latin typeface="Inter"/>
                        </a:rPr>
                        <a:t/>
                      </a:r>
                    </a:p>
                  </a:txBody>
                  <a:tcPr/>
                </a:tc>
                <a:tc>
                  <a:txBody>
                    <a:bodyPr/>
                    <a:lstStyle/>
                    <a:p>
                      <a:r>
                        <a:rPr sz="1000">
                          <a:solidFill>
                            <a:srgbClr val="30302F"/>
                          </a:solidFill>
                          <a:latin typeface="Inter"/>
                        </a:rPr>
                        <a:t>your audience</a:t>
                      </a:r>
                    </a:p>
                  </a:txBody>
                  <a:tcPr/>
                </a:tc>
              </a:tr>
              <a:tr h="320039">
                <a:tc>
                  <a:txBody>
                    <a:bodyPr/>
                    <a:lstStyle/>
                    <a:p>
                      <a:r>
                        <a:rPr sz="1000">
                          <a:solidFill>
                            <a:srgbClr val="30302F"/>
                          </a:solidFill>
                          <a:latin typeface="Inter"/>
                        </a:rPr>
                        <a:t>if action</a:t>
                      </a:r>
                    </a:p>
                  </a:txBody>
                  <a:tcPr/>
                </a:tc>
                <a:tc>
                  <a:txBody>
                    <a:bodyPr/>
                    <a:lstStyle/>
                    <a:p>
                      <a:r>
                        <a:rPr sz="1000">
                          <a:solidFill>
                            <a:srgbClr val="30302F"/>
                          </a:solidFill>
                          <a:latin typeface="Inter"/>
                        </a:rPr>
                        <a:t/>
                      </a:r>
                    </a:p>
                  </a:txBody>
                  <a:tcPr/>
                </a:tc>
                <a:tc>
                  <a:txBody>
                    <a:bodyPr/>
                    <a:lstStyle/>
                    <a:p>
                      <a:r>
                        <a:rPr sz="1000">
                          <a:solidFill>
                            <a:srgbClr val="30302F"/>
                          </a:solidFill>
                          <a:latin typeface="Inter"/>
                        </a:rPr>
                        <a:t>care?</a:t>
                      </a:r>
                    </a:p>
                  </a:txBody>
                  <a:tcPr/>
                </a:tc>
              </a:tr>
              <a:tr h="320045">
                <a:tc>
                  <a:txBody>
                    <a:bodyPr/>
                    <a:lstStyle/>
                    <a:p>
                      <a:r>
                        <a:rPr sz="1000">
                          <a:solidFill>
                            <a:srgbClr val="30302F"/>
                          </a:solidFill>
                          <a:latin typeface="Inter"/>
                        </a:rPr>
                        <a:t>is taken?</a:t>
                      </a:r>
                    </a:p>
                  </a:txBody>
                  <a:tcPr/>
                </a:tc>
                <a:tc>
                  <a:txBody>
                    <a:bodyPr/>
                    <a:lstStyle/>
                    <a:p>
                      <a:r>
                        <a:rPr sz="1000">
                          <a:solidFill>
                            <a:srgbClr val="30302F"/>
                          </a:solidFill>
                          <a:latin typeface="Inter"/>
                        </a:rPr>
                        <a:t/>
                      </a:r>
                    </a:p>
                  </a:txBody>
                  <a:tcPr/>
                </a:tc>
                <a:tc>
                  <a:txBody>
                    <a:bodyPr/>
                    <a:lstStyle/>
                    <a:p>
                      <a:r>
                        <a:rPr sz="1000">
                          <a:solidFill>
                            <a:srgbClr val="30302F"/>
                          </a:solidFill>
                          <a:latin typeface="Inter"/>
                        </a:rPr>
                        <a:t/>
                      </a:r>
                    </a:p>
                  </a:txBody>
                  <a:tcPr/>
                </a:tc>
              </a:tr>
            </a:tbl>
          </a:graphicData>
        </a:graphic>
      </p:graphicFrame>
      <p:graphicFrame>
        <p:nvGraphicFramePr>
          <p:cNvPr id="8" name="Table 7"/>
          <p:cNvGraphicFramePr>
            <a:graphicFrameLocks noGrp="1"/>
          </p:cNvGraphicFramePr>
          <p:nvPr/>
        </p:nvGraphicFramePr>
        <p:xfrm>
          <a:off x="731520" y="3200400"/>
          <a:ext cx="10058400" cy="960119"/>
        </p:xfrm>
        <a:graphic>
          <a:graphicData uri="http://schemas.openxmlformats.org/drawingml/2006/table">
            <a:tbl>
              <a:tblPr firstRow="1" bandRow="1">
                <a:tableStyleId>{5C22544A-7EE6-4342-B048-85BDC9FD1C3A}</a:tableStyleId>
              </a:tblPr>
              <a:tblGrid>
                <a:gridCol w="10058400"/>
              </a:tblGrid>
              <a:tr h="320039">
                <a:tc>
                  <a:txBody>
                    <a:bodyPr/>
                    <a:lstStyle/>
                    <a:p>
                      <a:r>
                        <a:rPr sz="1100" b="1">
                          <a:solidFill>
                            <a:srgbClr val="FFFFFF"/>
                          </a:solidFill>
                          <a:latin typeface="Inter"/>
                        </a:rPr>
                        <a:t/>
                      </a:r>
                    </a:p>
                  </a:txBody>
                  <a:tcPr>
                    <a:solidFill>
                      <a:srgbClr val="3B9C7B"/>
                    </a:solidFill>
                  </a:tcPr>
                </a:tc>
              </a:tr>
              <a:tr h="320039">
                <a:tc>
                  <a:txBody>
                    <a:bodyPr/>
                    <a:lstStyle/>
                    <a:p>
                      <a:r>
                        <a:rPr sz="1000">
                          <a:solidFill>
                            <a:srgbClr val="30302F"/>
                          </a:solidFill>
                          <a:latin typeface="Inter"/>
                        </a:rPr>
                        <a:t>SOLUTIONS</a:t>
                      </a:r>
                    </a:p>
                  </a:txBody>
                  <a:tcPr/>
                </a:tc>
              </a:tr>
              <a:tr h="320041">
                <a:tc>
                  <a:txBody>
                    <a:bodyPr/>
                    <a:lstStyle/>
                    <a:p>
                      <a:r>
                        <a:rPr sz="1000">
                          <a:solidFill>
                            <a:srgbClr val="30302F"/>
                          </a:solidFill>
                          <a:latin typeface="Inter"/>
                        </a:rPr>
                        <a:t>What actions do the data support?</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Inter"/>
              </a:rPr>
              <a:t>Slide 6: Message Box worked example -- Ocean accounts and the GBF</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400" b="0">
                <a:solidFill>
                  <a:srgbClr val="30302F"/>
                </a:solidFill>
                <a:latin typeface="Inter"/>
              </a:rPr>
              <a:t>Here is the GOAP policy brief on the Global Biodiversity Framework, mapped onto a Message Box:</a:t>
            </a:r>
          </a:p>
          <a:p>
            <a:pPr>
              <a:spcBef>
                <a:spcPts val="600"/>
              </a:spcBef>
            </a:pPr>
            <a:r>
              <a:rPr sz="1400" b="0">
                <a:solidFill>
                  <a:srgbClr val="30302F"/>
                </a:solidFill>
                <a:latin typeface="Inter"/>
              </a:rPr>
              <a:t>Notice: no methods, no technical jargon, no "we used the AGRRA protocol." The Message Box strips your work down to what matters for the reader.</a:t>
            </a:r>
          </a:p>
        </p:txBody>
      </p:sp>
      <p:graphicFrame>
        <p:nvGraphicFramePr>
          <p:cNvPr id="6" name="Table 5"/>
          <p:cNvGraphicFramePr>
            <a:graphicFrameLocks noGrp="1"/>
          </p:cNvGraphicFramePr>
          <p:nvPr/>
        </p:nvGraphicFramePr>
        <p:xfrm>
          <a:off x="731520" y="3200400"/>
          <a:ext cx="10058400" cy="1920239"/>
        </p:xfrm>
        <a:graphic>
          <a:graphicData uri="http://schemas.openxmlformats.org/drawingml/2006/table">
            <a:tbl>
              <a:tblPr firstRow="1" bandRow="1">
                <a:tableStyleId>{5C22544A-7EE6-4342-B048-85BDC9FD1C3A}</a:tableStyleId>
              </a:tblPr>
              <a:tblGrid>
                <a:gridCol w="5029200"/>
                <a:gridCol w="5029200"/>
              </a:tblGrid>
              <a:tr h="320039">
                <a:tc>
                  <a:txBody>
                    <a:bodyPr/>
                    <a:lstStyle/>
                    <a:p>
                      <a:r>
                        <a:rPr sz="1100" b="1">
                          <a:solidFill>
                            <a:srgbClr val="FFFFFF"/>
                          </a:solidFill>
                          <a:latin typeface="Inter"/>
                        </a:rPr>
                        <a:t>Section</a:t>
                      </a:r>
                    </a:p>
                  </a:txBody>
                  <a:tcPr>
                    <a:solidFill>
                      <a:srgbClr val="3B9C7B"/>
                    </a:solidFill>
                  </a:tcPr>
                </a:tc>
                <a:tc>
                  <a:txBody>
                    <a:bodyPr/>
                    <a:lstStyle/>
                    <a:p>
                      <a:r>
                        <a:rPr sz="1100" b="1">
                          <a:solidFill>
                            <a:srgbClr val="FFFFFF"/>
                          </a:solidFill>
                          <a:latin typeface="Inter"/>
                        </a:rPr>
                        <a:t>Content</a:t>
                      </a:r>
                    </a:p>
                  </a:txBody>
                  <a:tcPr>
                    <a:solidFill>
                      <a:srgbClr val="3B9C7B"/>
                    </a:solidFill>
                  </a:tcPr>
                </a:tc>
              </a:tr>
              <a:tr h="320039">
                <a:tc>
                  <a:txBody>
                    <a:bodyPr/>
                    <a:lstStyle/>
                    <a:p>
                      <a:r>
                        <a:rPr sz="1000">
                          <a:solidFill>
                            <a:srgbClr val="30302F"/>
                          </a:solidFill>
                          <a:latin typeface="Inter"/>
                        </a:rPr>
                        <a:t>Issue</a:t>
                      </a:r>
                    </a:p>
                  </a:txBody>
                  <a:tcPr/>
                </a:tc>
                <a:tc>
                  <a:txBody>
                    <a:bodyPr/>
                    <a:lstStyle/>
                    <a:p>
                      <a:r>
                        <a:rPr sz="1000">
                          <a:solidFill>
                            <a:srgbClr val="30302F"/>
                          </a:solidFill>
                          <a:latin typeface="Inter"/>
                        </a:rPr>
                        <a:t>Using ocean accounts to track progress on the Global Biodiversity Framework</a:t>
                      </a:r>
                    </a:p>
                  </a:txBody>
                  <a:tcPr/>
                </a:tc>
              </a:tr>
              <a:tr h="320039">
                <a:tc>
                  <a:txBody>
                    <a:bodyPr/>
                    <a:lstStyle/>
                    <a:p>
                      <a:r>
                        <a:rPr sz="1000">
                          <a:solidFill>
                            <a:srgbClr val="30302F"/>
                          </a:solidFill>
                          <a:latin typeface="Inter"/>
                        </a:rPr>
                        <a:t>Problems</a:t>
                      </a:r>
                    </a:p>
                  </a:txBody>
                  <a:tcPr/>
                </a:tc>
                <a:tc>
                  <a:txBody>
                    <a:bodyPr/>
                    <a:lstStyle/>
                    <a:p>
                      <a:r>
                        <a:rPr sz="1000">
                          <a:solidFill>
                            <a:srgbClr val="30302F"/>
                          </a:solidFill>
                          <a:latin typeface="Inter"/>
                        </a:rPr>
                        <a:t>Countries lack standardized data to report on GBF targets. Biodiversity data is fragmented across agencies. Monitoring systems do not connect environmental trends to economic or social outcomes.</a:t>
                      </a:r>
                    </a:p>
                  </a:txBody>
                  <a:tcPr/>
                </a:tc>
              </a:tr>
              <a:tr h="320039">
                <a:tc>
                  <a:txBody>
                    <a:bodyPr/>
                    <a:lstStyle/>
                    <a:p>
                      <a:r>
                        <a:rPr sz="1000">
                          <a:solidFill>
                            <a:srgbClr val="30302F"/>
                          </a:solidFill>
                          <a:latin typeface="Inter"/>
                        </a:rPr>
                        <a:t>So What</a:t>
                      </a:r>
                    </a:p>
                  </a:txBody>
                  <a:tcPr/>
                </a:tc>
                <a:tc>
                  <a:txBody>
                    <a:bodyPr/>
                    <a:lstStyle/>
                    <a:p>
                      <a:r>
                        <a:rPr sz="1000">
                          <a:solidFill>
                            <a:srgbClr val="30302F"/>
                          </a:solidFill>
                          <a:latin typeface="Inter"/>
                        </a:rPr>
                        <a:t>Without consistent measurement, countries cannot track whether the 30x30 target is being met, whether conservation spending is effective, or whether marine ecosystems are improving. The GBF requires reporting that current systems cannot deliver.</a:t>
                      </a:r>
                    </a:p>
                  </a:txBody>
                  <a:tcPr/>
                </a:tc>
              </a:tr>
              <a:tr h="320039">
                <a:tc>
                  <a:txBody>
                    <a:bodyPr/>
                    <a:lstStyle/>
                    <a:p>
                      <a:r>
                        <a:rPr sz="1000">
                          <a:solidFill>
                            <a:srgbClr val="30302F"/>
                          </a:solidFill>
                          <a:latin typeface="Inter"/>
                        </a:rPr>
                        <a:t>Solutions</a:t>
                      </a:r>
                    </a:p>
                  </a:txBody>
                  <a:tcPr/>
                </a:tc>
                <a:tc>
                  <a:txBody>
                    <a:bodyPr/>
                    <a:lstStyle/>
                    <a:p>
                      <a:r>
                        <a:rPr sz="1000">
                          <a:solidFill>
                            <a:srgbClr val="30302F"/>
                          </a:solidFill>
                          <a:latin typeface="Inter"/>
                        </a:rPr>
                        <a:t>Ocean accounts integrate environmental, economic, and social data under the SEEA framework. Extent and condition accounts track habitat and ecosystem health. Services accounts measure benefits. All are aligned with GBF targets 1 through 14.</a:t>
                      </a:r>
                    </a:p>
                  </a:txBody>
                  <a:tcPr/>
                </a:tc>
              </a:tr>
              <a:tr h="320044">
                <a:tc>
                  <a:txBody>
                    <a:bodyPr/>
                    <a:lstStyle/>
                    <a:p>
                      <a:r>
                        <a:rPr sz="1000">
                          <a:solidFill>
                            <a:srgbClr val="30302F"/>
                          </a:solidFill>
                          <a:latin typeface="Inter"/>
                        </a:rPr>
                        <a:t>Benefits</a:t>
                      </a:r>
                    </a:p>
                  </a:txBody>
                  <a:tcPr/>
                </a:tc>
                <a:tc>
                  <a:txBody>
                    <a:bodyPr/>
                    <a:lstStyle/>
                    <a:p>
                      <a:r>
                        <a:rPr sz="1000">
                          <a:solidFill>
                            <a:srgbClr val="30302F"/>
                          </a:solidFill>
                          <a:latin typeface="Inter"/>
                        </a:rPr>
                        <a:t>Countries can monitor NBSAPs with standardized data. Spatial planning becomes evidence-based. Restoration priorities are identified. Conservation effectiveness can be measured over time. Reporting to the CBD becomes consistent and comparable.</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Inter"/>
              </a:rPr>
              <a:t>Slide 7: Your turn -- Complete your Message Box</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400" b="0">
                <a:solidFill>
                  <a:srgbClr val="30302F"/>
                </a:solidFill>
                <a:latin typeface="Inter"/>
              </a:rPr>
              <a:t>Time: 20 minutes individual work, then 10 minutes pair share</a:t>
            </a:r>
          </a:p>
          <a:p>
            <a:pPr>
              <a:spcBef>
                <a:spcPts val="600"/>
              </a:spcBef>
            </a:pPr>
            <a:r>
              <a:rPr sz="1400" b="0">
                <a:solidFill>
                  <a:srgbClr val="30302F"/>
                </a:solidFill>
                <a:latin typeface="Inter"/>
              </a:rPr>
              <a:t>1. Write the name of your target audience (a specific person, office, or body) at the top of your Message Box template</a:t>
            </a:r>
          </a:p>
          <a:p>
            <a:pPr>
              <a:spcBef>
                <a:spcPts val="600"/>
              </a:spcBef>
            </a:pPr>
            <a:r>
              <a:rPr sz="1400" b="0">
                <a:solidFill>
                  <a:srgbClr val="30302F"/>
                </a:solidFill>
                <a:latin typeface="Inter"/>
              </a:rPr>
              <a:t>2. Fill in the Issue -- your overarching ocean topic, in one short phrase</a:t>
            </a:r>
          </a:p>
          <a:p>
            <a:pPr>
              <a:spcBef>
                <a:spcPts val="600"/>
              </a:spcBef>
            </a:pPr>
            <a:r>
              <a:rPr sz="1400" b="0">
                <a:solidFill>
                  <a:srgbClr val="30302F"/>
                </a:solidFill>
                <a:latin typeface="Inter"/>
              </a:rPr>
              <a:t>3. Fill in the So What -- this is the hardest part. Ask yourself: "If a minister read only one sentence from my box, which would it be?"</a:t>
            </a:r>
          </a:p>
          <a:p>
            <a:pPr>
              <a:spcBef>
                <a:spcPts val="600"/>
              </a:spcBef>
            </a:pPr>
            <a:r>
              <a:rPr sz="1400" b="0">
                <a:solidFill>
                  <a:srgbClr val="30302F"/>
                </a:solidFill>
                <a:latin typeface="Inter"/>
              </a:rPr>
              <a:t>4. Fill in Problems, Solutions, and Benefits</a:t>
            </a:r>
          </a:p>
          <a:p>
            <a:pPr>
              <a:spcBef>
                <a:spcPts val="600"/>
              </a:spcBef>
            </a:pPr>
            <a:r>
              <a:rPr sz="1400" b="0">
                <a:solidFill>
                  <a:srgbClr val="30302F"/>
                </a:solidFill>
                <a:latin typeface="Inter"/>
              </a:rPr>
              <a:t>5. When you finish, swap with your neighbor. Can they understand your So What without knowing your technical background?</a:t>
            </a:r>
          </a:p>
          <a:p>
            <a:pPr>
              <a:spcBef>
                <a:spcPts val="600"/>
              </a:spcBef>
            </a:pPr>
            <a:r>
              <a:rPr sz="1400" b="0">
                <a:solidFill>
                  <a:srgbClr val="30302F"/>
                </a:solidFill>
                <a:latin typeface="Inter"/>
              </a:rPr>
              <a:t>Use the Message Box template handout. If you get stuck, look at the prompting questions on your exercise worksheet.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Inter"/>
              </a:rPr>
              <a:t>Slide 8: Tool 2 -- The policy brief</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400" b="0">
                <a:solidFill>
                  <a:srgbClr val="30302F"/>
                </a:solidFill>
                <a:latin typeface="Inter"/>
              </a:rPr>
              <a:t>A policy brief is a short document (2 to 4 pages) that summarizes research for a non-technical audience and identifies policy responses.</a:t>
            </a:r>
          </a:p>
          <a:p>
            <a:pPr>
              <a:spcBef>
                <a:spcPts val="600"/>
              </a:spcBef>
            </a:pPr>
            <a:r>
              <a:rPr sz="1400" b="0">
                <a:solidFill>
                  <a:srgbClr val="30302F"/>
                </a:solidFill>
                <a:latin typeface="Inter"/>
              </a:rPr>
              <a:t>What a policy brief is:</a:t>
            </a:r>
          </a:p>
          <a:p>
            <a:pPr>
              <a:spcBef>
                <a:spcPts val="400"/>
              </a:spcBef>
            </a:pPr>
            <a:r>
              <a:rPr sz="1400" b="0">
                <a:solidFill>
                  <a:srgbClr val="30302F"/>
                </a:solidFill>
                <a:latin typeface="Inter"/>
              </a:rPr>
              <a:t>  Short: readable in 5 to 10 minutes</a:t>
            </a:r>
          </a:p>
          <a:p>
            <a:pPr>
              <a:spcBef>
                <a:spcPts val="400"/>
              </a:spcBef>
            </a:pPr>
            <a:r>
              <a:rPr sz="1400" b="0">
                <a:solidFill>
                  <a:srgbClr val="30302F"/>
                </a:solidFill>
                <a:latin typeface="Inter"/>
              </a:rPr>
              <a:t>  Jargon-free: written for someone outside your field</a:t>
            </a:r>
          </a:p>
          <a:p>
            <a:pPr>
              <a:spcBef>
                <a:spcPts val="400"/>
              </a:spcBef>
            </a:pPr>
            <a:r>
              <a:rPr sz="1400" b="0">
                <a:solidFill>
                  <a:srgbClr val="30302F"/>
                </a:solidFill>
                <a:latin typeface="Inter"/>
              </a:rPr>
              <a:t>  Actionable: includes specific recommendations</a:t>
            </a:r>
          </a:p>
          <a:p>
            <a:pPr>
              <a:spcBef>
                <a:spcPts val="400"/>
              </a:spcBef>
            </a:pPr>
            <a:r>
              <a:rPr sz="1400" b="0">
                <a:solidFill>
                  <a:srgbClr val="30302F"/>
                </a:solidFill>
                <a:latin typeface="Inter"/>
              </a:rPr>
              <a:t>  Evidence-based: grounded in your data, not opinion</a:t>
            </a:r>
          </a:p>
          <a:p>
            <a:pPr>
              <a:spcBef>
                <a:spcPts val="600"/>
              </a:spcBef>
            </a:pPr>
            <a:r>
              <a:rPr sz="1400" b="0">
                <a:solidFill>
                  <a:srgbClr val="30302F"/>
                </a:solidFill>
                <a:latin typeface="Inter"/>
              </a:rPr>
              <a:t>What a policy brief is not:</a:t>
            </a:r>
          </a:p>
          <a:p>
            <a:pPr>
              <a:spcBef>
                <a:spcPts val="400"/>
              </a:spcBef>
            </a:pPr>
            <a:r>
              <a:rPr sz="1400" b="0">
                <a:solidFill>
                  <a:srgbClr val="30302F"/>
                </a:solidFill>
                <a:latin typeface="Inter"/>
              </a:rPr>
              <a:t>  A journal article summary</a:t>
            </a:r>
          </a:p>
          <a:p>
            <a:pPr>
              <a:spcBef>
                <a:spcPts val="400"/>
              </a:spcBef>
            </a:pPr>
            <a:r>
              <a:rPr sz="1400" b="0">
                <a:solidFill>
                  <a:srgbClr val="30302F"/>
                </a:solidFill>
                <a:latin typeface="Inter"/>
              </a:rPr>
              <a:t>  A methods description</a:t>
            </a:r>
          </a:p>
          <a:p>
            <a:pPr>
              <a:spcBef>
                <a:spcPts val="400"/>
              </a:spcBef>
            </a:pPr>
            <a:r>
              <a:rPr sz="1400" b="0">
                <a:solidFill>
                  <a:srgbClr val="30302F"/>
                </a:solidFill>
                <a:latin typeface="Inter"/>
              </a:rPr>
              <a:t>  A literature review</a:t>
            </a:r>
          </a:p>
          <a:p>
            <a:pPr>
              <a:spcBef>
                <a:spcPts val="400"/>
              </a:spcBef>
            </a:pPr>
            <a:r>
              <a:rPr sz="1400" b="0">
                <a:solidFill>
                  <a:srgbClr val="30302F"/>
                </a:solidFill>
                <a:latin typeface="Inter"/>
              </a:rPr>
              <a:t>  An advocacy piece for a single position</a:t>
            </a:r>
          </a:p>
          <a:p>
            <a:pPr>
              <a:spcBef>
                <a:spcPts val="600"/>
              </a:spcBef>
            </a:pPr>
            <a:r>
              <a:rPr sz="1400" b="0">
                <a:solidFill>
                  <a:srgbClr val="30302F"/>
                </a:solidFill>
                <a:latin typeface="Inter"/>
              </a:rPr>
              <a:t>From Evans and Cvitanovic (2018): a policy brief should "succinctly describe a particular issue, argue why it represents a policy problem, and identify possible policy responses."</a:t>
            </a:r>
          </a:p>
          <a:p>
            <a:pPr>
              <a:spcBef>
                <a:spcPts val="600"/>
              </a:spcBef>
            </a:pPr>
            <a:r>
              <a:rPr sz="1400" b="0">
                <a:solidFill>
                  <a:srgbClr val="30302F"/>
                </a:solidFill>
                <a:latin typeface="Inter"/>
              </a:rPr>
              <a:t>Policy briefs work best when a relationship already exists with the target reader. An unsolicited brief sent to someone who has never heard of you is unlikely to be read. Build the relationship first; the brief becomes a tool in that conversation.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Inter"/>
              </a:rPr>
              <a:t>Slide 9: Anatomy of a GOAP policy brief</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400" b="0">
                <a:solidFill>
                  <a:srgbClr val="30302F"/>
                </a:solidFill>
                <a:latin typeface="Inter"/>
              </a:rPr>
              <a:t>The existing GOAP policy briefs follow a consistent structure. Here is what each section does:</a:t>
            </a:r>
          </a:p>
          <a:p>
            <a:pPr>
              <a:spcBef>
                <a:spcPts val="600"/>
              </a:spcBef>
            </a:pPr>
            <a:r>
              <a:rPr sz="1400" b="0">
                <a:solidFill>
                  <a:srgbClr val="30302F"/>
                </a:solidFill>
                <a:latin typeface="Inter"/>
              </a:rPr>
              <a:t>Tips for each section:</a:t>
            </a:r>
          </a:p>
          <a:p>
            <a:pPr>
              <a:spcBef>
                <a:spcPts val="400"/>
              </a:spcBef>
            </a:pPr>
            <a:r>
              <a:rPr sz="1400" b="0">
                <a:solidFill>
                  <a:srgbClr val="30302F"/>
                </a:solidFill>
                <a:latin typeface="Inter"/>
              </a:rPr>
              <a:t>  Title: Can your reader tell the country and topic from the title alone? "Ocean Accounts for Fiji's Coastal Resilience" works. "Policy Brief" alone does not.</a:t>
            </a:r>
          </a:p>
          <a:p>
            <a:pPr>
              <a:spcBef>
                <a:spcPts val="400"/>
              </a:spcBef>
            </a:pPr>
            <a:r>
              <a:rPr sz="1400" b="0">
                <a:solidFill>
                  <a:srgbClr val="30302F"/>
                </a:solidFill>
                <a:latin typeface="Inter"/>
              </a:rPr>
              <a:t>  Key messages: Write these last, after you know what the brief says. Each bullet should stand on its own.</a:t>
            </a:r>
          </a:p>
          <a:p>
            <a:pPr>
              <a:spcBef>
                <a:spcPts val="400"/>
              </a:spcBef>
            </a:pPr>
            <a:r>
              <a:rPr sz="1400" b="0">
                <a:solidFill>
                  <a:srgbClr val="30302F"/>
                </a:solidFill>
                <a:latin typeface="Inter"/>
              </a:rPr>
              <a:t>  Context: Lead with the reader's world, not yours. Start with their policy challenge, not your methodology.</a:t>
            </a:r>
          </a:p>
          <a:p>
            <a:pPr>
              <a:spcBef>
                <a:spcPts val="400"/>
              </a:spcBef>
            </a:pPr>
            <a:r>
              <a:rPr sz="1400" b="0">
                <a:solidFill>
                  <a:srgbClr val="30302F"/>
                </a:solidFill>
                <a:latin typeface="Inter"/>
              </a:rPr>
              <a:t>  Recommendations: Be specific. "Integrate extent account data into the next NBSAP revision" is actionable. "More research is needed" is not.</a:t>
            </a:r>
          </a:p>
        </p:txBody>
      </p:sp>
      <p:graphicFrame>
        <p:nvGraphicFramePr>
          <p:cNvPr id="6" name="Table 5"/>
          <p:cNvGraphicFramePr>
            <a:graphicFrameLocks noGrp="1"/>
          </p:cNvGraphicFramePr>
          <p:nvPr/>
        </p:nvGraphicFramePr>
        <p:xfrm>
          <a:off x="731520" y="3200400"/>
          <a:ext cx="10058400" cy="2240279"/>
        </p:xfrm>
        <a:graphic>
          <a:graphicData uri="http://schemas.openxmlformats.org/drawingml/2006/table">
            <a:tbl>
              <a:tblPr firstRow="1" bandRow="1">
                <a:tableStyleId>{5C22544A-7EE6-4342-B048-85BDC9FD1C3A}</a:tableStyleId>
              </a:tblPr>
              <a:tblGrid>
                <a:gridCol w="3352800"/>
                <a:gridCol w="3352800"/>
                <a:gridCol w="3352800"/>
              </a:tblGrid>
              <a:tr h="320039">
                <a:tc>
                  <a:txBody>
                    <a:bodyPr/>
                    <a:lstStyle/>
                    <a:p>
                      <a:r>
                        <a:rPr sz="1100" b="1">
                          <a:solidFill>
                            <a:srgbClr val="FFFFFF"/>
                          </a:solidFill>
                          <a:latin typeface="Inter"/>
                        </a:rPr>
                        <a:t>Section</a:t>
                      </a:r>
                    </a:p>
                  </a:txBody>
                  <a:tcPr>
                    <a:solidFill>
                      <a:srgbClr val="3B9C7B"/>
                    </a:solidFill>
                  </a:tcPr>
                </a:tc>
                <a:tc>
                  <a:txBody>
                    <a:bodyPr/>
                    <a:lstStyle/>
                    <a:p>
                      <a:r>
                        <a:rPr sz="1100" b="1">
                          <a:solidFill>
                            <a:srgbClr val="FFFFFF"/>
                          </a:solidFill>
                          <a:latin typeface="Inter"/>
                        </a:rPr>
                        <a:t>Purpose</a:t>
                      </a:r>
                    </a:p>
                  </a:txBody>
                  <a:tcPr>
                    <a:solidFill>
                      <a:srgbClr val="3B9C7B"/>
                    </a:solidFill>
                  </a:tcPr>
                </a:tc>
                <a:tc>
                  <a:txBody>
                    <a:bodyPr/>
                    <a:lstStyle/>
                    <a:p>
                      <a:r>
                        <a:rPr sz="1100" b="1">
                          <a:solidFill>
                            <a:srgbClr val="FFFFFF"/>
                          </a:solidFill>
                          <a:latin typeface="Inter"/>
                        </a:rPr>
                        <a:t>Length</a:t>
                      </a:r>
                    </a:p>
                  </a:txBody>
                  <a:tcPr>
                    <a:solidFill>
                      <a:srgbClr val="3B9C7B"/>
                    </a:solidFill>
                  </a:tcPr>
                </a:tc>
              </a:tr>
              <a:tr h="320039">
                <a:tc>
                  <a:txBody>
                    <a:bodyPr/>
                    <a:lstStyle/>
                    <a:p>
                      <a:r>
                        <a:rPr sz="1000">
                          <a:solidFill>
                            <a:srgbClr val="30302F"/>
                          </a:solidFill>
                          <a:latin typeface="Inter"/>
                        </a:rPr>
                        <a:t>Title</a:t>
                      </a:r>
                    </a:p>
                  </a:txBody>
                  <a:tcPr/>
                </a:tc>
                <a:tc>
                  <a:txBody>
                    <a:bodyPr/>
                    <a:lstStyle/>
                    <a:p>
                      <a:r>
                        <a:rPr sz="1000">
                          <a:solidFill>
                            <a:srgbClr val="30302F"/>
                          </a:solidFill>
                          <a:latin typeface="Inter"/>
                        </a:rPr>
                        <a:t>Action-oriented, names the topic and the connection to ocean accounts</a:t>
                      </a:r>
                    </a:p>
                  </a:txBody>
                  <a:tcPr/>
                </a:tc>
                <a:tc>
                  <a:txBody>
                    <a:bodyPr/>
                    <a:lstStyle/>
                    <a:p>
                      <a:r>
                        <a:rPr sz="1000">
                          <a:solidFill>
                            <a:srgbClr val="30302F"/>
                          </a:solidFill>
                          <a:latin typeface="Inter"/>
                        </a:rPr>
                        <a:t>1 sentence</a:t>
                      </a:r>
                    </a:p>
                  </a:txBody>
                  <a:tcPr/>
                </a:tc>
              </a:tr>
              <a:tr h="320039">
                <a:tc>
                  <a:txBody>
                    <a:bodyPr/>
                    <a:lstStyle/>
                    <a:p>
                      <a:r>
                        <a:rPr sz="1000">
                          <a:solidFill>
                            <a:srgbClr val="30302F"/>
                          </a:solidFill>
                          <a:latin typeface="Inter"/>
                        </a:rPr>
                        <a:t>Key messages</a:t>
                      </a:r>
                    </a:p>
                  </a:txBody>
                  <a:tcPr/>
                </a:tc>
                <a:tc>
                  <a:txBody>
                    <a:bodyPr/>
                    <a:lstStyle/>
                    <a:p>
                      <a:r>
                        <a:rPr sz="1000">
                          <a:solidFill>
                            <a:srgbClr val="30302F"/>
                          </a:solidFill>
                          <a:latin typeface="Inter"/>
                        </a:rPr>
                        <a:t>4 to 6 bullet points a busy reader can scan in 30 seconds</a:t>
                      </a:r>
                    </a:p>
                  </a:txBody>
                  <a:tcPr/>
                </a:tc>
                <a:tc>
                  <a:txBody>
                    <a:bodyPr/>
                    <a:lstStyle/>
                    <a:p>
                      <a:r>
                        <a:rPr sz="1000">
                          <a:solidFill>
                            <a:srgbClr val="30302F"/>
                          </a:solidFill>
                          <a:latin typeface="Inter"/>
                        </a:rPr>
                        <a:t>Half page</a:t>
                      </a:r>
                    </a:p>
                  </a:txBody>
                  <a:tcPr/>
                </a:tc>
              </a:tr>
              <a:tr h="320039">
                <a:tc>
                  <a:txBody>
                    <a:bodyPr/>
                    <a:lstStyle/>
                    <a:p>
                      <a:r>
                        <a:rPr sz="1000">
                          <a:solidFill>
                            <a:srgbClr val="30302F"/>
                          </a:solidFill>
                          <a:latin typeface="Inter"/>
                        </a:rPr>
                        <a:t>Context / Introduction</a:t>
                      </a:r>
                    </a:p>
                  </a:txBody>
                  <a:tcPr/>
                </a:tc>
                <a:tc>
                  <a:txBody>
                    <a:bodyPr/>
                    <a:lstStyle/>
                    <a:p>
                      <a:r>
                        <a:rPr sz="1000">
                          <a:solidFill>
                            <a:srgbClr val="30302F"/>
                          </a:solidFill>
                          <a:latin typeface="Inter"/>
                        </a:rPr>
                        <a:t>Why this topic matters, framed for the target audience</a:t>
                      </a:r>
                    </a:p>
                  </a:txBody>
                  <a:tcPr/>
                </a:tc>
                <a:tc>
                  <a:txBody>
                    <a:bodyPr/>
                    <a:lstStyle/>
                    <a:p>
                      <a:r>
                        <a:rPr sz="1000">
                          <a:solidFill>
                            <a:srgbClr val="30302F"/>
                          </a:solidFill>
                          <a:latin typeface="Inter"/>
                        </a:rPr>
                        <a:t>1 to 2 paragraphs</a:t>
                      </a:r>
                    </a:p>
                  </a:txBody>
                  <a:tcPr/>
                </a:tc>
              </a:tr>
              <a:tr h="320039">
                <a:tc>
                  <a:txBody>
                    <a:bodyPr/>
                    <a:lstStyle/>
                    <a:p>
                      <a:r>
                        <a:rPr sz="1000">
                          <a:solidFill>
                            <a:srgbClr val="30302F"/>
                          </a:solidFill>
                          <a:latin typeface="Inter"/>
                        </a:rPr>
                        <a:t>Ocean accounts contribution</a:t>
                      </a:r>
                    </a:p>
                  </a:txBody>
                  <a:tcPr/>
                </a:tc>
                <a:tc>
                  <a:txBody>
                    <a:bodyPr/>
                    <a:lstStyle/>
                    <a:p>
                      <a:r>
                        <a:rPr sz="1000">
                          <a:solidFill>
                            <a:srgbClr val="30302F"/>
                          </a:solidFill>
                          <a:latin typeface="Inter"/>
                        </a:rPr>
                        <a:t>How ocean accounts address the problem -- the "so what"</a:t>
                      </a:r>
                    </a:p>
                  </a:txBody>
                  <a:tcPr/>
                </a:tc>
                <a:tc>
                  <a:txBody>
                    <a:bodyPr/>
                    <a:lstStyle/>
                    <a:p>
                      <a:r>
                        <a:rPr sz="1000">
                          <a:solidFill>
                            <a:srgbClr val="30302F"/>
                          </a:solidFill>
                          <a:latin typeface="Inter"/>
                        </a:rPr>
                        <a:t>1 to 2 pages</a:t>
                      </a:r>
                    </a:p>
                  </a:txBody>
                  <a:tcPr/>
                </a:tc>
              </a:tr>
              <a:tr h="320039">
                <a:tc>
                  <a:txBody>
                    <a:bodyPr/>
                    <a:lstStyle/>
                    <a:p>
                      <a:r>
                        <a:rPr sz="1000">
                          <a:solidFill>
                            <a:srgbClr val="30302F"/>
                          </a:solidFill>
                          <a:latin typeface="Inter"/>
                        </a:rPr>
                        <a:t>Policy questions or recommendations</a:t>
                      </a:r>
                    </a:p>
                  </a:txBody>
                  <a:tcPr/>
                </a:tc>
                <a:tc>
                  <a:txBody>
                    <a:bodyPr/>
                    <a:lstStyle/>
                    <a:p>
                      <a:r>
                        <a:rPr sz="1000">
                          <a:solidFill>
                            <a:srgbClr val="30302F"/>
                          </a:solidFill>
                          <a:latin typeface="Inter"/>
                        </a:rPr>
                        <a:t>Specific, actionable steps the reader can take</a:t>
                      </a:r>
                    </a:p>
                  </a:txBody>
                  <a:tcPr/>
                </a:tc>
                <a:tc>
                  <a:txBody>
                    <a:bodyPr/>
                    <a:lstStyle/>
                    <a:p>
                      <a:r>
                        <a:rPr sz="1000">
                          <a:solidFill>
                            <a:srgbClr val="30302F"/>
                          </a:solidFill>
                          <a:latin typeface="Inter"/>
                        </a:rPr>
                        <a:t>3 to 5 items</a:t>
                      </a:r>
                    </a:p>
                  </a:txBody>
                  <a:tcPr/>
                </a:tc>
              </a:tr>
              <a:tr h="320045">
                <a:tc>
                  <a:txBody>
                    <a:bodyPr/>
                    <a:lstStyle/>
                    <a:p>
                      <a:r>
                        <a:rPr sz="1000">
                          <a:solidFill>
                            <a:srgbClr val="30302F"/>
                          </a:solidFill>
                          <a:latin typeface="Inter"/>
                        </a:rPr>
                        <a:t>References</a:t>
                      </a:r>
                    </a:p>
                  </a:txBody>
                  <a:tcPr/>
                </a:tc>
                <a:tc>
                  <a:txBody>
                    <a:bodyPr/>
                    <a:lstStyle/>
                    <a:p>
                      <a:r>
                        <a:rPr sz="1000">
                          <a:solidFill>
                            <a:srgbClr val="30302F"/>
                          </a:solidFill>
                          <a:latin typeface="Inter"/>
                        </a:rPr>
                        <a:t>Key sources only (not a full bibliography)</a:t>
                      </a:r>
                    </a:p>
                  </a:txBody>
                  <a:tcPr/>
                </a:tc>
                <a:tc>
                  <a:txBody>
                    <a:bodyPr/>
                    <a:lstStyle/>
                    <a:p>
                      <a:r>
                        <a:rPr sz="1000">
                          <a:solidFill>
                            <a:srgbClr val="30302F"/>
                          </a:solidFill>
                          <a:latin typeface="Inter"/>
                        </a:rPr>
                        <a:t>3 to 5 citations</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Inter"/>
              </a:rPr>
              <a:t>Slide 10: Writing tips</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400" b="0">
                <a:solidFill>
                  <a:srgbClr val="30302F"/>
                </a:solidFill>
                <a:latin typeface="Inter"/>
              </a:rPr>
              <a:t>Jargon translation table for ocean accounts:</a:t>
            </a:r>
          </a:p>
          <a:p>
            <a:pPr>
              <a:spcBef>
                <a:spcPts val="600"/>
              </a:spcBef>
            </a:pPr>
            <a:r>
              <a:rPr sz="1400" b="0">
                <a:solidFill>
                  <a:srgbClr val="30302F"/>
                </a:solidFill>
                <a:latin typeface="Inter"/>
              </a:rPr>
              <a:t>General writing principles (from Evans and Cvitanovic, 2018; Baron, 2010):</a:t>
            </a:r>
          </a:p>
          <a:p>
            <a:pPr>
              <a:spcBef>
                <a:spcPts val="400"/>
              </a:spcBef>
            </a:pPr>
            <a:r>
              <a:rPr sz="1400" b="0">
                <a:solidFill>
                  <a:srgbClr val="30302F"/>
                </a:solidFill>
                <a:latin typeface="Inter"/>
              </a:rPr>
              <a:t>  Lead with what you know, not what you do not know</a:t>
            </a:r>
          </a:p>
          <a:p>
            <a:pPr>
              <a:spcBef>
                <a:spcPts val="400"/>
              </a:spcBef>
            </a:pPr>
            <a:r>
              <a:rPr sz="1400" b="0">
                <a:solidFill>
                  <a:srgbClr val="30302F"/>
                </a:solidFill>
                <a:latin typeface="Inter"/>
              </a:rPr>
              <a:t>  Use data where possible, but keep it simple -- one or two key numbers, not a full results table</a:t>
            </a:r>
          </a:p>
          <a:p>
            <a:pPr>
              <a:spcBef>
                <a:spcPts val="400"/>
              </a:spcBef>
            </a:pPr>
            <a:r>
              <a:rPr sz="1400" b="0">
                <a:solidFill>
                  <a:srgbClr val="30302F"/>
                </a:solidFill>
                <a:latin typeface="Inter"/>
              </a:rPr>
              <a:t>  Do not include methods or statistical details</a:t>
            </a:r>
          </a:p>
          <a:p>
            <a:pPr>
              <a:spcBef>
                <a:spcPts val="400"/>
              </a:spcBef>
            </a:pPr>
            <a:r>
              <a:rPr sz="1400" b="0">
                <a:solidFill>
                  <a:srgbClr val="30302F"/>
                </a:solidFill>
                <a:latin typeface="Inter"/>
              </a:rPr>
              <a:t>  Use specific examples: "mangrove loss of 200 ha" is stronger than "significant habitat loss"</a:t>
            </a:r>
          </a:p>
          <a:p>
            <a:pPr>
              <a:spcBef>
                <a:spcPts val="400"/>
              </a:spcBef>
            </a:pPr>
            <a:r>
              <a:rPr sz="1400" b="0">
                <a:solidFill>
                  <a:srgbClr val="30302F"/>
                </a:solidFill>
                <a:latin typeface="Inter"/>
              </a:rPr>
              <a:t>  Acknowledge your expertise -- you earned it</a:t>
            </a:r>
          </a:p>
          <a:p>
            <a:pPr>
              <a:spcBef>
                <a:spcPts val="400"/>
              </a:spcBef>
            </a:pPr>
            <a:r>
              <a:rPr sz="1400" b="0">
                <a:solidFill>
                  <a:srgbClr val="30302F"/>
                </a:solidFill>
                <a:latin typeface="Inter"/>
              </a:rPr>
              <a:t>  Different audiences need different framing of the same data</a:t>
            </a:r>
          </a:p>
        </p:txBody>
      </p:sp>
      <p:graphicFrame>
        <p:nvGraphicFramePr>
          <p:cNvPr id="6" name="Table 5"/>
          <p:cNvGraphicFramePr>
            <a:graphicFrameLocks noGrp="1"/>
          </p:cNvGraphicFramePr>
          <p:nvPr/>
        </p:nvGraphicFramePr>
        <p:xfrm>
          <a:off x="731520" y="3200400"/>
          <a:ext cx="10058400" cy="2880360"/>
        </p:xfrm>
        <a:graphic>
          <a:graphicData uri="http://schemas.openxmlformats.org/drawingml/2006/table">
            <a:tbl>
              <a:tblPr firstRow="1" bandRow="1">
                <a:tableStyleId>{5C22544A-7EE6-4342-B048-85BDC9FD1C3A}</a:tableStyleId>
              </a:tblPr>
              <a:tblGrid>
                <a:gridCol w="5029200"/>
                <a:gridCol w="5029200"/>
              </a:tblGrid>
              <a:tr h="320040">
                <a:tc>
                  <a:txBody>
                    <a:bodyPr/>
                    <a:lstStyle/>
                    <a:p>
                      <a:r>
                        <a:rPr sz="1100" b="1">
                          <a:solidFill>
                            <a:srgbClr val="FFFFFF"/>
                          </a:solidFill>
                          <a:latin typeface="Inter"/>
                        </a:rPr>
                        <a:t>Technical term</a:t>
                      </a:r>
                    </a:p>
                  </a:txBody>
                  <a:tcPr>
                    <a:solidFill>
                      <a:srgbClr val="3B9C7B"/>
                    </a:solidFill>
                  </a:tcPr>
                </a:tc>
                <a:tc>
                  <a:txBody>
                    <a:bodyPr/>
                    <a:lstStyle/>
                    <a:p>
                      <a:r>
                        <a:rPr sz="1100" b="1">
                          <a:solidFill>
                            <a:srgbClr val="FFFFFF"/>
                          </a:solidFill>
                          <a:latin typeface="Inter"/>
                        </a:rPr>
                        <a:t>Plain language alternative</a:t>
                      </a:r>
                    </a:p>
                  </a:txBody>
                  <a:tcPr>
                    <a:solidFill>
                      <a:srgbClr val="3B9C7B"/>
                    </a:solidFill>
                  </a:tcPr>
                </a:tc>
              </a:tr>
              <a:tr h="320040">
                <a:tc>
                  <a:txBody>
                    <a:bodyPr/>
                    <a:lstStyle/>
                    <a:p>
                      <a:r>
                        <a:rPr sz="1000">
                          <a:solidFill>
                            <a:srgbClr val="30302F"/>
                          </a:solidFill>
                          <a:latin typeface="Inter"/>
                        </a:rPr>
                        <a:t>Ecosystem extent account</a:t>
                      </a:r>
                    </a:p>
                  </a:txBody>
                  <a:tcPr/>
                </a:tc>
                <a:tc>
                  <a:txBody>
                    <a:bodyPr/>
                    <a:lstStyle/>
                    <a:p>
                      <a:r>
                        <a:rPr sz="1000">
                          <a:solidFill>
                            <a:srgbClr val="30302F"/>
                          </a:solidFill>
                          <a:latin typeface="Inter"/>
                        </a:rPr>
                        <a:t>Tracking the area of habitats like reefs, mangroves, and seagrass</a:t>
                      </a:r>
                    </a:p>
                  </a:txBody>
                  <a:tcPr/>
                </a:tc>
              </a:tr>
              <a:tr h="320040">
                <a:tc>
                  <a:txBody>
                    <a:bodyPr/>
                    <a:lstStyle/>
                    <a:p>
                      <a:r>
                        <a:rPr sz="1000">
                          <a:solidFill>
                            <a:srgbClr val="30302F"/>
                          </a:solidFill>
                          <a:latin typeface="Inter"/>
                        </a:rPr>
                        <a:t>Condition index (CI)</a:t>
                      </a:r>
                    </a:p>
                  </a:txBody>
                  <a:tcPr/>
                </a:tc>
                <a:tc>
                  <a:txBody>
                    <a:bodyPr/>
                    <a:lstStyle/>
                    <a:p>
                      <a:r>
                        <a:rPr sz="1000">
                          <a:solidFill>
                            <a:srgbClr val="30302F"/>
                          </a:solidFill>
                          <a:latin typeface="Inter"/>
                        </a:rPr>
                        <a:t>A health score from 0 (degraded) to 1 (healthy)</a:t>
                      </a:r>
                    </a:p>
                  </a:txBody>
                  <a:tcPr/>
                </a:tc>
              </a:tr>
              <a:tr h="320040">
                <a:tc>
                  <a:txBody>
                    <a:bodyPr/>
                    <a:lstStyle/>
                    <a:p>
                      <a:r>
                        <a:rPr sz="1000">
                          <a:solidFill>
                            <a:srgbClr val="30302F"/>
                          </a:solidFill>
                          <a:latin typeface="Inter"/>
                        </a:rPr>
                        <a:t>SEEA EA framework</a:t>
                      </a:r>
                    </a:p>
                  </a:txBody>
                  <a:tcPr/>
                </a:tc>
                <a:tc>
                  <a:txBody>
                    <a:bodyPr/>
                    <a:lstStyle/>
                    <a:p>
                      <a:r>
                        <a:rPr sz="1000">
                          <a:solidFill>
                            <a:srgbClr val="30302F"/>
                          </a:solidFill>
                          <a:latin typeface="Inter"/>
                        </a:rPr>
                        <a:t>The UN's international standard for measuring ecosystems alongside economic data</a:t>
                      </a:r>
                    </a:p>
                  </a:txBody>
                  <a:tcPr/>
                </a:tc>
              </a:tr>
              <a:tr h="320040">
                <a:tc>
                  <a:txBody>
                    <a:bodyPr/>
                    <a:lstStyle/>
                    <a:p>
                      <a:r>
                        <a:rPr sz="1000">
                          <a:solidFill>
                            <a:srgbClr val="30302F"/>
                          </a:solidFill>
                          <a:latin typeface="Inter"/>
                        </a:rPr>
                        <a:t>Ecosystem services flow</a:t>
                      </a:r>
                    </a:p>
                  </a:txBody>
                  <a:tcPr/>
                </a:tc>
                <a:tc>
                  <a:txBody>
                    <a:bodyPr/>
                    <a:lstStyle/>
                    <a:p>
                      <a:r>
                        <a:rPr sz="1000">
                          <a:solidFill>
                            <a:srgbClr val="30302F"/>
                          </a:solidFill>
                          <a:latin typeface="Inter"/>
                        </a:rPr>
                        <a:t>The benefits nature provides, such as fish, coastal protection, and tourism</a:t>
                      </a:r>
                    </a:p>
                  </a:txBody>
                  <a:tcPr/>
                </a:tc>
              </a:tr>
              <a:tr h="320040">
                <a:tc>
                  <a:txBody>
                    <a:bodyPr/>
                    <a:lstStyle/>
                    <a:p>
                      <a:r>
                        <a:rPr sz="1000">
                          <a:solidFill>
                            <a:srgbClr val="30302F"/>
                          </a:solidFill>
                          <a:latin typeface="Inter"/>
                        </a:rPr>
                        <a:t>Reference level</a:t>
                      </a:r>
                    </a:p>
                  </a:txBody>
                  <a:tcPr/>
                </a:tc>
                <a:tc>
                  <a:txBody>
                    <a:bodyPr/>
                    <a:lstStyle/>
                    <a:p>
                      <a:r>
                        <a:rPr sz="1000">
                          <a:solidFill>
                            <a:srgbClr val="30302F"/>
                          </a:solidFill>
                          <a:latin typeface="Inter"/>
                        </a:rPr>
                        <a:t>The benchmark for a healthy ecosystem</a:t>
                      </a:r>
                    </a:p>
                  </a:txBody>
                  <a:tcPr/>
                </a:tc>
              </a:tr>
              <a:tr h="320040">
                <a:tc>
                  <a:txBody>
                    <a:bodyPr/>
                    <a:lstStyle/>
                    <a:p>
                      <a:r>
                        <a:rPr sz="1000">
                          <a:solidFill>
                            <a:srgbClr val="30302F"/>
                          </a:solidFill>
                          <a:latin typeface="Inter"/>
                        </a:rPr>
                        <a:t>Opening/closing stock</a:t>
                      </a:r>
                    </a:p>
                  </a:txBody>
                  <a:tcPr/>
                </a:tc>
                <a:tc>
                  <a:txBody>
                    <a:bodyPr/>
                    <a:lstStyle/>
                    <a:p>
                      <a:r>
                        <a:rPr sz="1000">
                          <a:solidFill>
                            <a:srgbClr val="30302F"/>
                          </a:solidFill>
                          <a:latin typeface="Inter"/>
                        </a:rPr>
                        <a:t>The state of the ecosystem at the start and end of the measurement period</a:t>
                      </a:r>
                    </a:p>
                  </a:txBody>
                  <a:tcPr/>
                </a:tc>
              </a:tr>
              <a:tr h="320040">
                <a:tc>
                  <a:txBody>
                    <a:bodyPr/>
                    <a:lstStyle/>
                    <a:p>
                      <a:r>
                        <a:rPr sz="1000">
                          <a:solidFill>
                            <a:srgbClr val="30302F"/>
                          </a:solidFill>
                          <a:latin typeface="Inter"/>
                        </a:rPr>
                        <a:t>Normalization</a:t>
                      </a:r>
                    </a:p>
                  </a:txBody>
                  <a:tcPr/>
                </a:tc>
                <a:tc>
                  <a:txBody>
                    <a:bodyPr/>
                    <a:lstStyle/>
                    <a:p>
                      <a:r>
                        <a:rPr sz="1000">
                          <a:solidFill>
                            <a:srgbClr val="30302F"/>
                          </a:solidFill>
                          <a:latin typeface="Inter"/>
                        </a:rPr>
                        <a:t>Converting different measurements to a common 0 to 1 scale</a:t>
                      </a:r>
                    </a:p>
                  </a:txBody>
                  <a:tcPr/>
                </a:tc>
              </a:tr>
              <a:tr h="320040">
                <a:tc>
                  <a:txBody>
                    <a:bodyPr/>
                    <a:lstStyle/>
                    <a:p>
                      <a:r>
                        <a:rPr sz="1000">
                          <a:solidFill>
                            <a:srgbClr val="30302F"/>
                          </a:solidFill>
                          <a:latin typeface="Inter"/>
                        </a:rPr>
                        <a:t>OESA</a:t>
                      </a:r>
                    </a:p>
                  </a:txBody>
                  <a:tcPr/>
                </a:tc>
                <a:tc>
                  <a:txBody>
                    <a:bodyPr/>
                    <a:lstStyle/>
                    <a:p>
                      <a:r>
                        <a:rPr sz="1000">
                          <a:solidFill>
                            <a:srgbClr val="30302F"/>
                          </a:solidFill>
                          <a:latin typeface="Inter"/>
                        </a:rPr>
                        <a:t>A measure of how much ocean industries contribute to the national economy</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Inter"/>
              </a:rPr>
              <a:t>Slide 11: Real GOAP policy briefs -- one framework, many angles</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400" b="0">
                <a:solidFill>
                  <a:srgbClr val="30302F"/>
                </a:solidFill>
                <a:latin typeface="Inter"/>
              </a:rPr>
              <a:t>These briefs all draw on ocean accounts but speak to different audiences and policy processes:</a:t>
            </a:r>
          </a:p>
          <a:p>
            <a:pPr>
              <a:spcBef>
                <a:spcPts val="600"/>
              </a:spcBef>
            </a:pPr>
            <a:r>
              <a:rPr sz="1400" b="0">
                <a:solidFill>
                  <a:srgbClr val="30302F"/>
                </a:solidFill>
                <a:latin typeface="Inter"/>
              </a:rPr>
              <a:t>Your brief does not need to cover all of ocean accounting. Pick one policy angle that matters to your reader and build around it.</a:t>
            </a:r>
          </a:p>
          <a:p>
            <a:pPr>
              <a:spcBef>
                <a:spcPts val="600"/>
              </a:spcBef>
            </a:pPr>
            <a:r>
              <a:rPr sz="1400" b="0">
                <a:solidFill>
                  <a:srgbClr val="30302F"/>
                </a:solidFill>
                <a:latin typeface="Inter"/>
              </a:rPr>
              <a:t>Printed copies of three of these briefs are available to look at during the drafting exercise.</a:t>
            </a:r>
          </a:p>
        </p:txBody>
      </p:sp>
      <p:graphicFrame>
        <p:nvGraphicFramePr>
          <p:cNvPr id="6" name="Table 5"/>
          <p:cNvGraphicFramePr>
            <a:graphicFrameLocks noGrp="1"/>
          </p:cNvGraphicFramePr>
          <p:nvPr/>
        </p:nvGraphicFramePr>
        <p:xfrm>
          <a:off x="731520" y="3200400"/>
          <a:ext cx="10058400" cy="2880360"/>
        </p:xfrm>
        <a:graphic>
          <a:graphicData uri="http://schemas.openxmlformats.org/drawingml/2006/table">
            <a:tbl>
              <a:tblPr firstRow="1" bandRow="1">
                <a:tableStyleId>{5C22544A-7EE6-4342-B048-85BDC9FD1C3A}</a:tableStyleId>
              </a:tblPr>
              <a:tblGrid>
                <a:gridCol w="3352800"/>
                <a:gridCol w="3352800"/>
                <a:gridCol w="3352800"/>
              </a:tblGrid>
              <a:tr h="320040">
                <a:tc>
                  <a:txBody>
                    <a:bodyPr/>
                    <a:lstStyle/>
                    <a:p>
                      <a:r>
                        <a:rPr sz="1100" b="1">
                          <a:solidFill>
                            <a:srgbClr val="FFFFFF"/>
                          </a:solidFill>
                          <a:latin typeface="Inter"/>
                        </a:rPr>
                        <a:t>Brief</a:t>
                      </a:r>
                    </a:p>
                  </a:txBody>
                  <a:tcPr>
                    <a:solidFill>
                      <a:srgbClr val="3B9C7B"/>
                    </a:solidFill>
                  </a:tcPr>
                </a:tc>
                <a:tc>
                  <a:txBody>
                    <a:bodyPr/>
                    <a:lstStyle/>
                    <a:p>
                      <a:r>
                        <a:rPr sz="1100" b="1">
                          <a:solidFill>
                            <a:srgbClr val="FFFFFF"/>
                          </a:solidFill>
                          <a:latin typeface="Inter"/>
                        </a:rPr>
                        <a:t>Policy topic</a:t>
                      </a:r>
                    </a:p>
                  </a:txBody>
                  <a:tcPr>
                    <a:solidFill>
                      <a:srgbClr val="3B9C7B"/>
                    </a:solidFill>
                  </a:tcPr>
                </a:tc>
                <a:tc>
                  <a:txBody>
                    <a:bodyPr/>
                    <a:lstStyle/>
                    <a:p>
                      <a:r>
                        <a:rPr sz="1100" b="1">
                          <a:solidFill>
                            <a:srgbClr val="FFFFFF"/>
                          </a:solidFill>
                          <a:latin typeface="Inter"/>
                        </a:rPr>
                        <a:t>Target audience</a:t>
                      </a:r>
                    </a:p>
                  </a:txBody>
                  <a:tcPr>
                    <a:solidFill>
                      <a:srgbClr val="3B9C7B"/>
                    </a:solidFill>
                  </a:tcPr>
                </a:tc>
              </a:tr>
              <a:tr h="320040">
                <a:tc>
                  <a:txBody>
                    <a:bodyPr/>
                    <a:lstStyle/>
                    <a:p>
                      <a:r>
                        <a:rPr sz="1000">
                          <a:solidFill>
                            <a:srgbClr val="30302F"/>
                          </a:solidFill>
                          <a:latin typeface="Inter"/>
                        </a:rPr>
                        <a:t>Ocean Accounts and the GBF</a:t>
                      </a:r>
                    </a:p>
                  </a:txBody>
                  <a:tcPr/>
                </a:tc>
                <a:tc>
                  <a:txBody>
                    <a:bodyPr/>
                    <a:lstStyle/>
                    <a:p>
                      <a:r>
                        <a:rPr sz="1000">
                          <a:solidFill>
                            <a:srgbClr val="30302F"/>
                          </a:solidFill>
                          <a:latin typeface="Inter"/>
                        </a:rPr>
                        <a:t>Biodiversity targets, 30x30, NBSAPs</a:t>
                      </a:r>
                    </a:p>
                  </a:txBody>
                  <a:tcPr/>
                </a:tc>
                <a:tc>
                  <a:txBody>
                    <a:bodyPr/>
                    <a:lstStyle/>
                    <a:p>
                      <a:r>
                        <a:rPr sz="1000">
                          <a:solidFill>
                            <a:srgbClr val="30302F"/>
                          </a:solidFill>
                          <a:latin typeface="Inter"/>
                        </a:rPr>
                        <a:t>CBD focal points, environment ministries</a:t>
                      </a:r>
                    </a:p>
                  </a:txBody>
                  <a:tcPr/>
                </a:tc>
              </a:tr>
              <a:tr h="320040">
                <a:tc>
                  <a:txBody>
                    <a:bodyPr/>
                    <a:lstStyle/>
                    <a:p>
                      <a:r>
                        <a:rPr sz="1000">
                          <a:solidFill>
                            <a:srgbClr val="30302F"/>
                          </a:solidFill>
                          <a:latin typeface="Inter"/>
                        </a:rPr>
                        <a:t>Building Coastal Resilience</a:t>
                      </a:r>
                    </a:p>
                  </a:txBody>
                  <a:tcPr/>
                </a:tc>
                <a:tc>
                  <a:txBody>
                    <a:bodyPr/>
                    <a:lstStyle/>
                    <a:p>
                      <a:r>
                        <a:rPr sz="1000">
                          <a:solidFill>
                            <a:srgbClr val="30302F"/>
                          </a:solidFill>
                          <a:latin typeface="Inter"/>
                        </a:rPr>
                        <a:t>Disaster risk reduction, nature-based solutions</a:t>
                      </a:r>
                    </a:p>
                  </a:txBody>
                  <a:tcPr/>
                </a:tc>
                <a:tc>
                  <a:txBody>
                    <a:bodyPr/>
                    <a:lstStyle/>
                    <a:p>
                      <a:r>
                        <a:rPr sz="1000">
                          <a:solidFill>
                            <a:srgbClr val="30302F"/>
                          </a:solidFill>
                          <a:latin typeface="Inter"/>
                        </a:rPr>
                        <a:t>DRR agencies, climate adaptation planners</a:t>
                      </a:r>
                    </a:p>
                  </a:txBody>
                  <a:tcPr/>
                </a:tc>
              </a:tr>
              <a:tr h="320040">
                <a:tc>
                  <a:txBody>
                    <a:bodyPr/>
                    <a:lstStyle/>
                    <a:p>
                      <a:r>
                        <a:rPr sz="1000">
                          <a:solidFill>
                            <a:srgbClr val="30302F"/>
                          </a:solidFill>
                          <a:latin typeface="Inter"/>
                        </a:rPr>
                        <a:t>Mobilising Private Sector Investment</a:t>
                      </a:r>
                    </a:p>
                  </a:txBody>
                  <a:tcPr/>
                </a:tc>
                <a:tc>
                  <a:txBody>
                    <a:bodyPr/>
                    <a:lstStyle/>
                    <a:p>
                      <a:r>
                        <a:rPr sz="1000">
                          <a:solidFill>
                            <a:srgbClr val="30302F"/>
                          </a:solidFill>
                          <a:latin typeface="Inter"/>
                        </a:rPr>
                        <a:t>Blue bonds, bankability, risk reduction</a:t>
                      </a:r>
                    </a:p>
                  </a:txBody>
                  <a:tcPr/>
                </a:tc>
                <a:tc>
                  <a:txBody>
                    <a:bodyPr/>
                    <a:lstStyle/>
                    <a:p>
                      <a:r>
                        <a:rPr sz="1000">
                          <a:solidFill>
                            <a:srgbClr val="30302F"/>
                          </a:solidFill>
                          <a:latin typeface="Inter"/>
                        </a:rPr>
                        <a:t>Finance ministries, development banks, investors</a:t>
                      </a:r>
                    </a:p>
                  </a:txBody>
                  <a:tcPr/>
                </a:tc>
              </a:tr>
              <a:tr h="320040">
                <a:tc>
                  <a:txBody>
                    <a:bodyPr/>
                    <a:lstStyle/>
                    <a:p>
                      <a:r>
                        <a:rPr sz="1000">
                          <a:solidFill>
                            <a:srgbClr val="30302F"/>
                          </a:solidFill>
                          <a:latin typeface="Inter"/>
                        </a:rPr>
                        <a:t>Parametric Insurance</a:t>
                      </a:r>
                    </a:p>
                  </a:txBody>
                  <a:tcPr/>
                </a:tc>
                <a:tc>
                  <a:txBody>
                    <a:bodyPr/>
                    <a:lstStyle/>
                    <a:p>
                      <a:r>
                        <a:rPr sz="1000">
                          <a:solidFill>
                            <a:srgbClr val="30302F"/>
                          </a:solidFill>
                          <a:latin typeface="Inter"/>
                        </a:rPr>
                        <a:t>Insurance products tied to ecosystem health</a:t>
                      </a:r>
                    </a:p>
                  </a:txBody>
                  <a:tcPr/>
                </a:tc>
                <a:tc>
                  <a:txBody>
                    <a:bodyPr/>
                    <a:lstStyle/>
                    <a:p>
                      <a:r>
                        <a:rPr sz="1000">
                          <a:solidFill>
                            <a:srgbClr val="30302F"/>
                          </a:solidFill>
                          <a:latin typeface="Inter"/>
                        </a:rPr>
                        <a:t>Insurance sector, finance ministries</a:t>
                      </a:r>
                    </a:p>
                  </a:txBody>
                  <a:tcPr/>
                </a:tc>
              </a:tr>
              <a:tr h="320040">
                <a:tc>
                  <a:txBody>
                    <a:bodyPr/>
                    <a:lstStyle/>
                    <a:p>
                      <a:r>
                        <a:rPr sz="1000">
                          <a:solidFill>
                            <a:srgbClr val="30302F"/>
                          </a:solidFill>
                          <a:latin typeface="Inter"/>
                        </a:rPr>
                        <a:t>Plastics Data and MEAs</a:t>
                      </a:r>
                    </a:p>
                  </a:txBody>
                  <a:tcPr/>
                </a:tc>
                <a:tc>
                  <a:txBody>
                    <a:bodyPr/>
                    <a:lstStyle/>
                    <a:p>
                      <a:r>
                        <a:rPr sz="1000">
                          <a:solidFill>
                            <a:srgbClr val="30302F"/>
                          </a:solidFill>
                          <a:latin typeface="Inter"/>
                        </a:rPr>
                        <a:t>Plastic pollution monitoring, treaty reporting</a:t>
                      </a:r>
                    </a:p>
                  </a:txBody>
                  <a:tcPr/>
                </a:tc>
                <a:tc>
                  <a:txBody>
                    <a:bodyPr/>
                    <a:lstStyle/>
                    <a:p>
                      <a:r>
                        <a:rPr sz="1000">
                          <a:solidFill>
                            <a:srgbClr val="30302F"/>
                          </a:solidFill>
                          <a:latin typeface="Inter"/>
                        </a:rPr>
                        <a:t>Environment ministries, multilateral negotiations</a:t>
                      </a:r>
                    </a:p>
                  </a:txBody>
                  <a:tcPr/>
                </a:tc>
              </a:tr>
              <a:tr h="320040">
                <a:tc>
                  <a:txBody>
                    <a:bodyPr/>
                    <a:lstStyle/>
                    <a:p>
                      <a:r>
                        <a:rPr sz="1000">
                          <a:solidFill>
                            <a:srgbClr val="30302F"/>
                          </a:solidFill>
                          <a:latin typeface="Inter"/>
                        </a:rPr>
                        <a:t>Sustainable Marine Tourism</a:t>
                      </a:r>
                    </a:p>
                  </a:txBody>
                  <a:tcPr/>
                </a:tc>
                <a:tc>
                  <a:txBody>
                    <a:bodyPr/>
                    <a:lstStyle/>
                    <a:p>
                      <a:r>
                        <a:rPr sz="1000">
                          <a:solidFill>
                            <a:srgbClr val="30302F"/>
                          </a:solidFill>
                          <a:latin typeface="Inter"/>
                        </a:rPr>
                        <a:t>Tourism sustainability, ecosystem dependencies</a:t>
                      </a:r>
                    </a:p>
                  </a:txBody>
                  <a:tcPr/>
                </a:tc>
                <a:tc>
                  <a:txBody>
                    <a:bodyPr/>
                    <a:lstStyle/>
                    <a:p>
                      <a:r>
                        <a:rPr sz="1000">
                          <a:solidFill>
                            <a:srgbClr val="30302F"/>
                          </a:solidFill>
                          <a:latin typeface="Inter"/>
                        </a:rPr>
                        <a:t>Tourism boards, economic planning agencies</a:t>
                      </a:r>
                    </a:p>
                  </a:txBody>
                  <a:tcPr/>
                </a:tc>
              </a:tr>
              <a:tr h="320040">
                <a:tc>
                  <a:txBody>
                    <a:bodyPr/>
                    <a:lstStyle/>
                    <a:p>
                      <a:r>
                        <a:rPr sz="1000">
                          <a:solidFill>
                            <a:srgbClr val="30302F"/>
                          </a:solidFill>
                          <a:latin typeface="Inter"/>
                        </a:rPr>
                        <a:t>Public Finance Investment</a:t>
                      </a:r>
                    </a:p>
                  </a:txBody>
                  <a:tcPr/>
                </a:tc>
                <a:tc>
                  <a:txBody>
                    <a:bodyPr/>
                    <a:lstStyle/>
                    <a:p>
                      <a:r>
                        <a:rPr sz="1000">
                          <a:solidFill>
                            <a:srgbClr val="30302F"/>
                          </a:solidFill>
                          <a:latin typeface="Inter"/>
                        </a:rPr>
                        <a:t>Tracking impact of government ocean spending</a:t>
                      </a:r>
                    </a:p>
                  </a:txBody>
                  <a:tcPr/>
                </a:tc>
                <a:tc>
                  <a:txBody>
                    <a:bodyPr/>
                    <a:lstStyle/>
                    <a:p>
                      <a:r>
                        <a:rPr sz="1000">
                          <a:solidFill>
                            <a:srgbClr val="30302F"/>
                          </a:solidFill>
                          <a:latin typeface="Inter"/>
                        </a:rPr>
                        <a:t>Finance ministries, audit offices</a:t>
                      </a:r>
                    </a:p>
                  </a:txBody>
                  <a:tcPr/>
                </a:tc>
              </a:tr>
              <a:tr h="320040">
                <a:tc>
                  <a:txBody>
                    <a:bodyPr/>
                    <a:lstStyle/>
                    <a:p>
                      <a:r>
                        <a:rPr sz="1000">
                          <a:solidFill>
                            <a:srgbClr val="30302F"/>
                          </a:solidFill>
                          <a:latin typeface="Inter"/>
                        </a:rPr>
                        <a:t>IORA Cooperation</a:t>
                      </a:r>
                    </a:p>
                  </a:txBody>
                  <a:tcPr/>
                </a:tc>
                <a:tc>
                  <a:txBody>
                    <a:bodyPr/>
                    <a:lstStyle/>
                    <a:p>
                      <a:r>
                        <a:rPr sz="1000">
                          <a:solidFill>
                            <a:srgbClr val="30302F"/>
                          </a:solidFill>
                          <a:latin typeface="Inter"/>
                        </a:rPr>
                        <a:t>Regional blue economy collaboration</a:t>
                      </a:r>
                    </a:p>
                  </a:txBody>
                  <a:tcPr/>
                </a:tc>
                <a:tc>
                  <a:txBody>
                    <a:bodyPr/>
                    <a:lstStyle/>
                    <a:p>
                      <a:r>
                        <a:rPr sz="1000">
                          <a:solidFill>
                            <a:srgbClr val="30302F"/>
                          </a:solidFill>
                          <a:latin typeface="Inter"/>
                        </a:rPr>
                        <a:t>Indian Ocean Rim Association members</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Inter"/>
              </a:rPr>
              <a:t>Slide 12: Your turn -- Draft your policy brief</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400" b="0">
                <a:solidFill>
                  <a:srgbClr val="30302F"/>
                </a:solidFill>
                <a:latin typeface="Inter"/>
              </a:rPr>
              <a:t>Time: 45 minutes drafting, then 15 minutes peer review</a:t>
            </a:r>
          </a:p>
          <a:p>
            <a:pPr>
              <a:spcBef>
                <a:spcPts val="600"/>
              </a:spcBef>
            </a:pPr>
            <a:r>
              <a:rPr sz="1400" b="0">
                <a:solidFill>
                  <a:srgbClr val="30302F"/>
                </a:solidFill>
                <a:latin typeface="Inter"/>
              </a:rPr>
              <a:t>Use the policy brief template handout. Work through it section by section:</a:t>
            </a:r>
          </a:p>
          <a:p>
            <a:pPr>
              <a:spcBef>
                <a:spcPts val="600"/>
              </a:spcBef>
            </a:pPr>
            <a:r>
              <a:rPr sz="1400" b="0">
                <a:solidFill>
                  <a:srgbClr val="30302F"/>
                </a:solidFill>
                <a:latin typeface="Inter"/>
              </a:rPr>
              <a:t>1. Title and context (10 min) -- name your country, your topic, and why it matters to your reader</a:t>
            </a:r>
          </a:p>
          <a:p>
            <a:pPr>
              <a:spcBef>
                <a:spcPts val="600"/>
              </a:spcBef>
            </a:pPr>
            <a:r>
              <a:rPr sz="1400" b="0">
                <a:solidFill>
                  <a:srgbClr val="30302F"/>
                </a:solidFill>
                <a:latin typeface="Inter"/>
              </a:rPr>
              <a:t>2. What the accounts show (15 min) -- your key finding, with one number or table</a:t>
            </a:r>
          </a:p>
          <a:p>
            <a:pPr>
              <a:spcBef>
                <a:spcPts val="600"/>
              </a:spcBef>
            </a:pPr>
            <a:r>
              <a:rPr sz="1400" b="0">
                <a:solidFill>
                  <a:srgbClr val="30302F"/>
                </a:solidFill>
                <a:latin typeface="Inter"/>
              </a:rPr>
              <a:t>3. Recommendations (10 min) -- 2 to 3 specific actions your reader can take</a:t>
            </a:r>
          </a:p>
          <a:p>
            <a:pPr>
              <a:spcBef>
                <a:spcPts val="600"/>
              </a:spcBef>
            </a:pPr>
            <a:r>
              <a:rPr sz="1400" b="0">
                <a:solidFill>
                  <a:srgbClr val="30302F"/>
                </a:solidFill>
                <a:latin typeface="Inter"/>
              </a:rPr>
              <a:t>4. Key messages (5 min) -- write these last, after you know what your brief says</a:t>
            </a:r>
          </a:p>
          <a:p>
            <a:pPr>
              <a:spcBef>
                <a:spcPts val="600"/>
              </a:spcBef>
            </a:pPr>
            <a:r>
              <a:rPr sz="1400" b="0">
                <a:solidFill>
                  <a:srgbClr val="30302F"/>
                </a:solidFill>
                <a:latin typeface="Inter"/>
              </a:rPr>
              <a:t>5. Peer review (15 min) -- swap with a neighbor, use the 8-item checklist</a:t>
            </a:r>
          </a:p>
          <a:p>
            <a:pPr>
              <a:spcBef>
                <a:spcPts val="600"/>
              </a:spcBef>
            </a:pPr>
            <a:r>
              <a:rPr sz="1400" b="0">
                <a:solidFill>
                  <a:srgbClr val="30302F"/>
                </a:solidFill>
                <a:latin typeface="Inter"/>
              </a:rPr>
              <a:t>If you did not complete an account on Day 2, choose one of the printed GOAP briefs and reverse-engineer a Message Box from it. This is an excellent learning exercise.</a:t>
            </a:r>
          </a:p>
          <a:p>
            <a:pPr>
              <a:spcBef>
                <a:spcPts val="600"/>
              </a:spcBef>
            </a:pPr>
            <a:r>
              <a:rPr sz="1400" b="0">
                <a:solidFill>
                  <a:srgbClr val="30302F"/>
                </a:solidFill>
                <a:latin typeface="Inter"/>
              </a:rPr>
              <a:t>Remember: this is a first draft. The goal is to get your ideas on paper, not to produce a finished document. You can refine it after the event with support from the GOAP Secretariat.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Inter"/>
              </a:rPr>
              <a:t>References</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400" b="0">
                <a:solidFill>
                  <a:srgbClr val="30302F"/>
                </a:solidFill>
                <a:latin typeface="Inter"/>
              </a:rPr>
              <a:t>Baron, N. (2010). Escape from the Ivory Tower: A Guide to Making Your Science Matter. Island Press.</a:t>
            </a:r>
          </a:p>
          <a:p>
            <a:pPr>
              <a:spcBef>
                <a:spcPts val="600"/>
              </a:spcBef>
            </a:pPr>
            <a:r>
              <a:rPr sz="1400" b="0">
                <a:solidFill>
                  <a:srgbClr val="30302F"/>
                </a:solidFill>
                <a:latin typeface="Inter"/>
              </a:rPr>
              <a:t>Cairney, P. and Heikkila, T. (2014). A comparison of theories of the policy process. In Sabatier, P.A. and Weible, C.M. (eds), Theories of the Policy Process. 3rd ed. Westview Press, pp. 363-389.</a:t>
            </a:r>
          </a:p>
          <a:p>
            <a:pPr>
              <a:spcBef>
                <a:spcPts val="600"/>
              </a:spcBef>
            </a:pPr>
            <a:r>
              <a:rPr sz="1400" b="0">
                <a:solidFill>
                  <a:srgbClr val="30302F"/>
                </a:solidFill>
                <a:latin typeface="Inter"/>
              </a:rPr>
              <a:t>Evans, M.C. and Cvitanovic, C. (2018). An introduction to achieving policy impact for early career researchers. Palgrave Communications 4(88). DOI: 10.1057/s41599-018-0144-2.</a:t>
            </a:r>
          </a:p>
          <a:p>
            <a:pPr>
              <a:spcBef>
                <a:spcPts val="600"/>
              </a:spcBef>
            </a:pPr>
            <a:r>
              <a:rPr sz="1400" b="0">
                <a:solidFill>
                  <a:srgbClr val="30302F"/>
                </a:solidFill>
                <a:latin typeface="Inter"/>
              </a:rPr>
              <a:t>COMPASS. The Message Box Workbook. Communication Partnership for Science and the Sea.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ctr"/>
            <a:r>
              <a:rPr sz="2800" b="1">
                <a:solidFill>
                  <a:srgbClr val="FFFFFF"/>
                </a:solidFill>
                <a:latin typeface="Inter"/>
              </a:rPr>
              <a:t>References</a:t>
            </a:r>
          </a:p>
        </p:txBody>
      </p:sp>
      <p:sp>
        <p:nvSpPr>
          <p:cNvPr id="5" name="TextBox 4"/>
          <p:cNvSpPr txBox="1"/>
          <p:nvPr/>
        </p:nvSpPr>
        <p:spPr>
          <a:xfrm>
            <a:off x="731520" y="1371600"/>
            <a:ext cx="10728960" cy="3657600"/>
          </a:xfrm>
          <a:prstGeom prst="rect">
            <a:avLst/>
          </a:prstGeom>
          <a:noFill/>
        </p:spPr>
        <p:txBody>
          <a:bodyPr wrap="square">
            <a:spAutoFit/>
          </a:bodyPr>
          <a:lstStyle/>
          <a:p>
            <a:pPr algn="l"/>
            <a:r>
              <a:rPr sz="1200" b="0">
                <a:solidFill>
                  <a:srgbClr val="30302F"/>
                </a:solidFill>
                <a:latin typeface="Inter"/>
              </a:rPr>
              <a:t>Baron, N. (2010). Escape from the Ivory Tower: A Guide to Making Your Science Matter. Island Press.</a:t>
            </a:r>
          </a:p>
          <a:p>
            <a:pPr>
              <a:spcBef>
                <a:spcPts val="800"/>
              </a:spcBef>
            </a:pPr>
            <a:r>
              <a:rPr sz="1200" b="0">
                <a:solidFill>
                  <a:srgbClr val="30302F"/>
                </a:solidFill>
                <a:latin typeface="Inter"/>
              </a:rPr>
              <a:t>Cairney, P. and Heikkila, T. (2014). A comparison of theories of the policy process. In Theories of the Policy Process. 3rd ed. Westview Press.</a:t>
            </a:r>
          </a:p>
          <a:p>
            <a:pPr>
              <a:spcBef>
                <a:spcPts val="800"/>
              </a:spcBef>
            </a:pPr>
            <a:r>
              <a:rPr sz="1200" b="0">
                <a:solidFill>
                  <a:srgbClr val="30302F"/>
                </a:solidFill>
                <a:latin typeface="Inter"/>
              </a:rPr>
              <a:t>Evans, M.C. and Cvitanovic, C. (2018). An introduction to achieving policy impact for early career researchers. Palgrave Communications 4(88).</a:t>
            </a:r>
          </a:p>
          <a:p>
            <a:pPr>
              <a:spcBef>
                <a:spcPts val="800"/>
              </a:spcBef>
            </a:pPr>
            <a:r>
              <a:rPr sz="1200" b="0">
                <a:solidFill>
                  <a:srgbClr val="30302F"/>
                </a:solidFill>
                <a:latin typeface="Inter"/>
              </a:rPr>
              <a:t>COMPASS. The Message Box Workbook. Communication Partnership for Science and the Sea.</a:t>
            </a:r>
          </a:p>
        </p:txBody>
      </p:sp>
    </p:spTree>
  </p:cSld>
  <p:clrMapOvr>
    <a:masterClrMapping/>
  </p:clrMapOvr>
</p:sld>
</file>

<file path=ppt/theme/theme1.xml><?xml version="1.0" encoding="utf-8"?>
<a:theme xmlns:a="http://schemas.openxmlformats.org/drawingml/2006/main" name="GOAP-PPT">
  <a:themeElements>
    <a:clrScheme name="GOAP">
      <a:dk1>
        <a:srgbClr val="0A5455"/>
      </a:dk1>
      <a:lt1>
        <a:srgbClr val="FFFFFF"/>
      </a:lt1>
      <a:dk2>
        <a:srgbClr val="19383B"/>
      </a:dk2>
      <a:lt2>
        <a:srgbClr val="3B9C7B"/>
      </a:lt2>
      <a:accent1>
        <a:srgbClr val="B5D0D6"/>
      </a:accent1>
      <a:accent2>
        <a:srgbClr val="66A3B5"/>
      </a:accent2>
      <a:accent3>
        <a:srgbClr val="F9F5F0"/>
      </a:accent3>
      <a:accent4>
        <a:srgbClr val="B59F81"/>
      </a:accent4>
      <a:accent5>
        <a:srgbClr val="545353"/>
      </a:accent5>
      <a:accent6>
        <a:srgbClr val="30302F"/>
      </a:accent6>
      <a:hlink>
        <a:srgbClr val="5EB593"/>
      </a:hlink>
      <a:folHlink>
        <a:srgbClr val="5B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id="{E61BCC44-FE5F-AF4F-A11D-B312803176B1}" vid="{C9703902-8954-CD44-BE9F-3A66ECD01C4B}"/>
    </a:ext>
  </a:extLst>
</a:theme>
</file>

<file path=ppt/theme/theme2.xml><?xml version="1.0" encoding="utf-8"?>
<a:theme xmlns:a="http://schemas.openxmlformats.org/drawingml/2006/main" name="1_Kantoorthema">
  <a:themeElements>
    <a:clrScheme name="GOAP">
      <a:dk1>
        <a:srgbClr val="0A5455"/>
      </a:dk1>
      <a:lt1>
        <a:srgbClr val="FFFFFF"/>
      </a:lt1>
      <a:dk2>
        <a:srgbClr val="19383B"/>
      </a:dk2>
      <a:lt2>
        <a:srgbClr val="3B9C7B"/>
      </a:lt2>
      <a:accent1>
        <a:srgbClr val="B5D0D6"/>
      </a:accent1>
      <a:accent2>
        <a:srgbClr val="66A3B5"/>
      </a:accent2>
      <a:accent3>
        <a:srgbClr val="F9F5F0"/>
      </a:accent3>
      <a:accent4>
        <a:srgbClr val="B59F81"/>
      </a:accent4>
      <a:accent5>
        <a:srgbClr val="545353"/>
      </a:accent5>
      <a:accent6>
        <a:srgbClr val="30302F"/>
      </a:accent6>
      <a:hlink>
        <a:srgbClr val="5EB593"/>
      </a:hlink>
      <a:folHlink>
        <a:srgbClr val="5B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id="{E61BCC44-FE5F-AF4F-A11D-B312803176B1}" vid="{D7B7B75D-E8D0-8B4C-9CB7-4B6446032F42}"/>
    </a:ext>
  </a:extLst>
</a:theme>
</file>

<file path=ppt/theme/theme3.xml><?xml version="1.0" encoding="utf-8"?>
<a:theme xmlns:a="http://schemas.openxmlformats.org/drawingml/2006/main" name="2_Kantoorthema">
  <a:themeElements>
    <a:clrScheme name="GOAP">
      <a:dk1>
        <a:srgbClr val="0A5455"/>
      </a:dk1>
      <a:lt1>
        <a:srgbClr val="FFFFFF"/>
      </a:lt1>
      <a:dk2>
        <a:srgbClr val="19383B"/>
      </a:dk2>
      <a:lt2>
        <a:srgbClr val="3B9C7B"/>
      </a:lt2>
      <a:accent1>
        <a:srgbClr val="B5D0D6"/>
      </a:accent1>
      <a:accent2>
        <a:srgbClr val="66A3B5"/>
      </a:accent2>
      <a:accent3>
        <a:srgbClr val="F9F5F0"/>
      </a:accent3>
      <a:accent4>
        <a:srgbClr val="B59F81"/>
      </a:accent4>
      <a:accent5>
        <a:srgbClr val="545353"/>
      </a:accent5>
      <a:accent6>
        <a:srgbClr val="30302F"/>
      </a:accent6>
      <a:hlink>
        <a:srgbClr val="5EB593"/>
      </a:hlink>
      <a:folHlink>
        <a:srgbClr val="5B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id="{E61BCC44-FE5F-AF4F-A11D-B312803176B1}" vid="{88CB6703-7CFA-944D-A2B9-D8588DAC9D5C}"/>
    </a:ext>
  </a:extLst>
</a:theme>
</file>

<file path=ppt/theme/theme4.xml><?xml version="1.0" encoding="utf-8"?>
<a:theme xmlns:a="http://schemas.openxmlformats.org/drawingml/2006/main" name="SDR Hub Light Theme">
  <a:themeElements>
    <a:clrScheme name="SDR Hub final">
      <a:dk1>
        <a:srgbClr val="535353"/>
      </a:dk1>
      <a:lt1>
        <a:srgbClr val="000000"/>
      </a:lt1>
      <a:dk2>
        <a:srgbClr val="FFFFFF"/>
      </a:dk2>
      <a:lt2>
        <a:srgbClr val="E6E6E6"/>
      </a:lt2>
      <a:accent1>
        <a:srgbClr val="4E5763"/>
      </a:accent1>
      <a:accent2>
        <a:srgbClr val="718C9B"/>
      </a:accent2>
      <a:accent3>
        <a:srgbClr val="2F5F5D"/>
      </a:accent3>
      <a:accent4>
        <a:srgbClr val="B26F49"/>
      </a:accent4>
      <a:accent5>
        <a:srgbClr val="A5A198"/>
      </a:accent5>
      <a:accent6>
        <a:srgbClr val="D3D1CC"/>
      </a:accent6>
      <a:hlink>
        <a:srgbClr val="718C9B"/>
      </a:hlink>
      <a:folHlink>
        <a:srgbClr val="954F72"/>
      </a:folHlink>
    </a:clrScheme>
    <a:fontScheme name="Georgia">
      <a:majorFont>
        <a:latin typeface="Georgia" panose="020405020504050203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eorgia" panose="020405020504050203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DR-hub-FINAL" id="{8DB56154-1F05-A046-A7FF-1E3C3ADCFC5C}" vid="{EB5D24DB-1307-8B4E-987C-40F8B31B4C33}"/>
    </a:ext>
  </a:extLst>
</a:theme>
</file>

<file path=ppt/theme/theme5.xml><?xml version="1.0" encoding="utf-8"?>
<a:theme xmlns:a="http://schemas.openxmlformats.org/drawingml/2006/main" name="SDR Hub Light Theme">
  <a:themeElements>
    <a:clrScheme name="SDR Hub final">
      <a:dk1>
        <a:srgbClr val="535353"/>
      </a:dk1>
      <a:lt1>
        <a:srgbClr val="000000"/>
      </a:lt1>
      <a:dk2>
        <a:srgbClr val="FFFFFF"/>
      </a:dk2>
      <a:lt2>
        <a:srgbClr val="E6E6E6"/>
      </a:lt2>
      <a:accent1>
        <a:srgbClr val="4E5763"/>
      </a:accent1>
      <a:accent2>
        <a:srgbClr val="718C9B"/>
      </a:accent2>
      <a:accent3>
        <a:srgbClr val="2F5F5D"/>
      </a:accent3>
      <a:accent4>
        <a:srgbClr val="B26F49"/>
      </a:accent4>
      <a:accent5>
        <a:srgbClr val="A5A198"/>
      </a:accent5>
      <a:accent6>
        <a:srgbClr val="D3D1CC"/>
      </a:accent6>
      <a:hlink>
        <a:srgbClr val="718C9B"/>
      </a:hlink>
      <a:folHlink>
        <a:srgbClr val="954F72"/>
      </a:folHlink>
    </a:clrScheme>
    <a:fontScheme name="Georgia">
      <a:majorFont>
        <a:latin typeface="Georgia" panose="020405020504050203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eorgia" panose="020405020504050203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DR-hub-FINAL" id="{8DB56154-1F05-A046-A7FF-1E3C3ADCFC5C}" vid="{EB5D24DB-1307-8B4E-987C-40F8B31B4C33}"/>
    </a:ext>
  </a:extLst>
</a:theme>
</file>

<file path=ppt/theme/theme6.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37289dc8-d0c9-47c1-9240-66a74fc3f87d">
      <Terms xmlns="http://schemas.microsoft.com/office/infopath/2007/PartnerControls"/>
    </lcf76f155ced4ddcb4097134ff3c332f>
    <Audience xmlns="37289dc8-d0c9-47c1-9240-66a74fc3f87d" xsi:nil="true"/>
    <Comments xmlns="37289dc8-d0c9-47c1-9240-66a74fc3f87d" xsi:nil="true"/>
    <Project xmlns="37289dc8-d0c9-47c1-9240-66a74fc3f87d">Communications</Project>
    <Partner xmlns="37289dc8-d0c9-47c1-9240-66a74fc3f87d">
      <Value>SDR Hub Internal</Value>
    </Partner>
    <DocumentType xmlns="37289dc8-d0c9-47c1-9240-66a74fc3f87d">Presentation</DocumentType>
    <TaxCatchAll xmlns="953775bb-7f87-4052-b16f-b02ba07db91b" xsi:nil="true"/>
    <SharedWithUsers xmlns="953775bb-7f87-4052-b16f-b02ba07db91b">
      <UserInfo>
        <DisplayName>Phil James</DisplayName>
        <AccountId>32</AccountId>
        <AccountType/>
      </UserInfo>
      <UserInfo>
        <DisplayName>Eliza Northrop</DisplayName>
        <AccountId>18</AccountId>
        <AccountType/>
      </UserInfo>
      <UserInfo>
        <DisplayName>Ben Milligan</DisplayName>
        <AccountId>10</AccountId>
        <AccountType/>
      </UserInfo>
      <UserInfo>
        <DisplayName>Hannah Sheridan</DisplayName>
        <AccountId>19</AccountId>
        <AccountType/>
      </UserInfo>
      <UserInfo>
        <DisplayName>Michael Burnside</DisplayName>
        <AccountId>12</AccountId>
        <AccountType/>
      </UserInfo>
      <UserInfo>
        <DisplayName>Juliet Grimm</DisplayName>
        <AccountId>678</AccountId>
        <AccountType/>
      </UserInfo>
      <UserInfo>
        <DisplayName>Kenneth Findlay</DisplayName>
        <AccountId>561</AccountId>
        <AccountType/>
      </UserInfo>
    </SharedWithUsers>
    <MediaLengthInSeconds xmlns="37289dc8-d0c9-47c1-9240-66a74fc3f87d"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1133914A86DDA4ABCCCFF07E8C0D63B" ma:contentTypeVersion="26" ma:contentTypeDescription="Create a new document." ma:contentTypeScope="" ma:versionID="b24588667bb6f97140d9082c4ae3aba1">
  <xsd:schema xmlns:xsd="http://www.w3.org/2001/XMLSchema" xmlns:xs="http://www.w3.org/2001/XMLSchema" xmlns:p="http://schemas.microsoft.com/office/2006/metadata/properties" xmlns:ns2="37289dc8-d0c9-47c1-9240-66a74fc3f87d" xmlns:ns3="953775bb-7f87-4052-b16f-b02ba07db91b" targetNamespace="http://schemas.microsoft.com/office/2006/metadata/properties" ma:root="true" ma:fieldsID="bb77af12d516873be83f809b8ded92ec" ns2:_="" ns3:_="">
    <xsd:import namespace="37289dc8-d0c9-47c1-9240-66a74fc3f87d"/>
    <xsd:import namespace="953775bb-7f87-4052-b16f-b02ba07db91b"/>
    <xsd:element name="properties">
      <xsd:complexType>
        <xsd:sequence>
          <xsd:element name="documentManagement">
            <xsd:complexType>
              <xsd:all>
                <xsd:element ref="ns2:Partner" minOccurs="0"/>
                <xsd:element ref="ns2:DocumentType" minOccurs="0"/>
                <xsd:element ref="ns3:SharedWithUsers" minOccurs="0"/>
                <xsd:element ref="ns3:SharedWithDetails" minOccurs="0"/>
                <xsd:element ref="ns2:MediaServiceMetadata" minOccurs="0"/>
                <xsd:element ref="ns2:MediaServiceFastMetadata"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Audience" minOccurs="0"/>
                <xsd:element ref="ns2:MediaServiceObjectDetectorVersions" minOccurs="0"/>
                <xsd:element ref="ns2:Comments" minOccurs="0"/>
                <xsd:element ref="ns2:Project"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7289dc8-d0c9-47c1-9240-66a74fc3f87d" elementFormDefault="qualified">
    <xsd:import namespace="http://schemas.microsoft.com/office/2006/documentManagement/types"/>
    <xsd:import namespace="http://schemas.microsoft.com/office/infopath/2007/PartnerControls"/>
    <xsd:element name="Partner" ma:index="2" nillable="true" ma:displayName="Partner" ma:default="SDR Hub Internal" ma:format="Dropdown" ma:internalName="Partner">
      <xsd:complexType>
        <xsd:complexContent>
          <xsd:extension base="dms:MultiChoiceFillIn">
            <xsd:sequence>
              <xsd:element name="Value" maxOccurs="unbounded" minOccurs="0" nillable="true">
                <xsd:simpleType>
                  <xsd:union memberTypes="dms:Text">
                    <xsd:simpleType>
                      <xsd:restriction base="dms:Choice">
                        <xsd:enumeration value="UNESCO"/>
                        <xsd:enumeration value="SDR Hub Internal"/>
                        <xsd:enumeration value="Ocean Panel"/>
                        <xsd:enumeration value="PBSP"/>
                        <xsd:enumeration value="GOAP"/>
                      </xsd:restriction>
                    </xsd:simpleType>
                  </xsd:union>
                </xsd:simpleType>
              </xsd:element>
            </xsd:sequence>
          </xsd:extension>
        </xsd:complexContent>
      </xsd:complexType>
    </xsd:element>
    <xsd:element name="DocumentType" ma:index="3" nillable="true" ma:displayName="Document Type" ma:format="Dropdown" ma:internalName="DocumentType">
      <xsd:simpleType>
        <xsd:restriction base="dms:Choice">
          <xsd:enumeration value="Concept Note"/>
          <xsd:enumeration value="Meeting Report"/>
          <xsd:enumeration value="Technical Note"/>
          <xsd:enumeration value="Technical Report"/>
          <xsd:enumeration value="Journal Article"/>
          <xsd:enumeration value="Briefing Paper"/>
          <xsd:enumeration value="Information sheet"/>
          <xsd:enumeration value="Event agenda"/>
          <xsd:enumeration value="Presentation"/>
          <xsd:enumeration value="Correspondence"/>
          <xsd:enumeration value="Internal Note"/>
          <xsd:enumeration value="Internal Proposal"/>
          <xsd:enumeration value="Blog post"/>
          <xsd:enumeration value="Visual Asset"/>
          <xsd:enumeration value="Codebase"/>
          <xsd:enumeration value="ML Training Data"/>
          <xsd:enumeration value="Knowledge"/>
          <xsd:enumeration value="Contract documentation"/>
          <xsd:enumeration value="External proposal"/>
          <xsd:enumeration value="Newsletter draft"/>
          <xsd:enumeration value="Comms Brief"/>
          <xsd:enumeration value="Invitation"/>
          <xsd:enumeration value="Invoice"/>
          <xsd:enumeration value="Budget"/>
        </xsd:restriction>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2b026aac-6b52-4d7e-a64d-f3ee90946f5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hidden="true" ma:internalName="MediaServiceOCR" ma:readOnly="true">
      <xsd:simpleType>
        <xsd:restriction base="dms:Note"/>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ServiceLocation" ma:index="19" nillable="true" ma:displayName="Location" ma:hidden="true" ma:indexed="true" ma:internalName="MediaServiceLocatio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Audience" ma:index="21" nillable="true" ma:displayName="Audience" ma:format="Dropdown" ma:hidden="true" ma:internalName="Audience">
      <xsd:complexType>
        <xsd:complexContent>
          <xsd:extension base="dms:MultiChoiceFillIn">
            <xsd:sequence>
              <xsd:element name="Value" maxOccurs="unbounded" minOccurs="0" nillable="true">
                <xsd:simpleType>
                  <xsd:union memberTypes="dms:Text">
                    <xsd:simpleType>
                      <xsd:restriction base="dms:Choice">
                        <xsd:enumeration value="PBSP"/>
                        <xsd:enumeration value="GOAP"/>
                        <xsd:enumeration value="UNSW"/>
                      </xsd:restriction>
                    </xsd:simpleType>
                  </xsd:union>
                </xsd:simpleType>
              </xsd:element>
            </xsd:sequence>
          </xsd:extension>
        </xsd:complexContent>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Comments" ma:index="25" nillable="true" ma:displayName="Comments" ma:format="Dropdown" ma:internalName="Comments">
      <xsd:simpleType>
        <xsd:restriction base="dms:Text">
          <xsd:maxLength value="255"/>
        </xsd:restriction>
      </xsd:simpleType>
    </xsd:element>
    <xsd:element name="Project" ma:index="26" nillable="true" ma:displayName="Project" ma:description="Use this column to specify a specific project, event or content theme" ma:format="Dropdown" ma:internalName="Project">
      <xsd:simpleType>
        <xsd:union memberTypes="dms:Text">
          <xsd:simpleType>
            <xsd:restriction base="dms:Choice">
              <xsd:enumeration value="Membership"/>
              <xsd:enumeration value="4th GD"/>
              <xsd:enumeration value="5th GD"/>
              <xsd:enumeration value="Communications"/>
              <xsd:enumeration value="SEEA Ocean WG"/>
              <xsd:enumeration value="Our Ocean 23"/>
              <xsd:enumeration value="Internal operations"/>
              <xsd:enumeration value="BPF"/>
              <xsd:enumeration value="BCAF"/>
              <xsd:enumeration value="Maldives"/>
            </xsd:restriction>
          </xsd:simpleType>
        </xsd:union>
      </xsd:simpleType>
    </xsd:element>
    <xsd:element name="MediaServiceSearchProperties" ma:index="27" nillable="true" ma:displayName="MediaServiceSearchProperties" ma:hidden="true" ma:internalName="MediaServiceSearchProperties" ma:readOnly="true">
      <xsd:simpleType>
        <xsd:restriction base="dms:Note"/>
      </xsd:simpleType>
    </xsd:element>
    <xsd:element name="MediaServiceBillingMetadata" ma:index="28"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53775bb-7f87-4052-b16f-b02ba07db91b" elementFormDefault="qualified">
    <xsd:import namespace="http://schemas.microsoft.com/office/2006/documentManagement/types"/>
    <xsd:import namespace="http://schemas.microsoft.com/office/infopath/2007/PartnerControls"/>
    <xsd:element name="SharedWithUsers" ma:index="8"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hidden="true" ma:internalName="SharedWithDetails" ma:readOnly="true">
      <xsd:simpleType>
        <xsd:restriction base="dms:Note"/>
      </xsd:simpleType>
    </xsd:element>
    <xsd:element name="TaxCatchAll" ma:index="14" nillable="true" ma:displayName="Taxonomy Catch All Column" ma:hidden="true" ma:list="{04a3f4cd-7e24-43e3-bee0-c075c828180e}" ma:internalName="TaxCatchAll" ma:readOnly="false" ma:showField="CatchAllData" ma:web="953775bb-7f87-4052-b16f-b02ba07db91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A1D3690-7EC5-4FF4-B631-E40DABFDCE11}">
  <ds:schemaRefs>
    <ds:schemaRef ds:uri="http://schemas.microsoft.com/sharepoint/v3/contenttype/forms"/>
  </ds:schemaRefs>
</ds:datastoreItem>
</file>

<file path=customXml/itemProps2.xml><?xml version="1.0" encoding="utf-8"?>
<ds:datastoreItem xmlns:ds="http://schemas.openxmlformats.org/officeDocument/2006/customXml" ds:itemID="{7D3ABBDA-CF29-4384-BB1E-BA6B9C5EE1D7}">
  <ds:schemaRefs>
    <ds:schemaRef ds:uri="http://schemas.microsoft.com/office/2006/metadata/properties"/>
    <ds:schemaRef ds:uri="http://schemas.openxmlformats.org/package/2006/metadata/core-properties"/>
    <ds:schemaRef ds:uri="http://purl.org/dc/dcmitype/"/>
    <ds:schemaRef ds:uri="37289dc8-d0c9-47c1-9240-66a74fc3f87d"/>
    <ds:schemaRef ds:uri="953775bb-7f87-4052-b16f-b02ba07db91b"/>
    <ds:schemaRef ds:uri="http://purl.org/dc/elements/1.1/"/>
    <ds:schemaRef ds:uri="http://schemas.microsoft.com/office/2006/documentManagement/types"/>
    <ds:schemaRef ds:uri="http://www.w3.org/XML/1998/namespace"/>
    <ds:schemaRef ds:uri="http://schemas.microsoft.com/office/infopath/2007/PartnerControls"/>
    <ds:schemaRef ds:uri="http://purl.org/dc/terms/"/>
  </ds:schemaRefs>
</ds:datastoreItem>
</file>

<file path=customXml/itemProps3.xml><?xml version="1.0" encoding="utf-8"?>
<ds:datastoreItem xmlns:ds="http://schemas.openxmlformats.org/officeDocument/2006/customXml" ds:itemID="{834B7947-C9AE-434B-9567-58BCC139365B}"/>
</file>

<file path=docProps/app.xml><?xml version="1.0" encoding="utf-8"?>
<Properties xmlns="http://schemas.openxmlformats.org/officeDocument/2006/extended-properties" xmlns:vt="http://schemas.openxmlformats.org/officeDocument/2006/docPropsVTypes">
  <Template>1_Kantoorthema</Template>
  <TotalTime>2</TotalTime>
  <Words>439</Words>
  <Application>Microsoft Macintosh PowerPoint</Application>
  <PresentationFormat>Widescreen</PresentationFormat>
  <Paragraphs>254</Paragraphs>
  <Slides>24</Slides>
  <Notes>2</Notes>
  <HiddenSlides>0</HiddenSlides>
  <MMClips>0</MMClips>
  <ScaleCrop>false</ScaleCrop>
  <HeadingPairs>
    <vt:vector size="6" baseType="variant">
      <vt:variant>
        <vt:lpstr>Fonts Used</vt:lpstr>
      </vt:variant>
      <vt:variant>
        <vt:i4>9</vt:i4>
      </vt:variant>
      <vt:variant>
        <vt:lpstr>Theme</vt:lpstr>
      </vt:variant>
      <vt:variant>
        <vt:i4>5</vt:i4>
      </vt:variant>
      <vt:variant>
        <vt:lpstr>Slide Titles</vt:lpstr>
      </vt:variant>
      <vt:variant>
        <vt:i4>24</vt:i4>
      </vt:variant>
    </vt:vector>
  </HeadingPairs>
  <TitlesOfParts>
    <vt:vector size="38" baseType="lpstr">
      <vt:lpstr>Aptos</vt:lpstr>
      <vt:lpstr>Arial</vt:lpstr>
      <vt:lpstr>Arimo</vt:lpstr>
      <vt:lpstr>Calibri</vt:lpstr>
      <vt:lpstr>Georgia</vt:lpstr>
      <vt:lpstr>Inter 18pt 18pt</vt:lpstr>
      <vt:lpstr>Montserrat</vt:lpstr>
      <vt:lpstr>Montserrat Black</vt:lpstr>
      <vt:lpstr>Wingdings</vt:lpstr>
      <vt:lpstr>GOAP-PPT</vt:lpstr>
      <vt:lpstr>1_Kantoorthema</vt:lpstr>
      <vt:lpstr>2_Kantoorthema</vt:lpstr>
      <vt:lpstr>SDR Hub Light Theme</vt:lpstr>
      <vt:lpstr>SDR Hub Light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Why ocean accounts matter</vt:lpstr>
      <vt:lpstr>PowerPoint Presentation</vt:lpstr>
      <vt:lpstr>PowerPoint Presentation</vt:lpstr>
      <vt:lpstr>PowerPoint Presentation</vt:lpstr>
      <vt:lpstr>PowerPoint Presentation</vt:lpstr>
      <vt:lpstr>Europe &amp; Africa</vt:lpstr>
      <vt:lpstr>Asia-Pacific and Oceania</vt:lpstr>
      <vt:lpstr>USA, North America &amp; South America</vt:lpstr>
      <vt:lpstr>Oceania</vt:lpstr>
      <vt:lpstr>South America  (please note this is currently missing some islands incl. Galapagos)  We also still need a map for Central America</vt:lpstr>
      <vt:lpstr>Africa</vt:lpstr>
      <vt:lpstr>North America</vt:lpstr>
      <vt:lpstr>Asia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Microsoft Office User</dc:creator>
  <cp:lastModifiedBy>Bella Charlesworth</cp:lastModifiedBy>
  <cp:revision>1</cp:revision>
  <dcterms:created xsi:type="dcterms:W3CDTF">2022-03-17T06:45:57Z</dcterms:created>
  <dcterms:modified xsi:type="dcterms:W3CDTF">2025-11-18T12:43:51Z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0x01010071133914A86DDA4ABCCCFF07E8C0D63B</vt:lpwstr>
  </property>
  <property fmtid="{D5CDD505-2E9C-101B-9397-08002B2CF9AE}" pid="3" name="MediaServiceImageTags">
    <vt:lpwstr/>
  </property>
  <property fmtid="{D5CDD505-2E9C-101B-9397-08002B2CF9AE}" pid="4" name="Order">
    <vt:r8>2281100</vt:r8>
  </property>
  <property fmtid="{D5CDD505-2E9C-101B-9397-08002B2CF9AE}" pid="5" name="xd_ProgID">
    <vt:lpwstr/>
  </property>
  <property fmtid="{D5CDD505-2E9C-101B-9397-08002B2CF9AE}" pid="6" name="_SourceUrl">
    <vt:lpwstr/>
  </property>
  <property fmtid="{D5CDD505-2E9C-101B-9397-08002B2CF9AE}" pid="7" name="_SharedFileIndex">
    <vt:lpwstr/>
  </property>
  <property fmtid="{D5CDD505-2E9C-101B-9397-08002B2CF9AE}" pid="8" name="ComplianceAssetId">
    <vt:lpwstr/>
  </property>
  <property fmtid="{D5CDD505-2E9C-101B-9397-08002B2CF9AE}" pid="9" name="TemplateUrl">
    <vt:lpwstr/>
  </property>
  <property fmtid="{D5CDD505-2E9C-101B-9397-08002B2CF9AE}" pid="10" name="_ExtendedDescription">
    <vt:lpwstr/>
  </property>
  <property fmtid="{D5CDD505-2E9C-101B-9397-08002B2CF9AE}" pid="11" name="TriggerFlowInfo">
    <vt:lpwstr/>
  </property>
  <property fmtid="{D5CDD505-2E9C-101B-9397-08002B2CF9AE}" pid="12" name="xd_Signature">
    <vt:bool>false</vt:bool>
  </property>
</Properties>
</file>